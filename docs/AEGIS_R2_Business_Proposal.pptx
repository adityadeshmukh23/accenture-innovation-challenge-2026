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3.xml" ContentType="application/vnd.openxmlformats-officedocument.theme+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94" r:id="rId2"/>
    <p:sldMasterId id="2147483699" r:id="rId3"/>
    <p:sldMasterId id="2147483713" r:id="rId4"/>
  </p:sldMasterIdLst>
  <p:notesMasterIdLst>
    <p:notesMasterId r:id="rId11"/>
  </p:notesMasterIdLst>
  <p:sldIdLst>
    <p:sldId id="900" r:id="rId5"/>
    <p:sldId id="901" r:id="rId6"/>
    <p:sldId id="902" r:id="rId7"/>
    <p:sldId id="903" r:id="rId8"/>
    <p:sldId id="904" r:id="rId17"/>
    <p:sldId id="905" r:id="rId18"/>
    <p:sldId id="906" r:id="rId19"/>
    <p:sldId id="907" r:id="rId20"/>
    <p:sldId id="908" r:id="rId21"/>
    <p:sldId id="909" r:id="rId22"/>
    <p:sldId id="910" r:id="rId23"/>
    <p:sldId id="911" r:id="rId24"/>
    <p:sldId id="912" r:id="rId25"/>
    <p:sldId id="913"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1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1DA3222-9905-5054-72D2-91E34CEC0599}" v="6" dt="2026-08-16T13:35:15.320"/>
    <p1510:client id="{29950C09-E864-1A0D-5DE8-266561E5BC51}" v="6" dt="2026-08-16T10:06:49.649"/>
    <p1510:client id="{3A2B4B16-1AE3-1CE4-9833-748B330E2864}" v="4" dt="2026-08-16T10:06:58.822"/>
    <p1510:client id="{3B08C5A3-4BD2-ADE9-43FE-0DC620A0B611}" v="77" dt="2026-08-16T10:30:56.752"/>
    <p1510:client id="{93ABFBBB-FD22-6E45-6ACF-0285753F3BB7}" v="621" dt="2026-08-16T10:02:24.853"/>
    <p1510:client id="{E8EBEFFF-AEE9-83D5-F10D-774D32D67BF5}" v="31" dt="2026-08-16T13:46:22.196"/>
    <p1510:client id="{F8CEB304-863D-B4EA-39CB-A3BE23B6C37D}" v="3" dt="2026-08-16T10:03:30.77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viewProps" Target="viewProps.xml"/><Relationship Id="rId3" Type="http://schemas.openxmlformats.org/officeDocument/2006/relationships/slideMaster" Target="slideMasters/slideMaster3.xml"/><Relationship Id="rId7" Type="http://schemas.openxmlformats.org/officeDocument/2006/relationships/slide" Target="slides/slide3.xml"/><Relationship Id="rId12" Type="http://schemas.openxmlformats.org/officeDocument/2006/relationships/presProps" Target="presProps.xml"/><Relationship Id="rId2" Type="http://schemas.openxmlformats.org/officeDocument/2006/relationships/slideMaster" Target="slideMasters/slideMaster2.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tableStyles" Target="tableStyles.xml"/><Relationship Id="rId10" Type="http://schemas.openxmlformats.org/officeDocument/2006/relationships/slide" Target="slides/slide6.xml"/><Relationship Id="rId4" Type="http://schemas.openxmlformats.org/officeDocument/2006/relationships/slideMaster" Target="slideMasters/slideMaster4.xml"/><Relationship Id="rId14" Type="http://schemas.openxmlformats.org/officeDocument/2006/relationships/theme" Target="theme/theme1.xml"/><Relationship Id="rId17" Type="http://schemas.openxmlformats.org/officeDocument/2006/relationships/slide" Target="slides/slide7.xml"/><Relationship Id="rId18" Type="http://schemas.openxmlformats.org/officeDocument/2006/relationships/slide" Target="slides/slide8.xml"/><Relationship Id="rId19" Type="http://schemas.openxmlformats.org/officeDocument/2006/relationships/slide" Target="slides/slide9.xml"/><Relationship Id="rId20" Type="http://schemas.openxmlformats.org/officeDocument/2006/relationships/slide" Target="slides/slide10.xml"/><Relationship Id="rId21" Type="http://schemas.openxmlformats.org/officeDocument/2006/relationships/slide" Target="slides/slide11.xml"/><Relationship Id="rId22" Type="http://schemas.openxmlformats.org/officeDocument/2006/relationships/slide" Target="slides/slide12.xml"/><Relationship Id="rId23" Type="http://schemas.openxmlformats.org/officeDocument/2006/relationships/slide" Target="slides/slide13.xml"/><Relationship Id="rId24" Type="http://schemas.openxmlformats.org/officeDocument/2006/relationships/slide" Target="slides/slide14.xml"/><Relationship Id="rId25"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0404694-B363-4D2F-9288-55810FEE4433}" type="datetimeFigureOut">
              <a:rPr lang="en-US" smtClean="0"/>
              <a:t>8/16/2026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EF16013-F085-4538-9539-111F70D15278}" type="slidenum">
              <a:rPr lang="en-US" smtClean="0"/>
              <a:t>‹#›</a:t>
            </a:fld>
            <a:endParaRPr lang="en-US"/>
          </a:p>
        </p:txBody>
      </p:sp>
    </p:spTree>
    <p:extLst>
      <p:ext uri="{BB962C8B-B14F-4D97-AF65-F5344CB8AC3E}">
        <p14:creationId xmlns:p14="http://schemas.microsoft.com/office/powerpoint/2010/main" val="25606573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377" rtl="0" eaLnBrk="1" fontAlgn="auto" latinLnBrk="0" hangingPunct="1">
              <a:lnSpc>
                <a:spcPct val="100000"/>
              </a:lnSpc>
              <a:spcBef>
                <a:spcPts val="0"/>
              </a:spcBef>
              <a:spcAft>
                <a:spcPts val="0"/>
              </a:spcAft>
              <a:buClrTx/>
              <a:buSzTx/>
              <a:buFontTx/>
              <a:buNone/>
              <a:tabLst/>
              <a:defRPr/>
            </a:pPr>
            <a:fld id="{8F681651-9904-804F-8355-78350773C1A7}" type="slidenum">
              <a:rPr kumimoji="0" lang="en-US" sz="1200" b="0" i="0" u="none" strike="noStrike" kern="1200" cap="none" spc="0" normalizeH="0" baseline="0" noProof="0" smtClean="0">
                <a:ln>
                  <a:noFill/>
                </a:ln>
                <a:solidFill>
                  <a:prstClr val="black"/>
                </a:solidFill>
                <a:effectLst/>
                <a:uLnTx/>
                <a:uFillTx/>
                <a:latin typeface="Graphik" panose="020B0503030202060203" pitchFamily="34" charset="77"/>
                <a:ea typeface="+mn-ea"/>
                <a:cs typeface="+mn-cs"/>
              </a:rPr>
              <a:pPr marL="0" marR="0" lvl="0" indent="0" algn="r" defTabSz="914377"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Graphik" panose="020B0503030202060203" pitchFamily="34" charset="77"/>
              <a:ea typeface="+mn-ea"/>
              <a:cs typeface="+mn-cs"/>
            </a:endParaRPr>
          </a:p>
        </p:txBody>
      </p:sp>
    </p:spTree>
    <p:extLst>
      <p:ext uri="{BB962C8B-B14F-4D97-AF65-F5344CB8AC3E}">
        <p14:creationId xmlns:p14="http://schemas.microsoft.com/office/powerpoint/2010/main" val="91126343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image" Target="../media/image10.png"/><Relationship Id="rId1" Type="http://schemas.openxmlformats.org/officeDocument/2006/relationships/slideMaster" Target="../slideMasters/slideMaster4.xml"/><Relationship Id="rId4" Type="http://schemas.openxmlformats.org/officeDocument/2006/relationships/image" Target="../media/image2.png"/></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14.svg"/><Relationship Id="rId1" Type="http://schemas.openxmlformats.org/officeDocument/2006/relationships/slideMaster" Target="../slideMasters/slideMaster4.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over: gradi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accenture" descr="accenture logo">
            <a:extLst>
              <a:ext uri="{FF2B5EF4-FFF2-40B4-BE49-F238E27FC236}">
                <a16:creationId xmlns:a16="http://schemas.microsoft.com/office/drawing/2014/main" id="{AC43ACC0-AD60-BDF4-2F68-94D9A9F04C65}"/>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897605" y="757711"/>
            <a:ext cx="1243822" cy="353083"/>
          </a:xfrm>
          <a:prstGeom prst="rect">
            <a:avLst/>
          </a:prstGeom>
        </p:spPr>
      </p:pic>
      <p:sp>
        <p:nvSpPr>
          <p:cNvPr id="15" name="Title 1">
            <a:extLst>
              <a:ext uri="{FF2B5EF4-FFF2-40B4-BE49-F238E27FC236}">
                <a16:creationId xmlns:a16="http://schemas.microsoft.com/office/drawing/2014/main" id="{746E4763-F545-C94B-51CE-F4BC514CB5E2}"/>
              </a:ext>
            </a:extLst>
          </p:cNvPr>
          <p:cNvSpPr>
            <a:spLocks noGrp="1"/>
          </p:cNvSpPr>
          <p:nvPr>
            <p:ph type="title"/>
          </p:nvPr>
        </p:nvSpPr>
        <p:spPr>
          <a:xfrm>
            <a:off x="873001" y="3010442"/>
            <a:ext cx="6793920" cy="1329595"/>
          </a:xfrm>
          <a:prstGeom prst="rect">
            <a:avLst/>
          </a:prstGeom>
        </p:spPr>
        <p:txBody>
          <a:bodyPr anchor="b">
            <a:spAutoFit/>
          </a:bodyPr>
          <a:lstStyle>
            <a:lvl1pPr algn="l">
              <a:lnSpc>
                <a:spcPct val="90000"/>
              </a:lnSpc>
              <a:defRPr sz="4800" b="0">
                <a:solidFill>
                  <a:schemeClr val="tx1"/>
                </a:solidFill>
              </a:defRPr>
            </a:lvl1pPr>
          </a:lstStyle>
          <a:p>
            <a:r>
              <a:rPr lang="en-US"/>
              <a:t>Click to edit Master title style</a:t>
            </a:r>
          </a:p>
        </p:txBody>
      </p:sp>
      <p:sp>
        <p:nvSpPr>
          <p:cNvPr id="16" name="Subtitle 2">
            <a:extLst>
              <a:ext uri="{FF2B5EF4-FFF2-40B4-BE49-F238E27FC236}">
                <a16:creationId xmlns:a16="http://schemas.microsoft.com/office/drawing/2014/main" id="{BC002026-094D-D1B0-BDA1-62996F241354}"/>
              </a:ext>
            </a:extLst>
          </p:cNvPr>
          <p:cNvSpPr>
            <a:spLocks noGrp="1"/>
          </p:cNvSpPr>
          <p:nvPr>
            <p:ph type="subTitle" idx="1" hasCustomPrompt="1"/>
          </p:nvPr>
        </p:nvSpPr>
        <p:spPr>
          <a:xfrm>
            <a:off x="890622" y="4464059"/>
            <a:ext cx="6793920" cy="1092846"/>
          </a:xfrm>
          <a:prstGeom prst="rect">
            <a:avLst/>
          </a:prstGeom>
        </p:spPr>
        <p:txBody>
          <a:bodyPr/>
          <a:lstStyle>
            <a:lvl1pPr marL="0" indent="0" algn="l">
              <a:lnSpc>
                <a:spcPct val="90000"/>
              </a:lnSpc>
              <a:spcAft>
                <a:spcPts val="0"/>
              </a:spcAft>
              <a:buNone/>
              <a:defRPr sz="1920" b="0" i="0" spc="0">
                <a:solidFill>
                  <a:schemeClr val="tx1"/>
                </a:solidFill>
                <a:latin typeface="Graphik" panose="020B0503030202060203" pitchFamily="34" charset="77"/>
              </a:defRPr>
            </a:lvl1pPr>
            <a:lvl2pPr marL="365752" indent="0" algn="ctr">
              <a:buNone/>
              <a:defRPr sz="1600"/>
            </a:lvl2pPr>
            <a:lvl3pPr marL="731500" indent="0" algn="ctr">
              <a:buNone/>
              <a:defRPr sz="1440"/>
            </a:lvl3pPr>
            <a:lvl4pPr marL="1097249" indent="0" algn="ctr">
              <a:buNone/>
              <a:defRPr sz="1280"/>
            </a:lvl4pPr>
            <a:lvl5pPr marL="1462999" indent="0" algn="ctr">
              <a:buNone/>
              <a:defRPr sz="1280"/>
            </a:lvl5pPr>
            <a:lvl6pPr marL="1828749" indent="0" algn="ctr">
              <a:buNone/>
              <a:defRPr sz="1280"/>
            </a:lvl6pPr>
            <a:lvl7pPr marL="2194498" indent="0" algn="ctr">
              <a:buNone/>
              <a:defRPr sz="1280"/>
            </a:lvl7pPr>
            <a:lvl8pPr marL="2560249" indent="0" algn="ctr">
              <a:buNone/>
              <a:defRPr sz="1280"/>
            </a:lvl8pPr>
            <a:lvl9pPr marL="2925999" indent="0" algn="ctr">
              <a:buNone/>
              <a:defRPr sz="1280"/>
            </a:lvl9pPr>
          </a:lstStyle>
          <a:p>
            <a:pPr marL="0" lvl="0" indent="0" algn="l" defTabSz="731500" rtl="0" eaLnBrk="1" latinLnBrk="0" hangingPunct="1">
              <a:lnSpc>
                <a:spcPct val="100000"/>
              </a:lnSpc>
              <a:spcBef>
                <a:spcPts val="0"/>
              </a:spcBef>
              <a:spcAft>
                <a:spcPts val="0"/>
              </a:spcAft>
              <a:buFont typeface="Graphik" panose="020B0604020202020204" pitchFamily="34" charset="0"/>
              <a:buNone/>
            </a:pPr>
            <a:r>
              <a:rPr lang="en-GB"/>
              <a:t>Place subtitle here in </a:t>
            </a:r>
            <a:r>
              <a:rPr lang="en-GB" err="1"/>
              <a:t>Graphik</a:t>
            </a:r>
            <a:r>
              <a:rPr lang="en-GB"/>
              <a:t> regular</a:t>
            </a:r>
            <a:endParaRPr lang="en-US"/>
          </a:p>
        </p:txBody>
      </p:sp>
      <p:sp>
        <p:nvSpPr>
          <p:cNvPr id="23" name="Text Placeholder 16">
            <a:extLst>
              <a:ext uri="{FF2B5EF4-FFF2-40B4-BE49-F238E27FC236}">
                <a16:creationId xmlns:a16="http://schemas.microsoft.com/office/drawing/2014/main" id="{36108AED-3E3E-1C9D-6AD6-AB28DC816233}"/>
              </a:ext>
            </a:extLst>
          </p:cNvPr>
          <p:cNvSpPr>
            <a:spLocks noGrp="1"/>
          </p:cNvSpPr>
          <p:nvPr>
            <p:ph type="body" sz="quarter" idx="15" hasCustomPrompt="1"/>
          </p:nvPr>
        </p:nvSpPr>
        <p:spPr>
          <a:xfrm>
            <a:off x="9681528" y="6124064"/>
            <a:ext cx="1832894" cy="196977"/>
          </a:xfrm>
          <a:prstGeom prst="rect">
            <a:avLst/>
          </a:prstGeom>
        </p:spPr>
        <p:txBody>
          <a:bodyPr wrap="square">
            <a:spAutoFit/>
          </a:bodyPr>
          <a:lstStyle>
            <a:lvl1pPr marL="0" indent="0" algn="r" defTabSz="731500" rtl="0" eaLnBrk="1" latinLnBrk="0" hangingPunct="1">
              <a:spcAft>
                <a:spcPts val="0"/>
              </a:spcAft>
              <a:buNone/>
              <a:defRPr lang="en-US" sz="1280" b="0" i="0" kern="1200" dirty="0">
                <a:solidFill>
                  <a:schemeClr val="tx1"/>
                </a:solidFill>
                <a:latin typeface="+mj-lt"/>
                <a:ea typeface="+mn-ea"/>
                <a:cs typeface="+mn-cs"/>
              </a:defRPr>
            </a:lvl1pPr>
            <a:lvl2pPr marL="0" algn="l" defTabSz="731500" rtl="0" eaLnBrk="1" latinLnBrk="0" hangingPunct="1">
              <a:spcAft>
                <a:spcPts val="0"/>
              </a:spcAft>
              <a:defRPr lang="en-US" sz="1120" b="0" kern="1200" dirty="0" smtClean="0">
                <a:solidFill>
                  <a:schemeClr val="tx1"/>
                </a:solidFill>
                <a:latin typeface="+mn-lt"/>
                <a:ea typeface="+mn-ea"/>
                <a:cs typeface="+mn-cs"/>
              </a:defRPr>
            </a:lvl2pPr>
            <a:lvl3pPr marL="0" algn="l" defTabSz="731500" rtl="0" eaLnBrk="1" latinLnBrk="0" hangingPunct="1">
              <a:spcAft>
                <a:spcPts val="0"/>
              </a:spcAft>
              <a:defRPr lang="en-US" sz="1120" b="0" kern="1200" dirty="0" smtClean="0">
                <a:solidFill>
                  <a:schemeClr val="tx1"/>
                </a:solidFill>
                <a:latin typeface="+mn-lt"/>
                <a:ea typeface="+mn-ea"/>
                <a:cs typeface="+mn-cs"/>
              </a:defRPr>
            </a:lvl3pPr>
            <a:lvl4pPr marL="0" algn="l" defTabSz="731500" rtl="0" eaLnBrk="1" latinLnBrk="0" hangingPunct="1">
              <a:spcAft>
                <a:spcPts val="0"/>
              </a:spcAft>
              <a:defRPr lang="en-US" sz="1120" b="0" kern="1200" dirty="0" smtClean="0">
                <a:solidFill>
                  <a:schemeClr val="tx1"/>
                </a:solidFill>
                <a:latin typeface="+mn-lt"/>
                <a:ea typeface="+mn-ea"/>
                <a:cs typeface="+mn-cs"/>
              </a:defRPr>
            </a:lvl4pPr>
            <a:lvl5pPr marL="0" algn="l" defTabSz="731500" rtl="0" eaLnBrk="1" latinLnBrk="0" hangingPunct="1">
              <a:spcAft>
                <a:spcPts val="0"/>
              </a:spcAft>
              <a:defRPr lang="en-US" sz="1120" b="0" kern="1200" dirty="0" smtClean="0">
                <a:solidFill>
                  <a:schemeClr val="tx1"/>
                </a:solidFill>
                <a:latin typeface="+mn-lt"/>
                <a:ea typeface="+mn-ea"/>
                <a:cs typeface="+mn-cs"/>
              </a:defRPr>
            </a:lvl5pPr>
          </a:lstStyle>
          <a:p>
            <a:pPr lvl="0"/>
            <a:r>
              <a:rPr lang="en-US"/>
              <a:t>MM.DD.YYYY</a:t>
            </a:r>
          </a:p>
        </p:txBody>
      </p:sp>
    </p:spTree>
    <p:extLst>
      <p:ext uri="{BB962C8B-B14F-4D97-AF65-F5344CB8AC3E}">
        <p14:creationId xmlns:p14="http://schemas.microsoft.com/office/powerpoint/2010/main" val="39800206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884">
          <p15:clr>
            <a:srgbClr val="C35EA4"/>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text + spli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CADDCEF-8841-4D73-EAEB-25E159BD364A}"/>
              </a:ext>
            </a:extLst>
          </p:cNvPr>
          <p:cNvSpPr/>
          <p:nvPr userDrawn="1"/>
        </p:nvSpPr>
        <p:spPr>
          <a:xfrm>
            <a:off x="7839457" y="3"/>
            <a:ext cx="4352544"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tIns="97529" bIns="97529" rtlCol="0" anchor="ctr"/>
          <a:lstStyle/>
          <a:p>
            <a:pPr algn="ctr"/>
            <a:endParaRPr lang="en-US" sz="1919" err="1"/>
          </a:p>
        </p:txBody>
      </p:sp>
      <p:sp>
        <p:nvSpPr>
          <p:cNvPr id="6" name="Title 2">
            <a:extLst>
              <a:ext uri="{FF2B5EF4-FFF2-40B4-BE49-F238E27FC236}">
                <a16:creationId xmlns:a16="http://schemas.microsoft.com/office/drawing/2014/main" id="{9596D82E-71B7-FF51-B8E9-B259B21B69EB}"/>
              </a:ext>
            </a:extLst>
          </p:cNvPr>
          <p:cNvSpPr>
            <a:spLocks noGrp="1"/>
          </p:cNvSpPr>
          <p:nvPr>
            <p:ph type="title"/>
          </p:nvPr>
        </p:nvSpPr>
        <p:spPr>
          <a:xfrm>
            <a:off x="537455" y="572600"/>
            <a:ext cx="6757704" cy="433324"/>
          </a:xfrm>
        </p:spPr>
        <p:txBody>
          <a:bodyPr/>
          <a:lstStyle>
            <a:lvl1pPr>
              <a:defRPr sz="3520"/>
            </a:lvl1pPr>
          </a:lstStyle>
          <a:p>
            <a:r>
              <a:rPr lang="en-US"/>
              <a:t>Click to edit Master title style</a:t>
            </a:r>
          </a:p>
        </p:txBody>
      </p:sp>
      <p:sp>
        <p:nvSpPr>
          <p:cNvPr id="15" name="Text Placeholder 47">
            <a:extLst>
              <a:ext uri="{FF2B5EF4-FFF2-40B4-BE49-F238E27FC236}">
                <a16:creationId xmlns:a16="http://schemas.microsoft.com/office/drawing/2014/main" id="{3269863B-5234-38BF-0D34-E538ACE4EA2B}"/>
              </a:ext>
            </a:extLst>
          </p:cNvPr>
          <p:cNvSpPr>
            <a:spLocks noGrp="1"/>
          </p:cNvSpPr>
          <p:nvPr>
            <p:ph type="body" sz="quarter" idx="28" hasCustomPrompt="1"/>
          </p:nvPr>
        </p:nvSpPr>
        <p:spPr>
          <a:xfrm>
            <a:off x="556469" y="2209172"/>
            <a:ext cx="6757703" cy="734934"/>
          </a:xfrm>
          <a:prstGeom prst="rect">
            <a:avLst/>
          </a:prstGeom>
        </p:spPr>
        <p:txBody>
          <a:bodyPr/>
          <a:lstStyle>
            <a:lvl1pPr>
              <a:defRPr lang="en-US" sz="1440" b="0" kern="1200" dirty="0" smtClean="0">
                <a:solidFill>
                  <a:schemeClr val="tx1"/>
                </a:solidFill>
                <a:latin typeface="+mn-lt"/>
                <a:ea typeface="+mn-ea"/>
                <a:cs typeface="+mn-cs"/>
              </a:defRPr>
            </a:lvl1pPr>
            <a:lvl2pPr>
              <a:defRPr lang="en-US" sz="1120" b="0" kern="1200" dirty="0" smtClean="0">
                <a:solidFill>
                  <a:schemeClr val="tx1"/>
                </a:solidFill>
                <a:latin typeface="+mn-lt"/>
                <a:ea typeface="+mn-ea"/>
                <a:cs typeface="+mn-cs"/>
              </a:defRPr>
            </a:lvl2pPr>
            <a:lvl3pPr>
              <a:defRPr/>
            </a:lvl3pPr>
            <a:lvl4pPr>
              <a:defRPr/>
            </a:lvl4pPr>
            <a:lvl5pPr>
              <a:defRPr/>
            </a:lvl5pPr>
          </a:lstStyle>
          <a:p>
            <a:pPr lvl="0"/>
            <a:r>
              <a:rPr lang="en-US"/>
              <a:t>Click to edit Master text styles. Lorem ipsum dolor sit </a:t>
            </a:r>
            <a:r>
              <a:rPr lang="en-US" err="1"/>
              <a:t>amet</a:t>
            </a:r>
            <a:r>
              <a:rPr lang="en-US"/>
              <a:t>, </a:t>
            </a:r>
            <a:r>
              <a:rPr lang="en-US" err="1"/>
              <a:t>consectetur</a:t>
            </a:r>
            <a:r>
              <a:rPr lang="en-US"/>
              <a:t> </a:t>
            </a:r>
            <a:r>
              <a:rPr lang="en-US" err="1"/>
              <a:t>adipiscing</a:t>
            </a:r>
            <a:r>
              <a:rPr lang="en-US"/>
              <a:t> </a:t>
            </a:r>
            <a:r>
              <a:rPr lang="en-US" err="1"/>
              <a:t>elit</a:t>
            </a:r>
            <a:r>
              <a:rPr lang="en-US"/>
              <a:t>.</a:t>
            </a:r>
            <a:endParaRPr lang="en-AR"/>
          </a:p>
        </p:txBody>
      </p:sp>
      <p:sp>
        <p:nvSpPr>
          <p:cNvPr id="16" name="Text Placeholder 3a">
            <a:extLst>
              <a:ext uri="{FF2B5EF4-FFF2-40B4-BE49-F238E27FC236}">
                <a16:creationId xmlns:a16="http://schemas.microsoft.com/office/drawing/2014/main" id="{FAAE1576-C1B9-0E2B-83B0-F7C54B8589E8}"/>
              </a:ext>
            </a:extLst>
          </p:cNvPr>
          <p:cNvSpPr>
            <a:spLocks noGrp="1"/>
          </p:cNvSpPr>
          <p:nvPr>
            <p:ph type="body" idx="29" hasCustomPrompt="1"/>
          </p:nvPr>
        </p:nvSpPr>
        <p:spPr>
          <a:xfrm>
            <a:off x="556469" y="1403018"/>
            <a:ext cx="6757703" cy="465875"/>
          </a:xfrm>
          <a:prstGeom prst="rect">
            <a:avLst/>
          </a:prstGeom>
        </p:spPr>
        <p:txBody>
          <a:bodyPr anchor="t"/>
          <a:lstStyle>
            <a:lvl1pPr marL="0" indent="0">
              <a:lnSpc>
                <a:spcPct val="90000"/>
              </a:lnSpc>
              <a:spcAft>
                <a:spcPts val="0"/>
              </a:spcAft>
              <a:buNone/>
              <a:defRPr sz="1920" b="0" i="0">
                <a:solidFill>
                  <a:schemeClr val="bg2"/>
                </a:solidFill>
                <a:latin typeface="+mn-lt"/>
              </a:defRPr>
            </a:lvl1pPr>
            <a:lvl2pPr marL="365752" indent="0">
              <a:buNone/>
              <a:defRPr sz="1600" b="1"/>
            </a:lvl2pPr>
            <a:lvl3pPr marL="731500" indent="0">
              <a:buNone/>
              <a:defRPr sz="1440" b="1"/>
            </a:lvl3pPr>
            <a:lvl4pPr marL="1097249" indent="0">
              <a:buNone/>
              <a:defRPr sz="1280" b="1"/>
            </a:lvl4pPr>
            <a:lvl5pPr marL="1462999" indent="0">
              <a:buNone/>
              <a:defRPr sz="1280" b="1"/>
            </a:lvl5pPr>
            <a:lvl6pPr marL="1828749" indent="0">
              <a:buNone/>
              <a:defRPr sz="1280" b="1"/>
            </a:lvl6pPr>
            <a:lvl7pPr marL="2194498" indent="0">
              <a:buNone/>
              <a:defRPr sz="1280" b="1"/>
            </a:lvl7pPr>
            <a:lvl8pPr marL="2560249" indent="0">
              <a:buNone/>
              <a:defRPr sz="1280" b="1"/>
            </a:lvl8pPr>
            <a:lvl9pPr marL="2925999" indent="0">
              <a:buNone/>
              <a:defRPr sz="1280" b="1"/>
            </a:lvl9pPr>
          </a:lstStyle>
          <a:p>
            <a:pPr lvl="0"/>
            <a:r>
              <a:rPr lang="en-US"/>
              <a:t>Text here</a:t>
            </a:r>
          </a:p>
        </p:txBody>
      </p:sp>
      <p:sp>
        <p:nvSpPr>
          <p:cNvPr id="3" name="copyright">
            <a:extLst>
              <a:ext uri="{FF2B5EF4-FFF2-40B4-BE49-F238E27FC236}">
                <a16:creationId xmlns:a16="http://schemas.microsoft.com/office/drawing/2014/main" id="{1BFF566D-EEFC-0454-54B0-66CBAB8DA700}"/>
              </a:ext>
            </a:extLst>
          </p:cNvPr>
          <p:cNvSpPr txBox="1"/>
          <p:nvPr userDrawn="1"/>
        </p:nvSpPr>
        <p:spPr>
          <a:xfrm>
            <a:off x="9495177" y="6442170"/>
            <a:ext cx="1934825" cy="98489"/>
          </a:xfrm>
          <a:prstGeom prst="rect">
            <a:avLst/>
          </a:prstGeom>
          <a:noFill/>
        </p:spPr>
        <p:txBody>
          <a:bodyPr wrap="none" lIns="0" tIns="0" rIns="0" bIns="0" rtlCol="0" anchor="ctr">
            <a:spAutoFit/>
          </a:bodyPr>
          <a:lstStyle/>
          <a:p>
            <a:pPr marL="0" marR="0" lvl="0" indent="0" algn="r" defTabSz="182874" rtl="0" eaLnBrk="1" fontAlgn="auto" latinLnBrk="0" hangingPunct="1">
              <a:lnSpc>
                <a:spcPct val="100000"/>
              </a:lnSpc>
              <a:spcBef>
                <a:spcPts val="0"/>
              </a:spcBef>
              <a:spcAft>
                <a:spcPts val="960"/>
              </a:spcAft>
              <a:buClrTx/>
              <a:buSzTx/>
              <a:buFontTx/>
              <a:buNone/>
              <a:tabLst/>
              <a:defRPr/>
            </a:pPr>
            <a:r>
              <a:rPr lang="en-US" sz="640">
                <a:solidFill>
                  <a:schemeClr val="bg1">
                    <a:lumMod val="85000"/>
                    <a:alpha val="75000"/>
                  </a:schemeClr>
                </a:solidFill>
                <a:latin typeface="Graphik" panose="020B0503030202060203" pitchFamily="34" charset="77"/>
              </a:rPr>
              <a:t>Copyright © 2026 Accenture. All rights reserved.</a:t>
            </a:r>
            <a:endParaRPr lang="en-US" sz="1081" noProof="0">
              <a:solidFill>
                <a:schemeClr val="bg1">
                  <a:lumMod val="85000"/>
                  <a:alpha val="75000"/>
                </a:schemeClr>
              </a:solidFill>
              <a:latin typeface="Graphik" panose="020B0503030202060203" pitchFamily="34" charset="77"/>
            </a:endParaRPr>
          </a:p>
        </p:txBody>
      </p:sp>
      <p:sp>
        <p:nvSpPr>
          <p:cNvPr id="7" name="slide number automatic">
            <a:extLst>
              <a:ext uri="{FF2B5EF4-FFF2-40B4-BE49-F238E27FC236}">
                <a16:creationId xmlns:a16="http://schemas.microsoft.com/office/drawing/2014/main" id="{B0F19C31-6554-B271-0340-EE09C970123A}"/>
              </a:ext>
            </a:extLst>
          </p:cNvPr>
          <p:cNvSpPr txBox="1"/>
          <p:nvPr userDrawn="1"/>
        </p:nvSpPr>
        <p:spPr>
          <a:xfrm>
            <a:off x="11714824" y="6442170"/>
            <a:ext cx="96180" cy="98489"/>
          </a:xfrm>
          <a:prstGeom prst="rect">
            <a:avLst/>
          </a:prstGeom>
          <a:noFill/>
        </p:spPr>
        <p:txBody>
          <a:bodyPr wrap="none" lIns="0" tIns="0" rIns="0" bIns="0" rtlCol="0" anchor="ctr">
            <a:spAutoFit/>
          </a:bodyPr>
          <a:lstStyle/>
          <a:p>
            <a:pPr marL="0" marR="0" lvl="0" indent="0" algn="r" defTabSz="182874" rtl="0" eaLnBrk="1" fontAlgn="auto" latinLnBrk="0" hangingPunct="1">
              <a:lnSpc>
                <a:spcPct val="100000"/>
              </a:lnSpc>
              <a:spcBef>
                <a:spcPts val="0"/>
              </a:spcBef>
              <a:spcAft>
                <a:spcPts val="960"/>
              </a:spcAft>
              <a:buClrTx/>
              <a:buSzTx/>
              <a:buFontTx/>
              <a:buNone/>
              <a:tabLst/>
              <a:defRPr/>
            </a:pPr>
            <a:fld id="{8A1971D9-5B62-3C46-9EC9-FDAAB88557B2}" type="slidenum">
              <a:rPr lang="en-GB" sz="640" smtClean="0">
                <a:solidFill>
                  <a:schemeClr val="bg1">
                    <a:lumMod val="85000"/>
                    <a:alpha val="75000"/>
                  </a:schemeClr>
                </a:solidFill>
                <a:latin typeface="+mj-lt"/>
              </a:rPr>
              <a:pPr marL="0" marR="0" lvl="0" indent="0" algn="r" defTabSz="182874" rtl="0" eaLnBrk="1" fontAlgn="auto" latinLnBrk="0" hangingPunct="1">
                <a:lnSpc>
                  <a:spcPct val="100000"/>
                </a:lnSpc>
                <a:spcBef>
                  <a:spcPts val="0"/>
                </a:spcBef>
                <a:spcAft>
                  <a:spcPts val="960"/>
                </a:spcAft>
                <a:buClrTx/>
                <a:buSzTx/>
                <a:buFontTx/>
                <a:buNone/>
                <a:tabLst/>
                <a:defRPr/>
              </a:pPr>
              <a:t>‹#›</a:t>
            </a:fld>
            <a:endParaRPr lang="en-US" sz="1081" noProof="0">
              <a:solidFill>
                <a:schemeClr val="bg1">
                  <a:lumMod val="85000"/>
                  <a:alpha val="75000"/>
                </a:schemeClr>
              </a:solidFill>
              <a:latin typeface="+mj-lt"/>
            </a:endParaRPr>
          </a:p>
        </p:txBody>
      </p:sp>
    </p:spTree>
    <p:extLst>
      <p:ext uri="{BB962C8B-B14F-4D97-AF65-F5344CB8AC3E}">
        <p14:creationId xmlns:p14="http://schemas.microsoft.com/office/powerpoint/2010/main" val="2368417819"/>
      </p:ext>
    </p:extLst>
  </p:cSld>
  <p:clrMapOvr>
    <a:masterClrMapping/>
  </p:clrMapOvr>
  <p:extLst>
    <p:ext uri="{DCECCB84-F9BA-43D5-87BE-67443E8EF086}">
      <p15:sldGuideLst xmlns:p15="http://schemas.microsoft.com/office/powerpoint/2012/main">
        <p15:guide id="1" orient="horz" pos="3778">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1_Complex 1 - Light mode">
    <p:bg>
      <p:bgPr>
        <a:solidFill>
          <a:schemeClr val="tx1"/>
        </a:solidFill>
        <a:effectLst/>
      </p:bgPr>
    </p:bg>
    <p:spTree>
      <p:nvGrpSpPr>
        <p:cNvPr id="1" name=""/>
        <p:cNvGrpSpPr/>
        <p:nvPr/>
      </p:nvGrpSpPr>
      <p:grpSpPr>
        <a:xfrm>
          <a:off x="0" y="0"/>
          <a:ext cx="0" cy="0"/>
          <a:chOff x="0" y="0"/>
          <a:chExt cx="0" cy="0"/>
        </a:xfrm>
      </p:grpSpPr>
      <p:sp>
        <p:nvSpPr>
          <p:cNvPr id="35" name="Picture Placeholder 34">
            <a:extLst>
              <a:ext uri="{FF2B5EF4-FFF2-40B4-BE49-F238E27FC236}">
                <a16:creationId xmlns:a16="http://schemas.microsoft.com/office/drawing/2014/main" id="{F2C17B76-F778-2627-DEC1-20CC13A6DBF4}"/>
              </a:ext>
            </a:extLst>
          </p:cNvPr>
          <p:cNvSpPr>
            <a:spLocks noGrp="1"/>
          </p:cNvSpPr>
          <p:nvPr>
            <p:ph type="pic" sz="quarter" idx="10"/>
          </p:nvPr>
        </p:nvSpPr>
        <p:spPr>
          <a:xfrm>
            <a:off x="-11108" y="13879"/>
            <a:ext cx="12203108" cy="6857999"/>
          </a:xfrm>
          <a:solidFill>
            <a:schemeClr val="tx1">
              <a:lumMod val="95000"/>
            </a:schemeClr>
          </a:solidFill>
        </p:spPr>
        <p:txBody>
          <a:bodyPr/>
          <a:lstStyle/>
          <a:p>
            <a:endParaRPr lang="en-US"/>
          </a:p>
        </p:txBody>
      </p:sp>
      <p:sp>
        <p:nvSpPr>
          <p:cNvPr id="8" name="Title 1">
            <a:extLst>
              <a:ext uri="{FF2B5EF4-FFF2-40B4-BE49-F238E27FC236}">
                <a16:creationId xmlns:a16="http://schemas.microsoft.com/office/drawing/2014/main" id="{131B3895-321B-8CAC-83C2-50F886A2CDA3}"/>
              </a:ext>
            </a:extLst>
          </p:cNvPr>
          <p:cNvSpPr>
            <a:spLocks noGrp="1"/>
          </p:cNvSpPr>
          <p:nvPr>
            <p:ph type="title" hasCustomPrompt="1"/>
          </p:nvPr>
        </p:nvSpPr>
        <p:spPr>
          <a:xfrm>
            <a:off x="595652" y="2335980"/>
            <a:ext cx="4850670" cy="2393347"/>
          </a:xfrm>
          <a:prstGeom prst="rect">
            <a:avLst/>
          </a:prstGeom>
        </p:spPr>
        <p:txBody>
          <a:bodyPr anchor="b"/>
          <a:lstStyle>
            <a:lvl1pPr algn="l">
              <a:lnSpc>
                <a:spcPct val="90000"/>
              </a:lnSpc>
              <a:defRPr sz="5760" spc="-80" baseline="0">
                <a:solidFill>
                  <a:schemeClr val="bg1"/>
                </a:solidFill>
              </a:defRPr>
            </a:lvl1pPr>
          </a:lstStyle>
          <a:p>
            <a:r>
              <a:rPr lang="en-US"/>
              <a:t>Moment/ Topic </a:t>
            </a:r>
            <a:br>
              <a:rPr lang="en-US"/>
            </a:br>
            <a:r>
              <a:rPr lang="en-US"/>
              <a:t>goes here </a:t>
            </a:r>
          </a:p>
        </p:txBody>
      </p:sp>
      <p:sp>
        <p:nvSpPr>
          <p:cNvPr id="9" name="Subtitle 2">
            <a:extLst>
              <a:ext uri="{FF2B5EF4-FFF2-40B4-BE49-F238E27FC236}">
                <a16:creationId xmlns:a16="http://schemas.microsoft.com/office/drawing/2014/main" id="{79424AF0-EE9F-A1A8-B5A5-CF437B9F5DBA}"/>
              </a:ext>
            </a:extLst>
          </p:cNvPr>
          <p:cNvSpPr>
            <a:spLocks noGrp="1"/>
          </p:cNvSpPr>
          <p:nvPr>
            <p:ph type="subTitle" idx="1" hasCustomPrompt="1"/>
          </p:nvPr>
        </p:nvSpPr>
        <p:spPr>
          <a:xfrm>
            <a:off x="595656" y="4880705"/>
            <a:ext cx="4850672" cy="1366998"/>
          </a:xfrm>
          <a:prstGeom prst="rect">
            <a:avLst/>
          </a:prstGeom>
        </p:spPr>
        <p:txBody>
          <a:bodyPr anchor="t"/>
          <a:lstStyle>
            <a:lvl1pPr marL="0" indent="0" algn="l">
              <a:lnSpc>
                <a:spcPct val="90000"/>
              </a:lnSpc>
              <a:spcAft>
                <a:spcPts val="0"/>
              </a:spcAft>
              <a:buNone/>
              <a:defRPr sz="2240" b="0" i="0" spc="0">
                <a:solidFill>
                  <a:schemeClr val="bg1"/>
                </a:solidFill>
                <a:latin typeface="Graphik" panose="020B0503030202060203" pitchFamily="34" charset="77"/>
              </a:defRPr>
            </a:lvl1pPr>
            <a:lvl2pPr marL="365752" indent="0" algn="ctr">
              <a:buNone/>
              <a:defRPr sz="1600"/>
            </a:lvl2pPr>
            <a:lvl3pPr marL="731500" indent="0" algn="ctr">
              <a:buNone/>
              <a:defRPr sz="1440"/>
            </a:lvl3pPr>
            <a:lvl4pPr marL="1097249" indent="0" algn="ctr">
              <a:buNone/>
              <a:defRPr sz="1280"/>
            </a:lvl4pPr>
            <a:lvl5pPr marL="1462999" indent="0" algn="ctr">
              <a:buNone/>
              <a:defRPr sz="1280"/>
            </a:lvl5pPr>
            <a:lvl6pPr marL="1828749" indent="0" algn="ctr">
              <a:buNone/>
              <a:defRPr sz="1280"/>
            </a:lvl6pPr>
            <a:lvl7pPr marL="2194498" indent="0" algn="ctr">
              <a:buNone/>
              <a:defRPr sz="1280"/>
            </a:lvl7pPr>
            <a:lvl8pPr marL="2560249" indent="0" algn="ctr">
              <a:buNone/>
              <a:defRPr sz="1280"/>
            </a:lvl8pPr>
            <a:lvl9pPr marL="2925999" indent="0" algn="ctr">
              <a:buNone/>
              <a:defRPr sz="1280"/>
            </a:lvl9pPr>
          </a:lstStyle>
          <a:p>
            <a:pPr marL="0" lvl="0" indent="0" algn="l" defTabSz="731500" rtl="0" eaLnBrk="1" latinLnBrk="0" hangingPunct="1">
              <a:lnSpc>
                <a:spcPct val="100000"/>
              </a:lnSpc>
              <a:spcBef>
                <a:spcPts val="0"/>
              </a:spcBef>
              <a:spcAft>
                <a:spcPts val="0"/>
              </a:spcAft>
              <a:buFont typeface="Graphik" panose="020B0604020202020204" pitchFamily="34" charset="0"/>
              <a:buNone/>
            </a:pPr>
            <a:r>
              <a:rPr lang="en-GB"/>
              <a:t>Reinvention message goes here</a:t>
            </a:r>
            <a:endParaRPr lang="en-US"/>
          </a:p>
        </p:txBody>
      </p:sp>
    </p:spTree>
    <p:extLst>
      <p:ext uri="{BB962C8B-B14F-4D97-AF65-F5344CB8AC3E}">
        <p14:creationId xmlns:p14="http://schemas.microsoft.com/office/powerpoint/2010/main" val="220517314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884">
          <p15:clr>
            <a:srgbClr val="C35EA4"/>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3_Complex 1 - Light mode Simple">
    <p:bg>
      <p:bgPr>
        <a:solidFill>
          <a:schemeClr val="tx1"/>
        </a:solidFill>
        <a:effectLst/>
      </p:bgPr>
    </p:bg>
    <p:spTree>
      <p:nvGrpSpPr>
        <p:cNvPr id="1" name=""/>
        <p:cNvGrpSpPr/>
        <p:nvPr/>
      </p:nvGrpSpPr>
      <p:grpSpPr>
        <a:xfrm>
          <a:off x="0" y="0"/>
          <a:ext cx="0" cy="0"/>
          <a:chOff x="0" y="0"/>
          <a:chExt cx="0" cy="0"/>
        </a:xfrm>
      </p:grpSpPr>
      <p:sp>
        <p:nvSpPr>
          <p:cNvPr id="35" name="Picture Placeholder 34">
            <a:extLst>
              <a:ext uri="{FF2B5EF4-FFF2-40B4-BE49-F238E27FC236}">
                <a16:creationId xmlns:a16="http://schemas.microsoft.com/office/drawing/2014/main" id="{F2C17B76-F778-2627-DEC1-20CC13A6DBF4}"/>
              </a:ext>
            </a:extLst>
          </p:cNvPr>
          <p:cNvSpPr>
            <a:spLocks noGrp="1"/>
          </p:cNvSpPr>
          <p:nvPr>
            <p:ph type="pic" sz="quarter" idx="10"/>
          </p:nvPr>
        </p:nvSpPr>
        <p:spPr>
          <a:xfrm>
            <a:off x="-11108" y="0"/>
            <a:ext cx="6074968" cy="6871878"/>
          </a:xfrm>
          <a:solidFill>
            <a:schemeClr val="tx1">
              <a:lumMod val="95000"/>
            </a:schemeClr>
          </a:solidFill>
        </p:spPr>
        <p:txBody>
          <a:bodyPr/>
          <a:lstStyle/>
          <a:p>
            <a:endParaRPr lang="en-US"/>
          </a:p>
        </p:txBody>
      </p:sp>
      <p:sp>
        <p:nvSpPr>
          <p:cNvPr id="8" name="Title 1">
            <a:extLst>
              <a:ext uri="{FF2B5EF4-FFF2-40B4-BE49-F238E27FC236}">
                <a16:creationId xmlns:a16="http://schemas.microsoft.com/office/drawing/2014/main" id="{131B3895-321B-8CAC-83C2-50F886A2CDA3}"/>
              </a:ext>
            </a:extLst>
          </p:cNvPr>
          <p:cNvSpPr>
            <a:spLocks noGrp="1"/>
          </p:cNvSpPr>
          <p:nvPr>
            <p:ph type="title" hasCustomPrompt="1"/>
          </p:nvPr>
        </p:nvSpPr>
        <p:spPr>
          <a:xfrm>
            <a:off x="6395567" y="3750135"/>
            <a:ext cx="3872092" cy="1108252"/>
          </a:xfrm>
          <a:prstGeom prst="rect">
            <a:avLst/>
          </a:prstGeom>
        </p:spPr>
        <p:txBody>
          <a:bodyPr anchor="b"/>
          <a:lstStyle>
            <a:lvl1pPr algn="l">
              <a:lnSpc>
                <a:spcPct val="90000"/>
              </a:lnSpc>
              <a:defRPr sz="4001" spc="-80" baseline="0">
                <a:solidFill>
                  <a:schemeClr val="bg1"/>
                </a:solidFill>
              </a:defRPr>
            </a:lvl1pPr>
          </a:lstStyle>
          <a:p>
            <a:r>
              <a:rPr lang="en-US"/>
              <a:t>Moment/ Topic </a:t>
            </a:r>
            <a:br>
              <a:rPr lang="en-US"/>
            </a:br>
            <a:r>
              <a:rPr lang="en-US"/>
              <a:t>goes here </a:t>
            </a:r>
          </a:p>
        </p:txBody>
      </p:sp>
      <p:sp>
        <p:nvSpPr>
          <p:cNvPr id="9" name="Subtitle 2">
            <a:extLst>
              <a:ext uri="{FF2B5EF4-FFF2-40B4-BE49-F238E27FC236}">
                <a16:creationId xmlns:a16="http://schemas.microsoft.com/office/drawing/2014/main" id="{79424AF0-EE9F-A1A8-B5A5-CF437B9F5DBA}"/>
              </a:ext>
            </a:extLst>
          </p:cNvPr>
          <p:cNvSpPr>
            <a:spLocks noGrp="1"/>
          </p:cNvSpPr>
          <p:nvPr>
            <p:ph type="subTitle" idx="1" hasCustomPrompt="1"/>
          </p:nvPr>
        </p:nvSpPr>
        <p:spPr>
          <a:xfrm>
            <a:off x="6395566" y="5092433"/>
            <a:ext cx="3872100" cy="1366998"/>
          </a:xfrm>
          <a:prstGeom prst="rect">
            <a:avLst/>
          </a:prstGeom>
        </p:spPr>
        <p:txBody>
          <a:bodyPr anchor="t"/>
          <a:lstStyle>
            <a:lvl1pPr marL="0" indent="0" algn="l">
              <a:lnSpc>
                <a:spcPct val="90000"/>
              </a:lnSpc>
              <a:spcAft>
                <a:spcPts val="0"/>
              </a:spcAft>
              <a:buNone/>
              <a:defRPr sz="2240" b="0" i="0" spc="0">
                <a:solidFill>
                  <a:schemeClr val="bg1"/>
                </a:solidFill>
                <a:latin typeface="Graphik" panose="020B0503030202060203" pitchFamily="34" charset="77"/>
              </a:defRPr>
            </a:lvl1pPr>
            <a:lvl2pPr marL="365752" indent="0" algn="ctr">
              <a:buNone/>
              <a:defRPr sz="1600"/>
            </a:lvl2pPr>
            <a:lvl3pPr marL="731500" indent="0" algn="ctr">
              <a:buNone/>
              <a:defRPr sz="1440"/>
            </a:lvl3pPr>
            <a:lvl4pPr marL="1097249" indent="0" algn="ctr">
              <a:buNone/>
              <a:defRPr sz="1280"/>
            </a:lvl4pPr>
            <a:lvl5pPr marL="1462999" indent="0" algn="ctr">
              <a:buNone/>
              <a:defRPr sz="1280"/>
            </a:lvl5pPr>
            <a:lvl6pPr marL="1828749" indent="0" algn="ctr">
              <a:buNone/>
              <a:defRPr sz="1280"/>
            </a:lvl6pPr>
            <a:lvl7pPr marL="2194498" indent="0" algn="ctr">
              <a:buNone/>
              <a:defRPr sz="1280"/>
            </a:lvl7pPr>
            <a:lvl8pPr marL="2560249" indent="0" algn="ctr">
              <a:buNone/>
              <a:defRPr sz="1280"/>
            </a:lvl8pPr>
            <a:lvl9pPr marL="2925999" indent="0" algn="ctr">
              <a:buNone/>
              <a:defRPr sz="1280"/>
            </a:lvl9pPr>
          </a:lstStyle>
          <a:p>
            <a:pPr marL="0" lvl="0" indent="0" algn="l" defTabSz="731500" rtl="0" eaLnBrk="1" latinLnBrk="0" hangingPunct="1">
              <a:lnSpc>
                <a:spcPct val="100000"/>
              </a:lnSpc>
              <a:spcBef>
                <a:spcPts val="0"/>
              </a:spcBef>
              <a:spcAft>
                <a:spcPts val="0"/>
              </a:spcAft>
              <a:buFont typeface="Graphik" panose="020B0604020202020204" pitchFamily="34" charset="0"/>
              <a:buNone/>
            </a:pPr>
            <a:r>
              <a:rPr lang="en-GB"/>
              <a:t>Reinvention message goes here</a:t>
            </a:r>
            <a:endParaRPr lang="en-US"/>
          </a:p>
        </p:txBody>
      </p:sp>
      <p:cxnSp>
        <p:nvCxnSpPr>
          <p:cNvPr id="18" name="Straight Connector 17">
            <a:extLst>
              <a:ext uri="{FF2B5EF4-FFF2-40B4-BE49-F238E27FC236}">
                <a16:creationId xmlns:a16="http://schemas.microsoft.com/office/drawing/2014/main" id="{ADAC0B31-54E2-8C2A-B25C-0569D02C30D8}"/>
              </a:ext>
            </a:extLst>
          </p:cNvPr>
          <p:cNvCxnSpPr>
            <a:cxnSpLocks/>
          </p:cNvCxnSpPr>
          <p:nvPr userDrawn="1"/>
        </p:nvCxnSpPr>
        <p:spPr>
          <a:xfrm flipV="1">
            <a:off x="12030688" y="3"/>
            <a:ext cx="0" cy="6865691"/>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CCFC0719-4C3D-0203-D62D-760E4FAE139B}"/>
              </a:ext>
            </a:extLst>
          </p:cNvPr>
          <p:cNvSpPr/>
          <p:nvPr userDrawn="1"/>
        </p:nvSpPr>
        <p:spPr>
          <a:xfrm>
            <a:off x="10493837" y="4"/>
            <a:ext cx="1698166" cy="6871195"/>
          </a:xfrm>
          <a:prstGeom prst="rect">
            <a:avLst/>
          </a:prstGeom>
          <a:solidFill>
            <a:srgbClr val="7500C1"/>
          </a:solidFill>
          <a:ln>
            <a:noFill/>
          </a:ln>
        </p:spPr>
        <p:style>
          <a:lnRef idx="2">
            <a:schemeClr val="accent1">
              <a:shade val="50000"/>
            </a:schemeClr>
          </a:lnRef>
          <a:fillRef idx="1">
            <a:schemeClr val="accent1"/>
          </a:fillRef>
          <a:effectRef idx="0">
            <a:schemeClr val="accent1"/>
          </a:effectRef>
          <a:fontRef idx="minor">
            <a:schemeClr val="lt1"/>
          </a:fontRef>
        </p:style>
        <p:txBody>
          <a:bodyPr tIns="73147" bIns="73147" rtlCol="0" anchor="ctr"/>
          <a:lstStyle/>
          <a:p>
            <a:pPr algn="ctr"/>
            <a:endParaRPr lang="en-CR" sz="1316" err="1"/>
          </a:p>
        </p:txBody>
      </p:sp>
      <p:sp>
        <p:nvSpPr>
          <p:cNvPr id="10" name="Graphic 17">
            <a:extLst>
              <a:ext uri="{FF2B5EF4-FFF2-40B4-BE49-F238E27FC236}">
                <a16:creationId xmlns:a16="http://schemas.microsoft.com/office/drawing/2014/main" id="{E3871E5A-E0C3-B128-FC59-BD11547FEA55}"/>
              </a:ext>
            </a:extLst>
          </p:cNvPr>
          <p:cNvSpPr/>
          <p:nvPr userDrawn="1"/>
        </p:nvSpPr>
        <p:spPr>
          <a:xfrm>
            <a:off x="11005750" y="5422430"/>
            <a:ext cx="544056" cy="641808"/>
          </a:xfrm>
          <a:custGeom>
            <a:avLst/>
            <a:gdLst>
              <a:gd name="connsiteX0" fmla="*/ 0 w 679999"/>
              <a:gd name="connsiteY0" fmla="*/ 746251 h 746250"/>
              <a:gd name="connsiteX1" fmla="*/ 680000 w 679999"/>
              <a:gd name="connsiteY1" fmla="*/ 470551 h 746250"/>
              <a:gd name="connsiteX2" fmla="*/ 680000 w 679999"/>
              <a:gd name="connsiteY2" fmla="*/ 275700 h 746250"/>
              <a:gd name="connsiteX3" fmla="*/ 0 w 679999"/>
              <a:gd name="connsiteY3" fmla="*/ 0 h 746250"/>
              <a:gd name="connsiteX4" fmla="*/ 0 w 679999"/>
              <a:gd name="connsiteY4" fmla="*/ 194852 h 746250"/>
              <a:gd name="connsiteX5" fmla="*/ 439703 w 679999"/>
              <a:gd name="connsiteY5" fmla="*/ 373126 h 746250"/>
              <a:gd name="connsiteX6" fmla="*/ 0 w 679999"/>
              <a:gd name="connsiteY6" fmla="*/ 551399 h 746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9999" h="746250">
                <a:moveTo>
                  <a:pt x="0" y="746251"/>
                </a:moveTo>
                <a:lnTo>
                  <a:pt x="680000" y="470551"/>
                </a:lnTo>
                <a:lnTo>
                  <a:pt x="680000" y="275700"/>
                </a:lnTo>
                <a:lnTo>
                  <a:pt x="0" y="0"/>
                </a:lnTo>
                <a:lnTo>
                  <a:pt x="0" y="194852"/>
                </a:lnTo>
                <a:lnTo>
                  <a:pt x="439703" y="373126"/>
                </a:lnTo>
                <a:lnTo>
                  <a:pt x="0" y="551399"/>
                </a:lnTo>
                <a:close/>
              </a:path>
            </a:pathLst>
          </a:custGeom>
          <a:solidFill>
            <a:schemeClr val="tx1"/>
          </a:solidFill>
          <a:ln w="2062" cap="flat">
            <a:noFill/>
            <a:prstDash val="solid"/>
            <a:miter/>
          </a:ln>
        </p:spPr>
        <p:txBody>
          <a:bodyPr rtlCol="0" anchor="ctr"/>
          <a:lstStyle/>
          <a:p>
            <a:endParaRPr lang="en-CR" sz="1316"/>
          </a:p>
        </p:txBody>
      </p:sp>
    </p:spTree>
    <p:extLst>
      <p:ext uri="{BB962C8B-B14F-4D97-AF65-F5344CB8AC3E}">
        <p14:creationId xmlns:p14="http://schemas.microsoft.com/office/powerpoint/2010/main" val="73530979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884">
          <p15:clr>
            <a:srgbClr val="C35EA4"/>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4_Complex 1 - Light mode Complex">
    <p:bg>
      <p:bgPr>
        <a:solidFill>
          <a:schemeClr val="tx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CFC0719-4C3D-0203-D62D-760E4FAE139B}"/>
              </a:ext>
            </a:extLst>
          </p:cNvPr>
          <p:cNvSpPr/>
          <p:nvPr userDrawn="1"/>
        </p:nvSpPr>
        <p:spPr>
          <a:xfrm>
            <a:off x="9927452" y="2976340"/>
            <a:ext cx="2264549" cy="3894855"/>
          </a:xfrm>
          <a:prstGeom prst="rect">
            <a:avLst/>
          </a:prstGeom>
          <a:solidFill>
            <a:srgbClr val="7500C1"/>
          </a:solidFill>
          <a:ln>
            <a:noFill/>
          </a:ln>
        </p:spPr>
        <p:style>
          <a:lnRef idx="2">
            <a:schemeClr val="accent1">
              <a:shade val="50000"/>
            </a:schemeClr>
          </a:lnRef>
          <a:fillRef idx="1">
            <a:schemeClr val="accent1"/>
          </a:fillRef>
          <a:effectRef idx="0">
            <a:schemeClr val="accent1"/>
          </a:effectRef>
          <a:fontRef idx="minor">
            <a:schemeClr val="lt1"/>
          </a:fontRef>
        </p:style>
        <p:txBody>
          <a:bodyPr tIns="73147" bIns="73147" rtlCol="0" anchor="ctr"/>
          <a:lstStyle/>
          <a:p>
            <a:pPr algn="ctr"/>
            <a:endParaRPr lang="en-CR" sz="1316" err="1"/>
          </a:p>
        </p:txBody>
      </p:sp>
      <p:sp>
        <p:nvSpPr>
          <p:cNvPr id="35" name="Picture Placeholder 34">
            <a:extLst>
              <a:ext uri="{FF2B5EF4-FFF2-40B4-BE49-F238E27FC236}">
                <a16:creationId xmlns:a16="http://schemas.microsoft.com/office/drawing/2014/main" id="{F2C17B76-F778-2627-DEC1-20CC13A6DBF4}"/>
              </a:ext>
            </a:extLst>
          </p:cNvPr>
          <p:cNvSpPr>
            <a:spLocks noGrp="1"/>
          </p:cNvSpPr>
          <p:nvPr>
            <p:ph type="pic" sz="quarter" idx="10"/>
          </p:nvPr>
        </p:nvSpPr>
        <p:spPr>
          <a:xfrm>
            <a:off x="1" y="2976341"/>
            <a:ext cx="6772251" cy="3894854"/>
          </a:xfrm>
          <a:solidFill>
            <a:schemeClr val="tx1">
              <a:lumMod val="95000"/>
            </a:schemeClr>
          </a:solidFill>
        </p:spPr>
        <p:txBody>
          <a:bodyPr/>
          <a:lstStyle/>
          <a:p>
            <a:endParaRPr lang="en-US"/>
          </a:p>
        </p:txBody>
      </p:sp>
      <p:sp>
        <p:nvSpPr>
          <p:cNvPr id="3" name="Picture Placeholder 34">
            <a:extLst>
              <a:ext uri="{FF2B5EF4-FFF2-40B4-BE49-F238E27FC236}">
                <a16:creationId xmlns:a16="http://schemas.microsoft.com/office/drawing/2014/main" id="{5E4FE031-9091-8938-4EDF-260DFEFB13CE}"/>
              </a:ext>
            </a:extLst>
          </p:cNvPr>
          <p:cNvSpPr>
            <a:spLocks noGrp="1"/>
          </p:cNvSpPr>
          <p:nvPr>
            <p:ph type="pic" sz="quarter" idx="11"/>
          </p:nvPr>
        </p:nvSpPr>
        <p:spPr>
          <a:xfrm>
            <a:off x="6772250" y="6121"/>
            <a:ext cx="5419750" cy="2970214"/>
          </a:xfrm>
          <a:solidFill>
            <a:schemeClr val="tx1">
              <a:lumMod val="95000"/>
            </a:schemeClr>
          </a:solidFill>
        </p:spPr>
        <p:txBody>
          <a:bodyPr/>
          <a:lstStyle/>
          <a:p>
            <a:endParaRPr lang="en-US"/>
          </a:p>
        </p:txBody>
      </p:sp>
      <p:sp>
        <p:nvSpPr>
          <p:cNvPr id="8" name="Title 1">
            <a:extLst>
              <a:ext uri="{FF2B5EF4-FFF2-40B4-BE49-F238E27FC236}">
                <a16:creationId xmlns:a16="http://schemas.microsoft.com/office/drawing/2014/main" id="{131B3895-321B-8CAC-83C2-50F886A2CDA3}"/>
              </a:ext>
            </a:extLst>
          </p:cNvPr>
          <p:cNvSpPr>
            <a:spLocks noGrp="1"/>
          </p:cNvSpPr>
          <p:nvPr>
            <p:ph type="title" hasCustomPrompt="1"/>
          </p:nvPr>
        </p:nvSpPr>
        <p:spPr>
          <a:xfrm>
            <a:off x="546982" y="1073592"/>
            <a:ext cx="5521659" cy="1329595"/>
          </a:xfrm>
          <a:prstGeom prst="rect">
            <a:avLst/>
          </a:prstGeom>
        </p:spPr>
        <p:txBody>
          <a:bodyPr anchor="b"/>
          <a:lstStyle>
            <a:lvl1pPr algn="l">
              <a:lnSpc>
                <a:spcPct val="90000"/>
              </a:lnSpc>
              <a:defRPr sz="4800" spc="-80" baseline="0">
                <a:solidFill>
                  <a:schemeClr val="bg1"/>
                </a:solidFill>
              </a:defRPr>
            </a:lvl1pPr>
          </a:lstStyle>
          <a:p>
            <a:r>
              <a:rPr lang="en-US"/>
              <a:t>Moment/ Topic </a:t>
            </a:r>
            <a:br>
              <a:rPr lang="en-US"/>
            </a:br>
            <a:r>
              <a:rPr lang="en-US"/>
              <a:t>goes here </a:t>
            </a:r>
          </a:p>
        </p:txBody>
      </p:sp>
      <p:sp>
        <p:nvSpPr>
          <p:cNvPr id="9" name="Subtitle 2">
            <a:extLst>
              <a:ext uri="{FF2B5EF4-FFF2-40B4-BE49-F238E27FC236}">
                <a16:creationId xmlns:a16="http://schemas.microsoft.com/office/drawing/2014/main" id="{79424AF0-EE9F-A1A8-B5A5-CF437B9F5DBA}"/>
              </a:ext>
            </a:extLst>
          </p:cNvPr>
          <p:cNvSpPr>
            <a:spLocks noGrp="1"/>
          </p:cNvSpPr>
          <p:nvPr>
            <p:ph type="subTitle" idx="1" hasCustomPrompt="1"/>
          </p:nvPr>
        </p:nvSpPr>
        <p:spPr>
          <a:xfrm>
            <a:off x="7211686" y="3954223"/>
            <a:ext cx="2264549" cy="2305712"/>
          </a:xfrm>
          <a:prstGeom prst="rect">
            <a:avLst/>
          </a:prstGeom>
        </p:spPr>
        <p:txBody>
          <a:bodyPr anchor="t"/>
          <a:lstStyle>
            <a:lvl1pPr marL="0" indent="0" algn="l">
              <a:lnSpc>
                <a:spcPct val="90000"/>
              </a:lnSpc>
              <a:spcAft>
                <a:spcPts val="0"/>
              </a:spcAft>
              <a:buNone/>
              <a:defRPr sz="2240" b="0" i="0" spc="0">
                <a:solidFill>
                  <a:schemeClr val="bg1"/>
                </a:solidFill>
                <a:latin typeface="Graphik" panose="020B0503030202060203" pitchFamily="34" charset="77"/>
              </a:defRPr>
            </a:lvl1pPr>
            <a:lvl2pPr marL="365752" indent="0" algn="ctr">
              <a:buNone/>
              <a:defRPr sz="1600"/>
            </a:lvl2pPr>
            <a:lvl3pPr marL="731500" indent="0" algn="ctr">
              <a:buNone/>
              <a:defRPr sz="1440"/>
            </a:lvl3pPr>
            <a:lvl4pPr marL="1097249" indent="0" algn="ctr">
              <a:buNone/>
              <a:defRPr sz="1280"/>
            </a:lvl4pPr>
            <a:lvl5pPr marL="1462999" indent="0" algn="ctr">
              <a:buNone/>
              <a:defRPr sz="1280"/>
            </a:lvl5pPr>
            <a:lvl6pPr marL="1828749" indent="0" algn="ctr">
              <a:buNone/>
              <a:defRPr sz="1280"/>
            </a:lvl6pPr>
            <a:lvl7pPr marL="2194498" indent="0" algn="ctr">
              <a:buNone/>
              <a:defRPr sz="1280"/>
            </a:lvl7pPr>
            <a:lvl8pPr marL="2560249" indent="0" algn="ctr">
              <a:buNone/>
              <a:defRPr sz="1280"/>
            </a:lvl8pPr>
            <a:lvl9pPr marL="2925999" indent="0" algn="ctr">
              <a:buNone/>
              <a:defRPr sz="1280"/>
            </a:lvl9pPr>
          </a:lstStyle>
          <a:p>
            <a:pPr marL="0" lvl="0" indent="0" algn="l" defTabSz="731500" rtl="0" eaLnBrk="1" latinLnBrk="0" hangingPunct="1">
              <a:lnSpc>
                <a:spcPct val="100000"/>
              </a:lnSpc>
              <a:spcBef>
                <a:spcPts val="0"/>
              </a:spcBef>
              <a:spcAft>
                <a:spcPts val="0"/>
              </a:spcAft>
              <a:buFont typeface="Graphik" panose="020B0604020202020204" pitchFamily="34" charset="0"/>
              <a:buNone/>
            </a:pPr>
            <a:r>
              <a:rPr lang="en-GB"/>
              <a:t>Reinvention message goes here</a:t>
            </a:r>
            <a:endParaRPr lang="en-US"/>
          </a:p>
        </p:txBody>
      </p:sp>
      <p:sp>
        <p:nvSpPr>
          <p:cNvPr id="4" name="Graphic 17">
            <a:extLst>
              <a:ext uri="{FF2B5EF4-FFF2-40B4-BE49-F238E27FC236}">
                <a16:creationId xmlns:a16="http://schemas.microsoft.com/office/drawing/2014/main" id="{004BC2F2-E3DC-5CB3-0900-931F6D847B7E}"/>
              </a:ext>
            </a:extLst>
          </p:cNvPr>
          <p:cNvSpPr/>
          <p:nvPr userDrawn="1"/>
        </p:nvSpPr>
        <p:spPr>
          <a:xfrm>
            <a:off x="10787697" y="4602862"/>
            <a:ext cx="544056" cy="641808"/>
          </a:xfrm>
          <a:custGeom>
            <a:avLst/>
            <a:gdLst>
              <a:gd name="connsiteX0" fmla="*/ 0 w 679999"/>
              <a:gd name="connsiteY0" fmla="*/ 746251 h 746250"/>
              <a:gd name="connsiteX1" fmla="*/ 680000 w 679999"/>
              <a:gd name="connsiteY1" fmla="*/ 470551 h 746250"/>
              <a:gd name="connsiteX2" fmla="*/ 680000 w 679999"/>
              <a:gd name="connsiteY2" fmla="*/ 275700 h 746250"/>
              <a:gd name="connsiteX3" fmla="*/ 0 w 679999"/>
              <a:gd name="connsiteY3" fmla="*/ 0 h 746250"/>
              <a:gd name="connsiteX4" fmla="*/ 0 w 679999"/>
              <a:gd name="connsiteY4" fmla="*/ 194852 h 746250"/>
              <a:gd name="connsiteX5" fmla="*/ 439703 w 679999"/>
              <a:gd name="connsiteY5" fmla="*/ 373126 h 746250"/>
              <a:gd name="connsiteX6" fmla="*/ 0 w 679999"/>
              <a:gd name="connsiteY6" fmla="*/ 551399 h 746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9999" h="746250">
                <a:moveTo>
                  <a:pt x="0" y="746251"/>
                </a:moveTo>
                <a:lnTo>
                  <a:pt x="680000" y="470551"/>
                </a:lnTo>
                <a:lnTo>
                  <a:pt x="680000" y="275700"/>
                </a:lnTo>
                <a:lnTo>
                  <a:pt x="0" y="0"/>
                </a:lnTo>
                <a:lnTo>
                  <a:pt x="0" y="194852"/>
                </a:lnTo>
                <a:lnTo>
                  <a:pt x="439703" y="373126"/>
                </a:lnTo>
                <a:lnTo>
                  <a:pt x="0" y="551399"/>
                </a:lnTo>
                <a:close/>
              </a:path>
            </a:pathLst>
          </a:custGeom>
          <a:solidFill>
            <a:schemeClr val="tx1"/>
          </a:solidFill>
          <a:ln w="2062" cap="flat">
            <a:noFill/>
            <a:prstDash val="solid"/>
            <a:miter/>
          </a:ln>
        </p:spPr>
        <p:txBody>
          <a:bodyPr rtlCol="0" anchor="ctr"/>
          <a:lstStyle/>
          <a:p>
            <a:endParaRPr lang="en-CR" sz="1316"/>
          </a:p>
        </p:txBody>
      </p:sp>
    </p:spTree>
    <p:extLst>
      <p:ext uri="{BB962C8B-B14F-4D97-AF65-F5344CB8AC3E}">
        <p14:creationId xmlns:p14="http://schemas.microsoft.com/office/powerpoint/2010/main" val="209991425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884">
          <p15:clr>
            <a:srgbClr val="C35EA4"/>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5_Complex 1 - Gradient mode Simple">
    <p:bg>
      <p:bgPr>
        <a:solidFill>
          <a:schemeClr val="tx1"/>
        </a:solidFill>
        <a:effectLst/>
      </p:bgPr>
    </p:bg>
    <p:spTree>
      <p:nvGrpSpPr>
        <p:cNvPr id="1" name=""/>
        <p:cNvGrpSpPr/>
        <p:nvPr/>
      </p:nvGrpSpPr>
      <p:grpSpPr>
        <a:xfrm>
          <a:off x="0" y="0"/>
          <a:ext cx="0" cy="0"/>
          <a:chOff x="0" y="0"/>
          <a:chExt cx="0" cy="0"/>
        </a:xfrm>
      </p:grpSpPr>
      <p:sp>
        <p:nvSpPr>
          <p:cNvPr id="35" name="Picture Placeholder 34">
            <a:extLst>
              <a:ext uri="{FF2B5EF4-FFF2-40B4-BE49-F238E27FC236}">
                <a16:creationId xmlns:a16="http://schemas.microsoft.com/office/drawing/2014/main" id="{F2C17B76-F778-2627-DEC1-20CC13A6DBF4}"/>
              </a:ext>
            </a:extLst>
          </p:cNvPr>
          <p:cNvSpPr>
            <a:spLocks noGrp="1"/>
          </p:cNvSpPr>
          <p:nvPr>
            <p:ph type="pic" sz="quarter" idx="10"/>
          </p:nvPr>
        </p:nvSpPr>
        <p:spPr>
          <a:xfrm>
            <a:off x="1" y="-1754"/>
            <a:ext cx="6235504" cy="6858000"/>
          </a:xfrm>
          <a:solidFill>
            <a:schemeClr val="tx1">
              <a:lumMod val="95000"/>
            </a:schemeClr>
          </a:solidFill>
        </p:spPr>
        <p:txBody>
          <a:bodyPr/>
          <a:lstStyle/>
          <a:p>
            <a:endParaRPr lang="en-US"/>
          </a:p>
        </p:txBody>
      </p:sp>
      <p:pic>
        <p:nvPicPr>
          <p:cNvPr id="2" name="Picture 1">
            <a:extLst>
              <a:ext uri="{FF2B5EF4-FFF2-40B4-BE49-F238E27FC236}">
                <a16:creationId xmlns:a16="http://schemas.microsoft.com/office/drawing/2014/main" id="{B8358CE2-3010-CD39-B174-C1F97F920244}"/>
              </a:ext>
            </a:extLst>
          </p:cNvPr>
          <p:cNvPicPr>
            <a:picLocks noChangeAspect="1"/>
          </p:cNvPicPr>
          <p:nvPr userDrawn="1"/>
        </p:nvPicPr>
        <p:blipFill>
          <a:blip r:embed="rId2"/>
          <a:stretch>
            <a:fillRect/>
          </a:stretch>
        </p:blipFill>
        <p:spPr>
          <a:xfrm>
            <a:off x="6235506" y="3"/>
            <a:ext cx="4439498" cy="6858000"/>
          </a:xfrm>
          <a:prstGeom prst="rect">
            <a:avLst/>
          </a:prstGeom>
        </p:spPr>
      </p:pic>
      <p:sp>
        <p:nvSpPr>
          <p:cNvPr id="10" name="Graphic 17">
            <a:extLst>
              <a:ext uri="{FF2B5EF4-FFF2-40B4-BE49-F238E27FC236}">
                <a16:creationId xmlns:a16="http://schemas.microsoft.com/office/drawing/2014/main" id="{E3871E5A-E0C3-B128-FC59-BD11547FEA55}"/>
              </a:ext>
            </a:extLst>
          </p:cNvPr>
          <p:cNvSpPr/>
          <p:nvPr userDrawn="1"/>
        </p:nvSpPr>
        <p:spPr>
          <a:xfrm>
            <a:off x="11156826" y="5684823"/>
            <a:ext cx="544056" cy="641808"/>
          </a:xfrm>
          <a:custGeom>
            <a:avLst/>
            <a:gdLst>
              <a:gd name="connsiteX0" fmla="*/ 0 w 679999"/>
              <a:gd name="connsiteY0" fmla="*/ 746251 h 746250"/>
              <a:gd name="connsiteX1" fmla="*/ 680000 w 679999"/>
              <a:gd name="connsiteY1" fmla="*/ 470551 h 746250"/>
              <a:gd name="connsiteX2" fmla="*/ 680000 w 679999"/>
              <a:gd name="connsiteY2" fmla="*/ 275700 h 746250"/>
              <a:gd name="connsiteX3" fmla="*/ 0 w 679999"/>
              <a:gd name="connsiteY3" fmla="*/ 0 h 746250"/>
              <a:gd name="connsiteX4" fmla="*/ 0 w 679999"/>
              <a:gd name="connsiteY4" fmla="*/ 194852 h 746250"/>
              <a:gd name="connsiteX5" fmla="*/ 439703 w 679999"/>
              <a:gd name="connsiteY5" fmla="*/ 373126 h 746250"/>
              <a:gd name="connsiteX6" fmla="*/ 0 w 679999"/>
              <a:gd name="connsiteY6" fmla="*/ 551399 h 746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9999" h="746250">
                <a:moveTo>
                  <a:pt x="0" y="746251"/>
                </a:moveTo>
                <a:lnTo>
                  <a:pt x="680000" y="470551"/>
                </a:lnTo>
                <a:lnTo>
                  <a:pt x="680000" y="275700"/>
                </a:lnTo>
                <a:lnTo>
                  <a:pt x="0" y="0"/>
                </a:lnTo>
                <a:lnTo>
                  <a:pt x="0" y="194852"/>
                </a:lnTo>
                <a:lnTo>
                  <a:pt x="439703" y="373126"/>
                </a:lnTo>
                <a:lnTo>
                  <a:pt x="0" y="551399"/>
                </a:lnTo>
                <a:close/>
              </a:path>
            </a:pathLst>
          </a:custGeom>
          <a:solidFill>
            <a:schemeClr val="tx2"/>
          </a:solidFill>
          <a:ln w="2062" cap="flat">
            <a:noFill/>
            <a:prstDash val="solid"/>
            <a:miter/>
          </a:ln>
        </p:spPr>
        <p:txBody>
          <a:bodyPr rtlCol="0" anchor="ctr"/>
          <a:lstStyle/>
          <a:p>
            <a:endParaRPr lang="en-CR" sz="1316"/>
          </a:p>
        </p:txBody>
      </p:sp>
      <p:sp>
        <p:nvSpPr>
          <p:cNvPr id="8" name="Title 1">
            <a:extLst>
              <a:ext uri="{FF2B5EF4-FFF2-40B4-BE49-F238E27FC236}">
                <a16:creationId xmlns:a16="http://schemas.microsoft.com/office/drawing/2014/main" id="{131B3895-321B-8CAC-83C2-50F886A2CDA3}"/>
              </a:ext>
            </a:extLst>
          </p:cNvPr>
          <p:cNvSpPr>
            <a:spLocks noGrp="1"/>
          </p:cNvSpPr>
          <p:nvPr>
            <p:ph type="title" hasCustomPrompt="1"/>
          </p:nvPr>
        </p:nvSpPr>
        <p:spPr>
          <a:xfrm>
            <a:off x="6607817" y="3733230"/>
            <a:ext cx="3919968" cy="1108252"/>
          </a:xfrm>
          <a:prstGeom prst="rect">
            <a:avLst/>
          </a:prstGeom>
        </p:spPr>
        <p:txBody>
          <a:bodyPr anchor="b"/>
          <a:lstStyle>
            <a:lvl1pPr algn="l">
              <a:lnSpc>
                <a:spcPct val="90000"/>
              </a:lnSpc>
              <a:defRPr sz="4001" spc="-80" baseline="0">
                <a:solidFill>
                  <a:schemeClr val="tx1"/>
                </a:solidFill>
              </a:defRPr>
            </a:lvl1pPr>
          </a:lstStyle>
          <a:p>
            <a:r>
              <a:rPr lang="en-US"/>
              <a:t>Moment/ Topic </a:t>
            </a:r>
            <a:br>
              <a:rPr lang="en-US"/>
            </a:br>
            <a:r>
              <a:rPr lang="en-US"/>
              <a:t>goes here </a:t>
            </a:r>
          </a:p>
        </p:txBody>
      </p:sp>
      <p:sp>
        <p:nvSpPr>
          <p:cNvPr id="9" name="Subtitle 2">
            <a:extLst>
              <a:ext uri="{FF2B5EF4-FFF2-40B4-BE49-F238E27FC236}">
                <a16:creationId xmlns:a16="http://schemas.microsoft.com/office/drawing/2014/main" id="{79424AF0-EE9F-A1A8-B5A5-CF437B9F5DBA}"/>
              </a:ext>
            </a:extLst>
          </p:cNvPr>
          <p:cNvSpPr>
            <a:spLocks noGrp="1"/>
          </p:cNvSpPr>
          <p:nvPr>
            <p:ph type="subTitle" idx="1" hasCustomPrompt="1"/>
          </p:nvPr>
        </p:nvSpPr>
        <p:spPr>
          <a:xfrm>
            <a:off x="6607817" y="5065162"/>
            <a:ext cx="3919968" cy="1366998"/>
          </a:xfrm>
          <a:prstGeom prst="rect">
            <a:avLst/>
          </a:prstGeom>
        </p:spPr>
        <p:txBody>
          <a:bodyPr anchor="t"/>
          <a:lstStyle>
            <a:lvl1pPr marL="0" indent="0" algn="l">
              <a:lnSpc>
                <a:spcPct val="90000"/>
              </a:lnSpc>
              <a:spcAft>
                <a:spcPts val="0"/>
              </a:spcAft>
              <a:buNone/>
              <a:defRPr sz="2240" b="0" i="0" spc="0">
                <a:solidFill>
                  <a:schemeClr val="tx1"/>
                </a:solidFill>
                <a:latin typeface="Graphik" panose="020B0503030202060203" pitchFamily="34" charset="77"/>
              </a:defRPr>
            </a:lvl1pPr>
            <a:lvl2pPr marL="365752" indent="0" algn="ctr">
              <a:buNone/>
              <a:defRPr sz="1600"/>
            </a:lvl2pPr>
            <a:lvl3pPr marL="731500" indent="0" algn="ctr">
              <a:buNone/>
              <a:defRPr sz="1440"/>
            </a:lvl3pPr>
            <a:lvl4pPr marL="1097249" indent="0" algn="ctr">
              <a:buNone/>
              <a:defRPr sz="1280"/>
            </a:lvl4pPr>
            <a:lvl5pPr marL="1462999" indent="0" algn="ctr">
              <a:buNone/>
              <a:defRPr sz="1280"/>
            </a:lvl5pPr>
            <a:lvl6pPr marL="1828749" indent="0" algn="ctr">
              <a:buNone/>
              <a:defRPr sz="1280"/>
            </a:lvl6pPr>
            <a:lvl7pPr marL="2194498" indent="0" algn="ctr">
              <a:buNone/>
              <a:defRPr sz="1280"/>
            </a:lvl7pPr>
            <a:lvl8pPr marL="2560249" indent="0" algn="ctr">
              <a:buNone/>
              <a:defRPr sz="1280"/>
            </a:lvl8pPr>
            <a:lvl9pPr marL="2925999" indent="0" algn="ctr">
              <a:buNone/>
              <a:defRPr sz="1280"/>
            </a:lvl9pPr>
          </a:lstStyle>
          <a:p>
            <a:pPr marL="0" lvl="0" indent="0" algn="l" defTabSz="731500" rtl="0" eaLnBrk="1" latinLnBrk="0" hangingPunct="1">
              <a:lnSpc>
                <a:spcPct val="100000"/>
              </a:lnSpc>
              <a:spcBef>
                <a:spcPts val="0"/>
              </a:spcBef>
              <a:spcAft>
                <a:spcPts val="0"/>
              </a:spcAft>
              <a:buFont typeface="Graphik" panose="020B0604020202020204" pitchFamily="34" charset="0"/>
              <a:buNone/>
            </a:pPr>
            <a:r>
              <a:rPr lang="en-GB"/>
              <a:t>Reinvention message goes here</a:t>
            </a:r>
            <a:endParaRPr lang="en-US"/>
          </a:p>
        </p:txBody>
      </p:sp>
    </p:spTree>
    <p:extLst>
      <p:ext uri="{BB962C8B-B14F-4D97-AF65-F5344CB8AC3E}">
        <p14:creationId xmlns:p14="http://schemas.microsoft.com/office/powerpoint/2010/main" val="377750876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884">
          <p15:clr>
            <a:srgbClr val="C35EA4"/>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5_Complex 1 - Gradient mode Complex">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C2A9A34-82D5-6262-D129-D306B6F55F87}"/>
              </a:ext>
            </a:extLst>
          </p:cNvPr>
          <p:cNvPicPr>
            <a:picLocks noChangeAspect="1"/>
          </p:cNvPicPr>
          <p:nvPr userDrawn="1"/>
        </p:nvPicPr>
        <p:blipFill>
          <a:blip r:embed="rId2"/>
          <a:stretch>
            <a:fillRect/>
          </a:stretch>
        </p:blipFill>
        <p:spPr>
          <a:xfrm>
            <a:off x="6640031" y="2976069"/>
            <a:ext cx="3298274" cy="3889624"/>
          </a:xfrm>
          <a:prstGeom prst="rect">
            <a:avLst/>
          </a:prstGeom>
        </p:spPr>
      </p:pic>
      <p:pic>
        <p:nvPicPr>
          <p:cNvPr id="2" name="Picture 1">
            <a:extLst>
              <a:ext uri="{FF2B5EF4-FFF2-40B4-BE49-F238E27FC236}">
                <a16:creationId xmlns:a16="http://schemas.microsoft.com/office/drawing/2014/main" id="{F475C44C-8B0B-A1AE-ABDF-0F7C1DE84439}"/>
              </a:ext>
            </a:extLst>
          </p:cNvPr>
          <p:cNvPicPr>
            <a:picLocks noChangeAspect="1"/>
          </p:cNvPicPr>
          <p:nvPr userDrawn="1"/>
        </p:nvPicPr>
        <p:blipFill>
          <a:blip r:embed="rId3"/>
          <a:stretch>
            <a:fillRect/>
          </a:stretch>
        </p:blipFill>
        <p:spPr>
          <a:xfrm>
            <a:off x="-11543" y="-4090"/>
            <a:ext cx="6782996" cy="2980159"/>
          </a:xfrm>
          <a:prstGeom prst="rect">
            <a:avLst/>
          </a:prstGeom>
        </p:spPr>
      </p:pic>
      <p:sp>
        <p:nvSpPr>
          <p:cNvPr id="35" name="Picture Placeholder 34">
            <a:extLst>
              <a:ext uri="{FF2B5EF4-FFF2-40B4-BE49-F238E27FC236}">
                <a16:creationId xmlns:a16="http://schemas.microsoft.com/office/drawing/2014/main" id="{F2C17B76-F778-2627-DEC1-20CC13A6DBF4}"/>
              </a:ext>
            </a:extLst>
          </p:cNvPr>
          <p:cNvSpPr>
            <a:spLocks noGrp="1"/>
          </p:cNvSpPr>
          <p:nvPr>
            <p:ph type="pic" sz="quarter" idx="10"/>
          </p:nvPr>
        </p:nvSpPr>
        <p:spPr>
          <a:xfrm>
            <a:off x="0" y="2976340"/>
            <a:ext cx="6761155" cy="3889353"/>
          </a:xfrm>
          <a:solidFill>
            <a:schemeClr val="tx1">
              <a:lumMod val="95000"/>
            </a:schemeClr>
          </a:solidFill>
        </p:spPr>
        <p:txBody>
          <a:bodyPr/>
          <a:lstStyle/>
          <a:p>
            <a:endParaRPr lang="en-US"/>
          </a:p>
        </p:txBody>
      </p:sp>
      <p:sp>
        <p:nvSpPr>
          <p:cNvPr id="3" name="Picture Placeholder 34">
            <a:extLst>
              <a:ext uri="{FF2B5EF4-FFF2-40B4-BE49-F238E27FC236}">
                <a16:creationId xmlns:a16="http://schemas.microsoft.com/office/drawing/2014/main" id="{5E4FE031-9091-8938-4EDF-260DFEFB13CE}"/>
              </a:ext>
            </a:extLst>
          </p:cNvPr>
          <p:cNvSpPr>
            <a:spLocks noGrp="1"/>
          </p:cNvSpPr>
          <p:nvPr>
            <p:ph type="pic" sz="quarter" idx="11"/>
          </p:nvPr>
        </p:nvSpPr>
        <p:spPr>
          <a:xfrm>
            <a:off x="6761156" y="-4090"/>
            <a:ext cx="5430845" cy="2980426"/>
          </a:xfrm>
          <a:solidFill>
            <a:schemeClr val="tx1">
              <a:lumMod val="95000"/>
            </a:schemeClr>
          </a:solidFill>
        </p:spPr>
        <p:txBody>
          <a:bodyPr/>
          <a:lstStyle/>
          <a:p>
            <a:endParaRPr lang="en-US"/>
          </a:p>
        </p:txBody>
      </p:sp>
      <p:sp>
        <p:nvSpPr>
          <p:cNvPr id="8" name="Title 1">
            <a:extLst>
              <a:ext uri="{FF2B5EF4-FFF2-40B4-BE49-F238E27FC236}">
                <a16:creationId xmlns:a16="http://schemas.microsoft.com/office/drawing/2014/main" id="{131B3895-321B-8CAC-83C2-50F886A2CDA3}"/>
              </a:ext>
            </a:extLst>
          </p:cNvPr>
          <p:cNvSpPr>
            <a:spLocks noGrp="1"/>
          </p:cNvSpPr>
          <p:nvPr>
            <p:ph type="title" hasCustomPrompt="1"/>
          </p:nvPr>
        </p:nvSpPr>
        <p:spPr>
          <a:xfrm>
            <a:off x="546982" y="1073592"/>
            <a:ext cx="5521659" cy="1329595"/>
          </a:xfrm>
          <a:prstGeom prst="rect">
            <a:avLst/>
          </a:prstGeom>
        </p:spPr>
        <p:txBody>
          <a:bodyPr anchor="b"/>
          <a:lstStyle>
            <a:lvl1pPr algn="l">
              <a:lnSpc>
                <a:spcPct val="90000"/>
              </a:lnSpc>
              <a:defRPr sz="4800" spc="-80" baseline="0">
                <a:solidFill>
                  <a:schemeClr val="tx1"/>
                </a:solidFill>
              </a:defRPr>
            </a:lvl1pPr>
          </a:lstStyle>
          <a:p>
            <a:r>
              <a:rPr lang="en-US"/>
              <a:t>Moment/ Topic </a:t>
            </a:r>
            <a:br>
              <a:rPr lang="en-US"/>
            </a:br>
            <a:r>
              <a:rPr lang="en-US"/>
              <a:t>goes here </a:t>
            </a:r>
          </a:p>
        </p:txBody>
      </p:sp>
      <p:sp>
        <p:nvSpPr>
          <p:cNvPr id="9" name="Subtitle 2">
            <a:extLst>
              <a:ext uri="{FF2B5EF4-FFF2-40B4-BE49-F238E27FC236}">
                <a16:creationId xmlns:a16="http://schemas.microsoft.com/office/drawing/2014/main" id="{79424AF0-EE9F-A1A8-B5A5-CF437B9F5DBA}"/>
              </a:ext>
            </a:extLst>
          </p:cNvPr>
          <p:cNvSpPr>
            <a:spLocks noGrp="1"/>
          </p:cNvSpPr>
          <p:nvPr>
            <p:ph type="subTitle" idx="1" hasCustomPrompt="1"/>
          </p:nvPr>
        </p:nvSpPr>
        <p:spPr>
          <a:xfrm>
            <a:off x="7201931" y="3954223"/>
            <a:ext cx="2264549" cy="2173028"/>
          </a:xfrm>
          <a:prstGeom prst="rect">
            <a:avLst/>
          </a:prstGeom>
        </p:spPr>
        <p:txBody>
          <a:bodyPr anchor="t"/>
          <a:lstStyle>
            <a:lvl1pPr marL="0" indent="0" algn="l">
              <a:lnSpc>
                <a:spcPct val="90000"/>
              </a:lnSpc>
              <a:spcAft>
                <a:spcPts val="0"/>
              </a:spcAft>
              <a:buNone/>
              <a:defRPr sz="2240" b="0" i="0" spc="0">
                <a:solidFill>
                  <a:schemeClr val="tx1"/>
                </a:solidFill>
                <a:latin typeface="Graphik" panose="020B0503030202060203" pitchFamily="34" charset="77"/>
              </a:defRPr>
            </a:lvl1pPr>
            <a:lvl2pPr marL="365752" indent="0" algn="ctr">
              <a:buNone/>
              <a:defRPr sz="1600"/>
            </a:lvl2pPr>
            <a:lvl3pPr marL="731500" indent="0" algn="ctr">
              <a:buNone/>
              <a:defRPr sz="1440"/>
            </a:lvl3pPr>
            <a:lvl4pPr marL="1097249" indent="0" algn="ctr">
              <a:buNone/>
              <a:defRPr sz="1280"/>
            </a:lvl4pPr>
            <a:lvl5pPr marL="1462999" indent="0" algn="ctr">
              <a:buNone/>
              <a:defRPr sz="1280"/>
            </a:lvl5pPr>
            <a:lvl6pPr marL="1828749" indent="0" algn="ctr">
              <a:buNone/>
              <a:defRPr sz="1280"/>
            </a:lvl6pPr>
            <a:lvl7pPr marL="2194498" indent="0" algn="ctr">
              <a:buNone/>
              <a:defRPr sz="1280"/>
            </a:lvl7pPr>
            <a:lvl8pPr marL="2560249" indent="0" algn="ctr">
              <a:buNone/>
              <a:defRPr sz="1280"/>
            </a:lvl8pPr>
            <a:lvl9pPr marL="2925999" indent="0" algn="ctr">
              <a:buNone/>
              <a:defRPr sz="1280"/>
            </a:lvl9pPr>
          </a:lstStyle>
          <a:p>
            <a:pPr marL="0" lvl="0" indent="0" algn="l" defTabSz="731500" rtl="0" eaLnBrk="1" latinLnBrk="0" hangingPunct="1">
              <a:lnSpc>
                <a:spcPct val="100000"/>
              </a:lnSpc>
              <a:spcBef>
                <a:spcPts val="0"/>
              </a:spcBef>
              <a:spcAft>
                <a:spcPts val="0"/>
              </a:spcAft>
              <a:buFont typeface="Graphik" panose="020B0604020202020204" pitchFamily="34" charset="0"/>
              <a:buNone/>
            </a:pPr>
            <a:r>
              <a:rPr lang="en-GB"/>
              <a:t>Reinvention message goes here</a:t>
            </a:r>
            <a:endParaRPr lang="en-US"/>
          </a:p>
        </p:txBody>
      </p:sp>
      <p:sp>
        <p:nvSpPr>
          <p:cNvPr id="10" name="Graphic 17">
            <a:extLst>
              <a:ext uri="{FF2B5EF4-FFF2-40B4-BE49-F238E27FC236}">
                <a16:creationId xmlns:a16="http://schemas.microsoft.com/office/drawing/2014/main" id="{E3871E5A-E0C3-B128-FC59-BD11547FEA55}"/>
              </a:ext>
            </a:extLst>
          </p:cNvPr>
          <p:cNvSpPr/>
          <p:nvPr userDrawn="1"/>
        </p:nvSpPr>
        <p:spPr>
          <a:xfrm>
            <a:off x="10787697" y="4593205"/>
            <a:ext cx="544056" cy="641808"/>
          </a:xfrm>
          <a:custGeom>
            <a:avLst/>
            <a:gdLst>
              <a:gd name="connsiteX0" fmla="*/ 0 w 679999"/>
              <a:gd name="connsiteY0" fmla="*/ 746251 h 746250"/>
              <a:gd name="connsiteX1" fmla="*/ 680000 w 679999"/>
              <a:gd name="connsiteY1" fmla="*/ 470551 h 746250"/>
              <a:gd name="connsiteX2" fmla="*/ 680000 w 679999"/>
              <a:gd name="connsiteY2" fmla="*/ 275700 h 746250"/>
              <a:gd name="connsiteX3" fmla="*/ 0 w 679999"/>
              <a:gd name="connsiteY3" fmla="*/ 0 h 746250"/>
              <a:gd name="connsiteX4" fmla="*/ 0 w 679999"/>
              <a:gd name="connsiteY4" fmla="*/ 194852 h 746250"/>
              <a:gd name="connsiteX5" fmla="*/ 439703 w 679999"/>
              <a:gd name="connsiteY5" fmla="*/ 373126 h 746250"/>
              <a:gd name="connsiteX6" fmla="*/ 0 w 679999"/>
              <a:gd name="connsiteY6" fmla="*/ 551399 h 746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9999" h="746250">
                <a:moveTo>
                  <a:pt x="0" y="746251"/>
                </a:moveTo>
                <a:lnTo>
                  <a:pt x="680000" y="470551"/>
                </a:lnTo>
                <a:lnTo>
                  <a:pt x="680000" y="275700"/>
                </a:lnTo>
                <a:lnTo>
                  <a:pt x="0" y="0"/>
                </a:lnTo>
                <a:lnTo>
                  <a:pt x="0" y="194852"/>
                </a:lnTo>
                <a:lnTo>
                  <a:pt x="439703" y="373126"/>
                </a:lnTo>
                <a:lnTo>
                  <a:pt x="0" y="551399"/>
                </a:lnTo>
                <a:close/>
              </a:path>
            </a:pathLst>
          </a:custGeom>
          <a:solidFill>
            <a:schemeClr val="tx2"/>
          </a:solidFill>
          <a:ln w="2062" cap="flat">
            <a:noFill/>
            <a:prstDash val="solid"/>
            <a:miter/>
          </a:ln>
        </p:spPr>
        <p:txBody>
          <a:bodyPr rtlCol="0" anchor="ctr"/>
          <a:lstStyle/>
          <a:p>
            <a:endParaRPr lang="en-CR" sz="1316"/>
          </a:p>
        </p:txBody>
      </p:sp>
    </p:spTree>
    <p:extLst>
      <p:ext uri="{BB962C8B-B14F-4D97-AF65-F5344CB8AC3E}">
        <p14:creationId xmlns:p14="http://schemas.microsoft.com/office/powerpoint/2010/main" val="143135961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884">
          <p15:clr>
            <a:srgbClr val="C35EA4"/>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6_Complex 1 - Gradient mode Complex">
    <p:bg>
      <p:bgPr>
        <a:solidFill>
          <a:schemeClr val="tx1"/>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6B764AF4-DC76-040F-7F3B-393C800CFFE6}"/>
              </a:ext>
            </a:extLst>
          </p:cNvPr>
          <p:cNvSpPr/>
          <p:nvPr userDrawn="1"/>
        </p:nvSpPr>
        <p:spPr>
          <a:xfrm>
            <a:off x="6730950" y="2976067"/>
            <a:ext cx="3207355" cy="3881932"/>
          </a:xfrm>
          <a:prstGeom prst="rect">
            <a:avLst/>
          </a:prstGeom>
          <a:solidFill>
            <a:srgbClr val="7500C0"/>
          </a:solidFill>
          <a:ln>
            <a:noFill/>
          </a:ln>
        </p:spPr>
        <p:style>
          <a:lnRef idx="2">
            <a:schemeClr val="accent1">
              <a:shade val="50000"/>
            </a:schemeClr>
          </a:lnRef>
          <a:fillRef idx="1">
            <a:schemeClr val="accent1"/>
          </a:fillRef>
          <a:effectRef idx="0">
            <a:schemeClr val="accent1"/>
          </a:effectRef>
          <a:fontRef idx="minor">
            <a:schemeClr val="lt1"/>
          </a:fontRef>
        </p:style>
        <p:txBody>
          <a:bodyPr tIns="97536" bIns="97536" rtlCol="0" anchor="ctr"/>
          <a:lstStyle/>
          <a:p>
            <a:pPr algn="ctr"/>
            <a:endParaRPr lang="en-US" sz="2339" err="1"/>
          </a:p>
        </p:txBody>
      </p:sp>
      <p:sp>
        <p:nvSpPr>
          <p:cNvPr id="5" name="Rectangle 4">
            <a:extLst>
              <a:ext uri="{FF2B5EF4-FFF2-40B4-BE49-F238E27FC236}">
                <a16:creationId xmlns:a16="http://schemas.microsoft.com/office/drawing/2014/main" id="{BC813D5C-B200-03E1-0309-707A457AA933}"/>
              </a:ext>
            </a:extLst>
          </p:cNvPr>
          <p:cNvSpPr/>
          <p:nvPr userDrawn="1"/>
        </p:nvSpPr>
        <p:spPr>
          <a:xfrm>
            <a:off x="0" y="1"/>
            <a:ext cx="6771453" cy="2974598"/>
          </a:xfrm>
          <a:prstGeom prst="rect">
            <a:avLst/>
          </a:prstGeom>
          <a:solidFill>
            <a:srgbClr val="7500C0"/>
          </a:solidFill>
          <a:ln>
            <a:noFill/>
          </a:ln>
        </p:spPr>
        <p:style>
          <a:lnRef idx="2">
            <a:schemeClr val="accent1">
              <a:shade val="50000"/>
            </a:schemeClr>
          </a:lnRef>
          <a:fillRef idx="1">
            <a:schemeClr val="accent1"/>
          </a:fillRef>
          <a:effectRef idx="0">
            <a:schemeClr val="accent1"/>
          </a:effectRef>
          <a:fontRef idx="minor">
            <a:schemeClr val="lt1"/>
          </a:fontRef>
        </p:style>
        <p:txBody>
          <a:bodyPr tIns="97536" bIns="97536" rtlCol="0" anchor="ctr"/>
          <a:lstStyle/>
          <a:p>
            <a:pPr algn="ctr"/>
            <a:endParaRPr lang="en-US" sz="2339" err="1"/>
          </a:p>
        </p:txBody>
      </p:sp>
      <p:sp>
        <p:nvSpPr>
          <p:cNvPr id="35" name="Picture Placeholder 34">
            <a:extLst>
              <a:ext uri="{FF2B5EF4-FFF2-40B4-BE49-F238E27FC236}">
                <a16:creationId xmlns:a16="http://schemas.microsoft.com/office/drawing/2014/main" id="{F2C17B76-F778-2627-DEC1-20CC13A6DBF4}"/>
              </a:ext>
            </a:extLst>
          </p:cNvPr>
          <p:cNvSpPr>
            <a:spLocks noGrp="1"/>
          </p:cNvSpPr>
          <p:nvPr>
            <p:ph type="pic" sz="quarter" idx="10"/>
          </p:nvPr>
        </p:nvSpPr>
        <p:spPr>
          <a:xfrm>
            <a:off x="21034" y="2976341"/>
            <a:ext cx="6740122" cy="3875539"/>
          </a:xfrm>
          <a:solidFill>
            <a:schemeClr val="tx1">
              <a:lumMod val="95000"/>
            </a:schemeClr>
          </a:solidFill>
        </p:spPr>
        <p:txBody>
          <a:bodyPr/>
          <a:lstStyle/>
          <a:p>
            <a:endParaRPr lang="en-US"/>
          </a:p>
        </p:txBody>
      </p:sp>
      <p:sp>
        <p:nvSpPr>
          <p:cNvPr id="3" name="Picture Placeholder 34">
            <a:extLst>
              <a:ext uri="{FF2B5EF4-FFF2-40B4-BE49-F238E27FC236}">
                <a16:creationId xmlns:a16="http://schemas.microsoft.com/office/drawing/2014/main" id="{5E4FE031-9091-8938-4EDF-260DFEFB13CE}"/>
              </a:ext>
            </a:extLst>
          </p:cNvPr>
          <p:cNvSpPr>
            <a:spLocks noGrp="1"/>
          </p:cNvSpPr>
          <p:nvPr>
            <p:ph type="pic" sz="quarter" idx="11"/>
          </p:nvPr>
        </p:nvSpPr>
        <p:spPr>
          <a:xfrm>
            <a:off x="6772250" y="6121"/>
            <a:ext cx="5398719" cy="2970214"/>
          </a:xfrm>
          <a:solidFill>
            <a:schemeClr val="tx1">
              <a:lumMod val="95000"/>
            </a:schemeClr>
          </a:solidFill>
        </p:spPr>
        <p:txBody>
          <a:bodyPr/>
          <a:lstStyle/>
          <a:p>
            <a:endParaRPr lang="en-US"/>
          </a:p>
        </p:txBody>
      </p:sp>
      <p:sp>
        <p:nvSpPr>
          <p:cNvPr id="8" name="Title 1">
            <a:extLst>
              <a:ext uri="{FF2B5EF4-FFF2-40B4-BE49-F238E27FC236}">
                <a16:creationId xmlns:a16="http://schemas.microsoft.com/office/drawing/2014/main" id="{131B3895-321B-8CAC-83C2-50F886A2CDA3}"/>
              </a:ext>
            </a:extLst>
          </p:cNvPr>
          <p:cNvSpPr>
            <a:spLocks noGrp="1"/>
          </p:cNvSpPr>
          <p:nvPr>
            <p:ph type="title" hasCustomPrompt="1"/>
          </p:nvPr>
        </p:nvSpPr>
        <p:spPr>
          <a:xfrm>
            <a:off x="546982" y="1073592"/>
            <a:ext cx="5521659" cy="1329595"/>
          </a:xfrm>
          <a:prstGeom prst="rect">
            <a:avLst/>
          </a:prstGeom>
        </p:spPr>
        <p:txBody>
          <a:bodyPr anchor="b"/>
          <a:lstStyle>
            <a:lvl1pPr algn="l">
              <a:lnSpc>
                <a:spcPct val="90000"/>
              </a:lnSpc>
              <a:defRPr sz="4800" spc="-80" baseline="0">
                <a:solidFill>
                  <a:schemeClr val="tx1"/>
                </a:solidFill>
              </a:defRPr>
            </a:lvl1pPr>
          </a:lstStyle>
          <a:p>
            <a:r>
              <a:rPr lang="en-US"/>
              <a:t>Moment/ Topic </a:t>
            </a:r>
            <a:br>
              <a:rPr lang="en-US"/>
            </a:br>
            <a:r>
              <a:rPr lang="en-US"/>
              <a:t>goes here </a:t>
            </a:r>
          </a:p>
        </p:txBody>
      </p:sp>
      <p:sp>
        <p:nvSpPr>
          <p:cNvPr id="10" name="Graphic 17">
            <a:extLst>
              <a:ext uri="{FF2B5EF4-FFF2-40B4-BE49-F238E27FC236}">
                <a16:creationId xmlns:a16="http://schemas.microsoft.com/office/drawing/2014/main" id="{E3871E5A-E0C3-B128-FC59-BD11547FEA55}"/>
              </a:ext>
            </a:extLst>
          </p:cNvPr>
          <p:cNvSpPr/>
          <p:nvPr userDrawn="1"/>
        </p:nvSpPr>
        <p:spPr>
          <a:xfrm>
            <a:off x="10787697" y="4593205"/>
            <a:ext cx="544056" cy="641808"/>
          </a:xfrm>
          <a:custGeom>
            <a:avLst/>
            <a:gdLst>
              <a:gd name="connsiteX0" fmla="*/ 0 w 679999"/>
              <a:gd name="connsiteY0" fmla="*/ 746251 h 746250"/>
              <a:gd name="connsiteX1" fmla="*/ 680000 w 679999"/>
              <a:gd name="connsiteY1" fmla="*/ 470551 h 746250"/>
              <a:gd name="connsiteX2" fmla="*/ 680000 w 679999"/>
              <a:gd name="connsiteY2" fmla="*/ 275700 h 746250"/>
              <a:gd name="connsiteX3" fmla="*/ 0 w 679999"/>
              <a:gd name="connsiteY3" fmla="*/ 0 h 746250"/>
              <a:gd name="connsiteX4" fmla="*/ 0 w 679999"/>
              <a:gd name="connsiteY4" fmla="*/ 194852 h 746250"/>
              <a:gd name="connsiteX5" fmla="*/ 439703 w 679999"/>
              <a:gd name="connsiteY5" fmla="*/ 373126 h 746250"/>
              <a:gd name="connsiteX6" fmla="*/ 0 w 679999"/>
              <a:gd name="connsiteY6" fmla="*/ 551399 h 746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9999" h="746250">
                <a:moveTo>
                  <a:pt x="0" y="746251"/>
                </a:moveTo>
                <a:lnTo>
                  <a:pt x="680000" y="470551"/>
                </a:lnTo>
                <a:lnTo>
                  <a:pt x="680000" y="275700"/>
                </a:lnTo>
                <a:lnTo>
                  <a:pt x="0" y="0"/>
                </a:lnTo>
                <a:lnTo>
                  <a:pt x="0" y="194852"/>
                </a:lnTo>
                <a:lnTo>
                  <a:pt x="439703" y="373126"/>
                </a:lnTo>
                <a:lnTo>
                  <a:pt x="0" y="551399"/>
                </a:lnTo>
                <a:close/>
              </a:path>
            </a:pathLst>
          </a:custGeom>
          <a:solidFill>
            <a:schemeClr val="tx2"/>
          </a:solidFill>
          <a:ln w="2062" cap="flat">
            <a:noFill/>
            <a:prstDash val="solid"/>
            <a:miter/>
          </a:ln>
        </p:spPr>
        <p:txBody>
          <a:bodyPr rtlCol="0" anchor="ctr"/>
          <a:lstStyle/>
          <a:p>
            <a:endParaRPr lang="en-CR" sz="1316"/>
          </a:p>
        </p:txBody>
      </p:sp>
      <p:sp>
        <p:nvSpPr>
          <p:cNvPr id="2" name="Subtitle 2">
            <a:extLst>
              <a:ext uri="{FF2B5EF4-FFF2-40B4-BE49-F238E27FC236}">
                <a16:creationId xmlns:a16="http://schemas.microsoft.com/office/drawing/2014/main" id="{54F08984-5A5F-2074-4481-4456FF813168}"/>
              </a:ext>
            </a:extLst>
          </p:cNvPr>
          <p:cNvSpPr>
            <a:spLocks noGrp="1"/>
          </p:cNvSpPr>
          <p:nvPr>
            <p:ph type="subTitle" idx="1" hasCustomPrompt="1"/>
          </p:nvPr>
        </p:nvSpPr>
        <p:spPr>
          <a:xfrm>
            <a:off x="7201931" y="3954223"/>
            <a:ext cx="2264549" cy="2173028"/>
          </a:xfrm>
          <a:prstGeom prst="rect">
            <a:avLst/>
          </a:prstGeom>
        </p:spPr>
        <p:txBody>
          <a:bodyPr anchor="t"/>
          <a:lstStyle>
            <a:lvl1pPr marL="0" indent="0" algn="l">
              <a:lnSpc>
                <a:spcPct val="90000"/>
              </a:lnSpc>
              <a:spcAft>
                <a:spcPts val="0"/>
              </a:spcAft>
              <a:buNone/>
              <a:defRPr sz="2240" b="0" i="0" spc="0">
                <a:solidFill>
                  <a:schemeClr val="tx1"/>
                </a:solidFill>
                <a:latin typeface="Graphik" panose="020B0503030202060203" pitchFamily="34" charset="77"/>
              </a:defRPr>
            </a:lvl1pPr>
            <a:lvl2pPr marL="365752" indent="0" algn="ctr">
              <a:buNone/>
              <a:defRPr sz="1600"/>
            </a:lvl2pPr>
            <a:lvl3pPr marL="731500" indent="0" algn="ctr">
              <a:buNone/>
              <a:defRPr sz="1440"/>
            </a:lvl3pPr>
            <a:lvl4pPr marL="1097249" indent="0" algn="ctr">
              <a:buNone/>
              <a:defRPr sz="1280"/>
            </a:lvl4pPr>
            <a:lvl5pPr marL="1462999" indent="0" algn="ctr">
              <a:buNone/>
              <a:defRPr sz="1280"/>
            </a:lvl5pPr>
            <a:lvl6pPr marL="1828749" indent="0" algn="ctr">
              <a:buNone/>
              <a:defRPr sz="1280"/>
            </a:lvl6pPr>
            <a:lvl7pPr marL="2194498" indent="0" algn="ctr">
              <a:buNone/>
              <a:defRPr sz="1280"/>
            </a:lvl7pPr>
            <a:lvl8pPr marL="2560249" indent="0" algn="ctr">
              <a:buNone/>
              <a:defRPr sz="1280"/>
            </a:lvl8pPr>
            <a:lvl9pPr marL="2925999" indent="0" algn="ctr">
              <a:buNone/>
              <a:defRPr sz="1280"/>
            </a:lvl9pPr>
          </a:lstStyle>
          <a:p>
            <a:pPr marL="0" lvl="0" indent="0" algn="l" defTabSz="731500" rtl="0" eaLnBrk="1" latinLnBrk="0" hangingPunct="1">
              <a:lnSpc>
                <a:spcPct val="100000"/>
              </a:lnSpc>
              <a:spcBef>
                <a:spcPts val="0"/>
              </a:spcBef>
              <a:spcAft>
                <a:spcPts val="0"/>
              </a:spcAft>
              <a:buFont typeface="Graphik" panose="020B0604020202020204" pitchFamily="34" charset="0"/>
              <a:buNone/>
            </a:pPr>
            <a:r>
              <a:rPr lang="en-GB"/>
              <a:t>Reinvention message goes here</a:t>
            </a:r>
            <a:endParaRPr lang="en-US"/>
          </a:p>
        </p:txBody>
      </p:sp>
    </p:spTree>
    <p:extLst>
      <p:ext uri="{BB962C8B-B14F-4D97-AF65-F5344CB8AC3E}">
        <p14:creationId xmlns:p14="http://schemas.microsoft.com/office/powerpoint/2010/main" val="48600740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884">
          <p15:clr>
            <a:srgbClr val="C35EA4"/>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userDrawn="1">
  <p:cSld name="Salutation: gradient">
    <p:bg>
      <p:bgPr>
        <a:solidFill>
          <a:schemeClr val="accent2"/>
        </a:solidFill>
        <a:effectLst/>
      </p:bgPr>
    </p:bg>
    <p:spTree>
      <p:nvGrpSpPr>
        <p:cNvPr id="1" name=""/>
        <p:cNvGrpSpPr/>
        <p:nvPr/>
      </p:nvGrpSpPr>
      <p:grpSpPr>
        <a:xfrm>
          <a:off x="0" y="0"/>
          <a:ext cx="0" cy="0"/>
          <a:chOff x="0" y="0"/>
          <a:chExt cx="0" cy="0"/>
        </a:xfrm>
      </p:grpSpPr>
      <p:pic>
        <p:nvPicPr>
          <p:cNvPr id="9" name="Picture 8" descr="A purple and black background&#10;&#10;AI-generated content may be incorrect.">
            <a:extLst>
              <a:ext uri="{FF2B5EF4-FFF2-40B4-BE49-F238E27FC236}">
                <a16:creationId xmlns:a16="http://schemas.microsoft.com/office/drawing/2014/main" id="{1E54F49D-2B2F-7CDD-DC94-B6FF9A694BDA}"/>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rot="5400000">
            <a:off x="2667000" y="-2667000"/>
            <a:ext cx="6858000" cy="12192000"/>
          </a:xfrm>
          <a:prstGeom prst="rect">
            <a:avLst/>
          </a:prstGeom>
        </p:spPr>
      </p:pic>
      <p:sp>
        <p:nvSpPr>
          <p:cNvPr id="2" name="copyright">
            <a:extLst>
              <a:ext uri="{FF2B5EF4-FFF2-40B4-BE49-F238E27FC236}">
                <a16:creationId xmlns:a16="http://schemas.microsoft.com/office/drawing/2014/main" id="{8F090878-FDCB-E32E-7E4D-4A1D113FA508}"/>
              </a:ext>
            </a:extLst>
          </p:cNvPr>
          <p:cNvSpPr txBox="1"/>
          <p:nvPr userDrawn="1"/>
        </p:nvSpPr>
        <p:spPr>
          <a:xfrm>
            <a:off x="9031909" y="6429853"/>
            <a:ext cx="2398092"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US" sz="800">
                <a:solidFill>
                  <a:schemeClr val="tx1">
                    <a:lumMod val="85000"/>
                    <a:alpha val="75000"/>
                  </a:schemeClr>
                </a:solidFill>
                <a:latin typeface="Graphik" panose="020B0503030202060203" pitchFamily="34" charset="77"/>
              </a:rPr>
              <a:t>Copyright © 2026 Accenture. All rights reserved.</a:t>
            </a:r>
            <a:endParaRPr lang="en-US" sz="1351" noProof="0">
              <a:solidFill>
                <a:schemeClr val="tx1">
                  <a:lumMod val="85000"/>
                  <a:alpha val="75000"/>
                </a:schemeClr>
              </a:solidFill>
              <a:latin typeface="Graphik" panose="020B0503030202060203" pitchFamily="34" charset="77"/>
            </a:endParaRPr>
          </a:p>
        </p:txBody>
      </p:sp>
      <p:sp>
        <p:nvSpPr>
          <p:cNvPr id="4" name="slide number automatic">
            <a:extLst>
              <a:ext uri="{FF2B5EF4-FFF2-40B4-BE49-F238E27FC236}">
                <a16:creationId xmlns:a16="http://schemas.microsoft.com/office/drawing/2014/main" id="{6DD78C6E-A2CA-C7D3-D53E-97A08AAAEAD8}"/>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tx1">
                    <a:lumMod val="85000"/>
                    <a:alpha val="75000"/>
                  </a:scheme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chemeClr val="tx1">
                  <a:lumMod val="85000"/>
                  <a:alpha val="75000"/>
                </a:schemeClr>
              </a:solidFill>
              <a:latin typeface="+mj-lt"/>
            </a:endParaRPr>
          </a:p>
        </p:txBody>
      </p:sp>
      <p:sp>
        <p:nvSpPr>
          <p:cNvPr id="8" name="Title 1">
            <a:extLst>
              <a:ext uri="{FF2B5EF4-FFF2-40B4-BE49-F238E27FC236}">
                <a16:creationId xmlns:a16="http://schemas.microsoft.com/office/drawing/2014/main" id="{4772D35A-1963-BF72-AA80-2201D2B0173F}"/>
              </a:ext>
            </a:extLst>
          </p:cNvPr>
          <p:cNvSpPr>
            <a:spLocks noGrp="1"/>
          </p:cNvSpPr>
          <p:nvPr>
            <p:ph type="title"/>
          </p:nvPr>
        </p:nvSpPr>
        <p:spPr>
          <a:xfrm>
            <a:off x="1191348" y="3429000"/>
            <a:ext cx="6046527" cy="984885"/>
          </a:xfrm>
          <a:prstGeom prst="rect">
            <a:avLst/>
          </a:prstGeom>
        </p:spPr>
        <p:txBody>
          <a:bodyPr wrap="none" anchor="ctr"/>
          <a:lstStyle>
            <a:lvl1pPr algn="l">
              <a:defRPr sz="8000">
                <a:solidFill>
                  <a:schemeClr val="tx1"/>
                </a:solidFill>
              </a:defRPr>
            </a:lvl1pPr>
          </a:lstStyle>
          <a:p>
            <a:r>
              <a:rPr lang="en-US"/>
              <a:t>Click to edit Master title style</a:t>
            </a:r>
          </a:p>
        </p:txBody>
      </p:sp>
      <p:sp>
        <p:nvSpPr>
          <p:cNvPr id="10" name="GTS_WH">
            <a:extLst>
              <a:ext uri="{FF2B5EF4-FFF2-40B4-BE49-F238E27FC236}">
                <a16:creationId xmlns:a16="http://schemas.microsoft.com/office/drawing/2014/main" id="{79093C77-020A-31D2-4F4F-DA77DEFA8E84}"/>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Tree>
    <p:extLst>
      <p:ext uri="{BB962C8B-B14F-4D97-AF65-F5344CB8AC3E}">
        <p14:creationId xmlns:p14="http://schemas.microsoft.com/office/powerpoint/2010/main" val="72660755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20">
          <p15:clr>
            <a:srgbClr val="C35EA4"/>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2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056F1F-FA65-4EEB-BDF1-3ABAA12E286A}"/>
              </a:ext>
            </a:extLst>
          </p:cNvPr>
          <p:cNvSpPr>
            <a:spLocks noGrp="1"/>
          </p:cNvSpPr>
          <p:nvPr>
            <p:ph type="title" hasCustomPrompt="1"/>
          </p:nvPr>
        </p:nvSpPr>
        <p:spPr>
          <a:xfrm>
            <a:off x="219222" y="240215"/>
            <a:ext cx="10515600" cy="306635"/>
          </a:xfrm>
        </p:spPr>
        <p:txBody>
          <a:bodyPr lIns="0" tIns="0" rIns="0" bIns="0" anchor="t">
            <a:normAutofit/>
          </a:bodyPr>
          <a:lstStyle>
            <a:lvl1pPr>
              <a:defRPr sz="2400">
                <a:solidFill>
                  <a:srgbClr val="33CC33"/>
                </a:solidFill>
                <a:latin typeface="Graphik Black" panose="020B0A03030202060203" pitchFamily="34" charset="0"/>
              </a:defRPr>
            </a:lvl1pPr>
          </a:lstStyle>
          <a:p>
            <a:r>
              <a:rPr lang="en-US"/>
              <a:t>CLICK TO EDIT MASTER TITLE STYLE</a:t>
            </a:r>
          </a:p>
        </p:txBody>
      </p:sp>
      <p:sp>
        <p:nvSpPr>
          <p:cNvPr id="5" name="Slide Number Placeholder 4">
            <a:extLst>
              <a:ext uri="{FF2B5EF4-FFF2-40B4-BE49-F238E27FC236}">
                <a16:creationId xmlns:a16="http://schemas.microsoft.com/office/drawing/2014/main" id="{25318A67-9B80-412E-9A41-C4F91B5470E8}"/>
              </a:ext>
            </a:extLst>
          </p:cNvPr>
          <p:cNvSpPr>
            <a:spLocks noGrp="1"/>
          </p:cNvSpPr>
          <p:nvPr>
            <p:ph type="sldNum" sz="quarter" idx="12"/>
          </p:nvPr>
        </p:nvSpPr>
        <p:spPr>
          <a:xfrm>
            <a:off x="9243647" y="6356350"/>
            <a:ext cx="2743200" cy="365125"/>
          </a:xfrm>
        </p:spPr>
        <p:txBody>
          <a:bodyPr/>
          <a:lstStyle/>
          <a:p>
            <a:fld id="{63FC6494-8DB7-494F-83AE-7187FC8A4273}" type="slidenum">
              <a:rPr lang="en-US" smtClean="0"/>
              <a:t>‹#›</a:t>
            </a:fld>
            <a:endParaRPr lang="en-US"/>
          </a:p>
        </p:txBody>
      </p:sp>
      <p:sp>
        <p:nvSpPr>
          <p:cNvPr id="15" name="TextBox 14">
            <a:extLst>
              <a:ext uri="{FF2B5EF4-FFF2-40B4-BE49-F238E27FC236}">
                <a16:creationId xmlns:a16="http://schemas.microsoft.com/office/drawing/2014/main" id="{495E9138-10C8-4D5C-96AF-BA283019769A}"/>
              </a:ext>
            </a:extLst>
          </p:cNvPr>
          <p:cNvSpPr txBox="1"/>
          <p:nvPr userDrawn="1"/>
        </p:nvSpPr>
        <p:spPr>
          <a:xfrm>
            <a:off x="3470816" y="6629400"/>
            <a:ext cx="5250368" cy="228599"/>
          </a:xfrm>
          <a:prstGeom prst="rect">
            <a:avLst/>
          </a:prstGeom>
        </p:spPr>
        <p:txBody>
          <a:bodyPr vert="horz" wrap="square" lIns="0" tIns="0" rIns="0" bIns="0" rtlCol="0" anchor="ctr">
            <a:noAutofit/>
          </a:bodyPr>
          <a:lstStyle/>
          <a:p>
            <a:pPr lvl="0" algn="ctr">
              <a:defRPr/>
            </a:pPr>
            <a:r>
              <a:rPr lang="en-US" sz="800" kern="0">
                <a:solidFill>
                  <a:srgbClr val="000000">
                    <a:lumMod val="65000"/>
                    <a:lumOff val="35000"/>
                  </a:srgbClr>
                </a:solidFill>
                <a:latin typeface="Graphik" panose="020B0503030202060203" pitchFamily="34" charset="0"/>
                <a:cs typeface="Arial" panose="020B0604020202020204" pitchFamily="34" charset="0"/>
              </a:rPr>
              <a:t>Copyright 2022 Accenture. All rights reserved. Accenture Confidential Information. Internal Use Only</a:t>
            </a:r>
            <a:endParaRPr kumimoji="0" lang="en-US" sz="800" i="0" u="none" strike="noStrike" kern="1200" cap="none" spc="0" normalizeH="0" baseline="0" noProof="0">
              <a:ln>
                <a:noFill/>
              </a:ln>
              <a:solidFill>
                <a:srgbClr val="000000"/>
              </a:solidFill>
              <a:effectLst/>
              <a:uLnTx/>
              <a:uFillTx/>
              <a:latin typeface="Graphik" panose="020B0503030202060203" pitchFamily="34" charset="0"/>
              <a:cs typeface="Arial" panose="020B0604020202020204" pitchFamily="34" charset="0"/>
            </a:endParaRPr>
          </a:p>
        </p:txBody>
      </p:sp>
      <p:sp>
        <p:nvSpPr>
          <p:cNvPr id="4" name="Text Placeholder 3">
            <a:extLst>
              <a:ext uri="{FF2B5EF4-FFF2-40B4-BE49-F238E27FC236}">
                <a16:creationId xmlns:a16="http://schemas.microsoft.com/office/drawing/2014/main" id="{804CDE97-5B21-4B58-93AF-0B6CCB281B91}"/>
              </a:ext>
            </a:extLst>
          </p:cNvPr>
          <p:cNvSpPr>
            <a:spLocks noGrp="1"/>
          </p:cNvSpPr>
          <p:nvPr>
            <p:ph type="body" sz="quarter" idx="13" hasCustomPrompt="1"/>
          </p:nvPr>
        </p:nvSpPr>
        <p:spPr>
          <a:xfrm>
            <a:off x="219075" y="600260"/>
            <a:ext cx="10515600" cy="422275"/>
          </a:xfrm>
        </p:spPr>
        <p:txBody>
          <a:bodyPr vert="horz" lIns="0" tIns="0" rIns="0" bIns="0" rtlCol="0" anchor="t">
            <a:normAutofit/>
          </a:bodyPr>
          <a:lstStyle>
            <a:lvl1pPr>
              <a:defRPr lang="en-US" sz="1600" dirty="0" smtClean="0">
                <a:solidFill>
                  <a:srgbClr val="0070C0"/>
                </a:solidFill>
                <a:latin typeface="Graphik Black" panose="020B0A03030202060203" pitchFamily="34" charset="0"/>
                <a:ea typeface="+mj-ea"/>
                <a:cs typeface="+mj-cs"/>
              </a:defRPr>
            </a:lvl1pPr>
          </a:lstStyle>
          <a:p>
            <a:pPr marL="0" lvl="0">
              <a:spcBef>
                <a:spcPct val="0"/>
              </a:spcBef>
              <a:buNone/>
            </a:pPr>
            <a:r>
              <a:rPr lang="en-US"/>
              <a:t>EDIT MASTER TEXT STYLES</a:t>
            </a:r>
          </a:p>
        </p:txBody>
      </p:sp>
    </p:spTree>
    <p:extLst>
      <p:ext uri="{BB962C8B-B14F-4D97-AF65-F5344CB8AC3E}">
        <p14:creationId xmlns:p14="http://schemas.microsoft.com/office/powerpoint/2010/main" val="31516460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Playbook/Lecture">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FB9DB20E-402F-4429-B44A-BCDD110E2DF6}"/>
              </a:ext>
            </a:extLst>
          </p:cNvPr>
          <p:cNvGrpSpPr/>
          <p:nvPr userDrawn="1"/>
        </p:nvGrpSpPr>
        <p:grpSpPr>
          <a:xfrm>
            <a:off x="1" y="-4488"/>
            <a:ext cx="12191065" cy="6862488"/>
            <a:chOff x="0" y="-3366"/>
            <a:chExt cx="9143299" cy="5146866"/>
          </a:xfrm>
        </p:grpSpPr>
        <p:sp>
          <p:nvSpPr>
            <p:cNvPr id="3" name="Rectangle">
              <a:extLst>
                <a:ext uri="{FF2B5EF4-FFF2-40B4-BE49-F238E27FC236}">
                  <a16:creationId xmlns:a16="http://schemas.microsoft.com/office/drawing/2014/main" id="{C6B6D226-A844-B141-A337-85FFBCFDE485}"/>
                </a:ext>
              </a:extLst>
            </p:cNvPr>
            <p:cNvSpPr/>
            <p:nvPr userDrawn="1"/>
          </p:nvSpPr>
          <p:spPr>
            <a:xfrm>
              <a:off x="0" y="-3366"/>
              <a:ext cx="9143299" cy="5146866"/>
            </a:xfrm>
            <a:prstGeom prst="rect">
              <a:avLst/>
            </a:prstGeom>
            <a:solidFill>
              <a:srgbClr val="F5F7F9"/>
            </a:solidFill>
            <a:ln w="12700">
              <a:miter lim="400000"/>
            </a:ln>
          </p:spPr>
          <p:txBody>
            <a:bodyPr lIns="0" tIns="0" rIns="0" bIns="0" anchor="ctr"/>
            <a:lstStyle/>
            <a:p>
              <a:pPr algn="l">
                <a:defRPr sz="3200" b="0">
                  <a:solidFill>
                    <a:srgbClr val="5E5E5E"/>
                  </a:solidFill>
                  <a:latin typeface="+mn-lt"/>
                  <a:ea typeface="+mn-ea"/>
                  <a:cs typeface="+mn-cs"/>
                  <a:sym typeface="Helvetica Neue Medium"/>
                </a:defRPr>
              </a:pPr>
              <a:endParaRPr lang="en-US" sz="1600" noProof="0"/>
            </a:p>
          </p:txBody>
        </p:sp>
        <p:sp>
          <p:nvSpPr>
            <p:cNvPr id="4" name="Rectangle">
              <a:extLst>
                <a:ext uri="{FF2B5EF4-FFF2-40B4-BE49-F238E27FC236}">
                  <a16:creationId xmlns:a16="http://schemas.microsoft.com/office/drawing/2014/main" id="{D989BA39-7EC6-294F-AF53-B7142E5CDB12}"/>
                </a:ext>
              </a:extLst>
            </p:cNvPr>
            <p:cNvSpPr/>
            <p:nvPr userDrawn="1"/>
          </p:nvSpPr>
          <p:spPr>
            <a:xfrm>
              <a:off x="189491" y="197168"/>
              <a:ext cx="8794630" cy="4593579"/>
            </a:xfrm>
            <a:prstGeom prst="rect">
              <a:avLst/>
            </a:prstGeom>
            <a:solidFill>
              <a:srgbClr val="FFFFFF"/>
            </a:solidFill>
            <a:ln w="12700">
              <a:miter lim="400000"/>
            </a:ln>
          </p:spPr>
          <p:txBody>
            <a:bodyPr lIns="0" tIns="0" rIns="0" bIns="0" anchor="ctr"/>
            <a:lstStyle/>
            <a:p>
              <a:pPr algn="l">
                <a:defRPr sz="3200" b="0">
                  <a:solidFill>
                    <a:srgbClr val="FFFFFF"/>
                  </a:solidFill>
                  <a:latin typeface="+mn-lt"/>
                  <a:ea typeface="+mn-ea"/>
                  <a:cs typeface="+mn-cs"/>
                  <a:sym typeface="Helvetica Neue Medium"/>
                </a:defRPr>
              </a:pPr>
              <a:endParaRPr lang="en-US" sz="1600" noProof="0"/>
            </a:p>
          </p:txBody>
        </p:sp>
      </p:grpSp>
      <p:sp>
        <p:nvSpPr>
          <p:cNvPr id="6" name="Copyright Ⓒ 2018 Accenture  All rights reserved">
            <a:extLst>
              <a:ext uri="{FF2B5EF4-FFF2-40B4-BE49-F238E27FC236}">
                <a16:creationId xmlns:a16="http://schemas.microsoft.com/office/drawing/2014/main" id="{8CACBDDE-75CD-C644-9B17-36349A723C74}"/>
              </a:ext>
            </a:extLst>
          </p:cNvPr>
          <p:cNvSpPr txBox="1"/>
          <p:nvPr/>
        </p:nvSpPr>
        <p:spPr>
          <a:xfrm>
            <a:off x="5688980" y="6565842"/>
            <a:ext cx="2324354" cy="123111"/>
          </a:xfrm>
          <a:prstGeom prst="rect">
            <a:avLst/>
          </a:prstGeom>
          <a:noFill/>
          <a:ln w="12700" cap="flat">
            <a:noFill/>
            <a:miter lim="400000"/>
          </a:ln>
          <a:effectLst/>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none" lIns="0" tIns="0" rIns="0" bIns="0" numCol="1" anchor="t">
            <a:spAutoFit/>
          </a:bodyPr>
          <a:lstStyle>
            <a:lvl1pPr algn="l" defTabSz="1828800">
              <a:defRPr sz="1600" b="0">
                <a:solidFill>
                  <a:srgbClr val="5E5E5E"/>
                </a:solidFill>
                <a:latin typeface="Graphik Medium"/>
                <a:ea typeface="Graphik Medium"/>
                <a:cs typeface="Graphik Medium"/>
                <a:sym typeface="Graphik Medium"/>
              </a:defRPr>
            </a:lvl1pPr>
          </a:lstStyle>
          <a:p>
            <a:r>
              <a:rPr lang="en-US" sz="800" noProof="0"/>
              <a:t>Copyright Ⓒ 2022 Accenture  All rights reserved</a:t>
            </a:r>
          </a:p>
        </p:txBody>
      </p:sp>
      <p:sp>
        <p:nvSpPr>
          <p:cNvPr id="46" name="Textplatzhalter 45">
            <a:extLst>
              <a:ext uri="{FF2B5EF4-FFF2-40B4-BE49-F238E27FC236}">
                <a16:creationId xmlns:a16="http://schemas.microsoft.com/office/drawing/2014/main" id="{C198B9B7-3351-804E-9791-0F86BB11B974}"/>
              </a:ext>
            </a:extLst>
          </p:cNvPr>
          <p:cNvSpPr>
            <a:spLocks noGrp="1"/>
          </p:cNvSpPr>
          <p:nvPr>
            <p:ph type="body" sz="quarter" idx="12"/>
          </p:nvPr>
        </p:nvSpPr>
        <p:spPr>
          <a:xfrm>
            <a:off x="583757" y="515602"/>
            <a:ext cx="5880705" cy="182815"/>
          </a:xfrm>
          <a:prstGeom prst="rect">
            <a:avLst/>
          </a:prstGeom>
        </p:spPr>
        <p:txBody>
          <a:bodyPr>
            <a:noAutofit/>
          </a:bodyPr>
          <a:lstStyle>
            <a:lvl1pPr marL="0" indent="0">
              <a:buNone/>
              <a:defRPr kumimoji="0" lang="en-US" sz="1051" b="0" i="0" u="none" strike="noStrike" cap="none" spc="0" normalizeH="0" baseline="0" dirty="0">
                <a:ln>
                  <a:noFill/>
                </a:ln>
                <a:solidFill>
                  <a:srgbClr val="313131"/>
                </a:solidFill>
                <a:effectLst/>
                <a:uFillTx/>
                <a:latin typeface="Graphik Medium"/>
                <a:ea typeface="Graphik Medium"/>
                <a:cs typeface="Graphik Medium"/>
                <a:sym typeface="Helvetica Neue"/>
              </a:defRPr>
            </a:lvl1pPr>
          </a:lstStyle>
          <a:p>
            <a:endParaRPr lang="en-US" noProof="0"/>
          </a:p>
        </p:txBody>
      </p:sp>
      <p:sp>
        <p:nvSpPr>
          <p:cNvPr id="48" name="Textplatzhalter 47">
            <a:extLst>
              <a:ext uri="{FF2B5EF4-FFF2-40B4-BE49-F238E27FC236}">
                <a16:creationId xmlns:a16="http://schemas.microsoft.com/office/drawing/2014/main" id="{8B591B01-1140-A446-97B6-CB7450ED42D0}"/>
              </a:ext>
            </a:extLst>
          </p:cNvPr>
          <p:cNvSpPr>
            <a:spLocks noGrp="1"/>
          </p:cNvSpPr>
          <p:nvPr>
            <p:ph type="body" sz="quarter" idx="13"/>
          </p:nvPr>
        </p:nvSpPr>
        <p:spPr>
          <a:xfrm>
            <a:off x="583758" y="726500"/>
            <a:ext cx="11058137" cy="1201155"/>
          </a:xfrm>
          <a:prstGeom prst="rect">
            <a:avLst/>
          </a:prstGeom>
        </p:spPr>
        <p:txBody>
          <a:bodyPr anchor="t">
            <a:noAutofit/>
          </a:bodyPr>
          <a:lstStyle>
            <a:lvl1pPr marL="0" indent="0">
              <a:buNone/>
              <a:defRPr kumimoji="0" lang="en-US" sz="3200" b="0" i="0" u="none" strike="noStrike" cap="none" spc="0" normalizeH="0" baseline="0" dirty="0">
                <a:ln>
                  <a:noFill/>
                </a:ln>
                <a:solidFill>
                  <a:srgbClr val="313131"/>
                </a:solidFill>
                <a:effectLst/>
                <a:uFillTx/>
                <a:latin typeface="Graphik Extralight"/>
                <a:ea typeface="Graphik Extralight"/>
                <a:cs typeface="Graphik Extralight"/>
                <a:sym typeface="Helvetica Neue"/>
              </a:defRPr>
            </a:lvl1pPr>
          </a:lstStyle>
          <a:p>
            <a:endParaRPr lang="en-US" noProof="0"/>
          </a:p>
        </p:txBody>
      </p:sp>
      <p:sp>
        <p:nvSpPr>
          <p:cNvPr id="70" name="Textfeld 69">
            <a:extLst>
              <a:ext uri="{FF2B5EF4-FFF2-40B4-BE49-F238E27FC236}">
                <a16:creationId xmlns:a16="http://schemas.microsoft.com/office/drawing/2014/main" id="{74F9075F-C7D3-C945-95B7-DC8B159B600D}"/>
              </a:ext>
            </a:extLst>
          </p:cNvPr>
          <p:cNvSpPr txBox="1"/>
          <p:nvPr userDrawn="1"/>
        </p:nvSpPr>
        <p:spPr>
          <a:xfrm>
            <a:off x="11641895" y="6555881"/>
            <a:ext cx="411480" cy="17440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ctr" defTabSz="412740" rtl="0" fontAlgn="auto" latinLnBrk="0" hangingPunct="0">
              <a:lnSpc>
                <a:spcPct val="100000"/>
              </a:lnSpc>
              <a:spcBef>
                <a:spcPts val="0"/>
              </a:spcBef>
              <a:spcAft>
                <a:spcPts val="0"/>
              </a:spcAft>
              <a:buClrTx/>
              <a:buSzTx/>
              <a:buFontTx/>
              <a:buNone/>
              <a:tabLst/>
            </a:pPr>
            <a:fld id="{62C197D3-294B-0846-B7D0-AC071D2CBE2F}" type="slidenum">
              <a:rPr kumimoji="0" lang="en-US" sz="800" b="0" i="0" u="none" strike="noStrike" cap="none" spc="0" normalizeH="0" baseline="0" smtClean="0">
                <a:ln>
                  <a:noFill/>
                </a:ln>
                <a:solidFill>
                  <a:srgbClr val="000000"/>
                </a:solidFill>
                <a:effectLst/>
                <a:uFillTx/>
                <a:latin typeface="Graphik" panose="020B0503030202060203" pitchFamily="34" charset="77"/>
                <a:ea typeface="Helvetica Neue Light"/>
                <a:cs typeface="Helvetica Neue"/>
                <a:sym typeface="Helvetica Neue"/>
              </a:rPr>
              <a:pPr marL="0" marR="0" indent="0" algn="ctr" defTabSz="412740" rtl="0" fontAlgn="auto" latinLnBrk="0" hangingPunct="0">
                <a:lnSpc>
                  <a:spcPct val="100000"/>
                </a:lnSpc>
                <a:spcBef>
                  <a:spcPts val="0"/>
                </a:spcBef>
                <a:spcAft>
                  <a:spcPts val="0"/>
                </a:spcAft>
                <a:buClrTx/>
                <a:buSzTx/>
                <a:buFontTx/>
                <a:buNone/>
                <a:tabLst/>
              </a:pPr>
              <a:t>‹#›</a:t>
            </a:fld>
            <a:endParaRPr kumimoji="0" lang="en-US" sz="800" b="0" i="0" u="none" strike="noStrike" cap="none" spc="0" normalizeH="0" baseline="0">
              <a:ln>
                <a:noFill/>
              </a:ln>
              <a:solidFill>
                <a:srgbClr val="000000"/>
              </a:solidFill>
              <a:effectLst/>
              <a:uFillTx/>
              <a:latin typeface="Graphik" panose="020B0503030202060203" pitchFamily="34" charset="77"/>
              <a:ea typeface="Helvetica Neue Light"/>
              <a:cs typeface="Helvetica Neue"/>
              <a:sym typeface="Helvetica Neue"/>
            </a:endParaRPr>
          </a:p>
        </p:txBody>
      </p:sp>
      <p:pic>
        <p:nvPicPr>
          <p:cNvPr id="14" name="Grafik 13">
            <a:extLst>
              <a:ext uri="{FF2B5EF4-FFF2-40B4-BE49-F238E27FC236}">
                <a16:creationId xmlns:a16="http://schemas.microsoft.com/office/drawing/2014/main" id="{31462AE7-3669-354B-9330-98F8761FD95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4866914" y="6465311"/>
            <a:ext cx="733863" cy="314192"/>
          </a:xfrm>
          <a:prstGeom prst="rect">
            <a:avLst/>
          </a:prstGeom>
        </p:spPr>
      </p:pic>
    </p:spTree>
    <p:extLst>
      <p:ext uri="{BB962C8B-B14F-4D97-AF65-F5344CB8AC3E}">
        <p14:creationId xmlns:p14="http://schemas.microsoft.com/office/powerpoint/2010/main" val="2918973323"/>
      </p:ext>
    </p:extLst>
  </p:cSld>
  <p:clrMapOvr>
    <a:masterClrMapping/>
  </p:clrMapOvr>
  <p:transition spd="med"/>
  <p:extLst>
    <p:ext uri="{DCECCB84-F9BA-43D5-87BE-67443E8EF086}">
      <p15:sldGuideLst xmlns:p15="http://schemas.microsoft.com/office/powerpoint/2012/main">
        <p15:guide id="1" orient="horz" pos="1033">
          <p15:clr>
            <a:srgbClr val="FBAE40"/>
          </p15:clr>
        </p15:guide>
        <p15:guide id="2" orient="horz" pos="2938">
          <p15:clr>
            <a:srgbClr val="FBAE40"/>
          </p15:clr>
        </p15:guide>
        <p15:guide id="3" pos="269">
          <p15:clr>
            <a:srgbClr val="FBAE40"/>
          </p15:clr>
        </p15:guide>
        <p15:guide id="4" pos="5499">
          <p15:clr>
            <a:srgbClr val="FBAE40"/>
          </p15:clr>
        </p15:guide>
        <p15:guide id="5" pos="288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Bullets Opt 1">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1104290A-1E04-4AF8-82EA-4BADC574788C}"/>
              </a:ext>
            </a:extLst>
          </p:cNvPr>
          <p:cNvSpPr>
            <a:spLocks noGrp="1"/>
          </p:cNvSpPr>
          <p:nvPr>
            <p:ph type="title" hasCustomPrompt="1"/>
          </p:nvPr>
        </p:nvSpPr>
        <p:spPr>
          <a:xfrm>
            <a:off x="381000" y="381001"/>
            <a:ext cx="11430000" cy="726439"/>
          </a:xfrm>
          <a:prstGeom prst="rect">
            <a:avLst/>
          </a:prstGeom>
        </p:spPr>
        <p:txBody>
          <a:bodyPr>
            <a:normAutofit/>
          </a:bodyPr>
          <a:lstStyle>
            <a:lvl1pPr>
              <a:lnSpc>
                <a:spcPct val="80000"/>
              </a:lnSpc>
              <a:defRPr/>
            </a:lvl1pPr>
          </a:lstStyle>
          <a:p>
            <a:r>
              <a:rPr lang="en-US"/>
              <a:t>Insert Main Title at 36pt min 30pt</a:t>
            </a:r>
          </a:p>
        </p:txBody>
      </p:sp>
    </p:spTree>
    <p:extLst>
      <p:ext uri="{BB962C8B-B14F-4D97-AF65-F5344CB8AC3E}">
        <p14:creationId xmlns:p14="http://schemas.microsoft.com/office/powerpoint/2010/main" val="364775576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81AFBD-8268-6E4E-B726-58CFB16052FE}"/>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82F82312-3184-8349-A074-E375B37B54C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BFC512A5-A4BF-F04E-9728-A4BCE2E07F3C}"/>
              </a:ext>
            </a:extLst>
          </p:cNvPr>
          <p:cNvSpPr>
            <a:spLocks noGrp="1"/>
          </p:cNvSpPr>
          <p:nvPr>
            <p:ph type="dt" sz="half" idx="10"/>
          </p:nvPr>
        </p:nvSpPr>
        <p:spPr/>
        <p:txBody>
          <a:bodyPr/>
          <a:lstStyle/>
          <a:p>
            <a:fld id="{16D56AAA-2B22-9448-A19B-5118FC26E10B}" type="datetimeFigureOut">
              <a:rPr lang="en-US" smtClean="0"/>
              <a:t>8/16/2026</a:t>
            </a:fld>
            <a:endParaRPr lang="en-US"/>
          </a:p>
        </p:txBody>
      </p:sp>
      <p:sp>
        <p:nvSpPr>
          <p:cNvPr id="5" name="Footer Placeholder 4">
            <a:extLst>
              <a:ext uri="{FF2B5EF4-FFF2-40B4-BE49-F238E27FC236}">
                <a16:creationId xmlns:a16="http://schemas.microsoft.com/office/drawing/2014/main" id="{5F01ACDA-90AD-DF4E-B1C9-3175F6A31CC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52C3B2B-4BD8-8B4A-A487-317A72600304}"/>
              </a:ext>
            </a:extLst>
          </p:cNvPr>
          <p:cNvSpPr>
            <a:spLocks noGrp="1"/>
          </p:cNvSpPr>
          <p:nvPr>
            <p:ph type="sldNum" sz="quarter" idx="12"/>
          </p:nvPr>
        </p:nvSpPr>
        <p:spPr/>
        <p:txBody>
          <a:bodyPr/>
          <a:lstStyle/>
          <a:p>
            <a:fld id="{BC1FC613-4EEB-CC4B-B0A4-9C18D7586DEA}" type="slidenum">
              <a:rPr lang="en-US" smtClean="0"/>
              <a:t>‹#›</a:t>
            </a:fld>
            <a:endParaRPr lang="en-US"/>
          </a:p>
        </p:txBody>
      </p:sp>
    </p:spTree>
    <p:extLst>
      <p:ext uri="{BB962C8B-B14F-4D97-AF65-F5344CB8AC3E}">
        <p14:creationId xmlns:p14="http://schemas.microsoft.com/office/powerpoint/2010/main" val="122192990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68F314A7-305B-4E0B-96B7-5B0949118DB0}" type="datetimeFigureOut">
              <a:rPr lang="en-IN" smtClean="0"/>
              <a:t>16-08-2026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FDA3DAB-CBFF-463B-9AA2-9E36431F8A67}" type="slidenum">
              <a:rPr lang="en-IN" smtClean="0"/>
              <a:t>‹#›</a:t>
            </a:fld>
            <a:endParaRPr lang="en-IN"/>
          </a:p>
        </p:txBody>
      </p:sp>
    </p:spTree>
    <p:extLst>
      <p:ext uri="{BB962C8B-B14F-4D97-AF65-F5344CB8AC3E}">
        <p14:creationId xmlns:p14="http://schemas.microsoft.com/office/powerpoint/2010/main" val="285046941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8F314A7-305B-4E0B-96B7-5B0949118DB0}" type="datetimeFigureOut">
              <a:rPr lang="en-IN" smtClean="0"/>
              <a:t>16-08-2026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FDA3DAB-CBFF-463B-9AA2-9E36431F8A67}" type="slidenum">
              <a:rPr lang="en-IN" smtClean="0"/>
              <a:t>‹#›</a:t>
            </a:fld>
            <a:endParaRPr lang="en-IN"/>
          </a:p>
        </p:txBody>
      </p:sp>
    </p:spTree>
    <p:extLst>
      <p:ext uri="{BB962C8B-B14F-4D97-AF65-F5344CB8AC3E}">
        <p14:creationId xmlns:p14="http://schemas.microsoft.com/office/powerpoint/2010/main" val="61486710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8F314A7-305B-4E0B-96B7-5B0949118DB0}" type="datetimeFigureOut">
              <a:rPr lang="en-IN" smtClean="0"/>
              <a:t>16-08-2026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FDA3DAB-CBFF-463B-9AA2-9E36431F8A67}" type="slidenum">
              <a:rPr lang="en-IN" smtClean="0"/>
              <a:t>‹#›</a:t>
            </a:fld>
            <a:endParaRPr lang="en-IN"/>
          </a:p>
        </p:txBody>
      </p:sp>
    </p:spTree>
    <p:extLst>
      <p:ext uri="{BB962C8B-B14F-4D97-AF65-F5344CB8AC3E}">
        <p14:creationId xmlns:p14="http://schemas.microsoft.com/office/powerpoint/2010/main" val="86190311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8F314A7-305B-4E0B-96B7-5B0949118DB0}" type="datetimeFigureOut">
              <a:rPr lang="en-IN" smtClean="0"/>
              <a:t>16-08-2026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FDA3DAB-CBFF-463B-9AA2-9E36431F8A67}" type="slidenum">
              <a:rPr lang="en-IN" smtClean="0"/>
              <a:t>‹#›</a:t>
            </a:fld>
            <a:endParaRPr lang="en-IN"/>
          </a:p>
        </p:txBody>
      </p:sp>
    </p:spTree>
    <p:extLst>
      <p:ext uri="{BB962C8B-B14F-4D97-AF65-F5344CB8AC3E}">
        <p14:creationId xmlns:p14="http://schemas.microsoft.com/office/powerpoint/2010/main" val="236221140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8F314A7-305B-4E0B-96B7-5B0949118DB0}" type="datetimeFigureOut">
              <a:rPr lang="en-IN" smtClean="0"/>
              <a:t>16-08-2026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EFDA3DAB-CBFF-463B-9AA2-9E36431F8A67}" type="slidenum">
              <a:rPr lang="en-IN" smtClean="0"/>
              <a:t>‹#›</a:t>
            </a:fld>
            <a:endParaRPr lang="en-IN"/>
          </a:p>
        </p:txBody>
      </p:sp>
    </p:spTree>
    <p:extLst>
      <p:ext uri="{BB962C8B-B14F-4D97-AF65-F5344CB8AC3E}">
        <p14:creationId xmlns:p14="http://schemas.microsoft.com/office/powerpoint/2010/main" val="119892332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8F314A7-305B-4E0B-96B7-5B0949118DB0}" type="datetimeFigureOut">
              <a:rPr lang="en-IN" smtClean="0"/>
              <a:t>16-08-2026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EFDA3DAB-CBFF-463B-9AA2-9E36431F8A67}" type="slidenum">
              <a:rPr lang="en-IN" smtClean="0"/>
              <a:t>‹#›</a:t>
            </a:fld>
            <a:endParaRPr lang="en-IN"/>
          </a:p>
        </p:txBody>
      </p:sp>
    </p:spTree>
    <p:extLst>
      <p:ext uri="{BB962C8B-B14F-4D97-AF65-F5344CB8AC3E}">
        <p14:creationId xmlns:p14="http://schemas.microsoft.com/office/powerpoint/2010/main" val="119747371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8F314A7-305B-4E0B-96B7-5B0949118DB0}" type="datetimeFigureOut">
              <a:rPr lang="en-IN" smtClean="0"/>
              <a:t>16-08-2026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EFDA3DAB-CBFF-463B-9AA2-9E36431F8A67}" type="slidenum">
              <a:rPr lang="en-IN" smtClean="0"/>
              <a:t>‹#›</a:t>
            </a:fld>
            <a:endParaRPr lang="en-IN"/>
          </a:p>
        </p:txBody>
      </p:sp>
    </p:spTree>
    <p:extLst>
      <p:ext uri="{BB962C8B-B14F-4D97-AF65-F5344CB8AC3E}">
        <p14:creationId xmlns:p14="http://schemas.microsoft.com/office/powerpoint/2010/main" val="234674625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8F314A7-305B-4E0B-96B7-5B0949118DB0}" type="datetimeFigureOut">
              <a:rPr lang="en-IN" smtClean="0"/>
              <a:t>16-08-2026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FDA3DAB-CBFF-463B-9AA2-9E36431F8A67}" type="slidenum">
              <a:rPr lang="en-IN" smtClean="0"/>
              <a:t>‹#›</a:t>
            </a:fld>
            <a:endParaRPr lang="en-IN"/>
          </a:p>
        </p:txBody>
      </p:sp>
    </p:spTree>
    <p:extLst>
      <p:ext uri="{BB962C8B-B14F-4D97-AF65-F5344CB8AC3E}">
        <p14:creationId xmlns:p14="http://schemas.microsoft.com/office/powerpoint/2010/main" val="185935882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8F314A7-305B-4E0B-96B7-5B0949118DB0}" type="datetimeFigureOut">
              <a:rPr lang="en-IN" smtClean="0"/>
              <a:t>16-08-2026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FDA3DAB-CBFF-463B-9AA2-9E36431F8A67}" type="slidenum">
              <a:rPr lang="en-IN" smtClean="0"/>
              <a:t>‹#›</a:t>
            </a:fld>
            <a:endParaRPr lang="en-IN"/>
          </a:p>
        </p:txBody>
      </p:sp>
    </p:spTree>
    <p:extLst>
      <p:ext uri="{BB962C8B-B14F-4D97-AF65-F5344CB8AC3E}">
        <p14:creationId xmlns:p14="http://schemas.microsoft.com/office/powerpoint/2010/main" val="215802856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8F314A7-305B-4E0B-96B7-5B0949118DB0}" type="datetimeFigureOut">
              <a:rPr lang="en-IN" smtClean="0"/>
              <a:t>16-08-2026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FDA3DAB-CBFF-463B-9AA2-9E36431F8A67}" type="slidenum">
              <a:rPr lang="en-IN" smtClean="0"/>
              <a:t>‹#›</a:t>
            </a:fld>
            <a:endParaRPr lang="en-IN"/>
          </a:p>
        </p:txBody>
      </p:sp>
    </p:spTree>
    <p:extLst>
      <p:ext uri="{BB962C8B-B14F-4D97-AF65-F5344CB8AC3E}">
        <p14:creationId xmlns:p14="http://schemas.microsoft.com/office/powerpoint/2010/main" val="133217269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8F314A7-305B-4E0B-96B7-5B0949118DB0}" type="datetimeFigureOut">
              <a:rPr lang="en-IN" smtClean="0"/>
              <a:t>16-08-2026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FDA3DAB-CBFF-463B-9AA2-9E36431F8A67}" type="slidenum">
              <a:rPr lang="en-IN" smtClean="0"/>
              <a:t>‹#›</a:t>
            </a:fld>
            <a:endParaRPr lang="en-IN"/>
          </a:p>
        </p:txBody>
      </p:sp>
    </p:spTree>
    <p:extLst>
      <p:ext uri="{BB962C8B-B14F-4D97-AF65-F5344CB8AC3E}">
        <p14:creationId xmlns:p14="http://schemas.microsoft.com/office/powerpoint/2010/main" val="1968465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1_Standard slide_no bullets">
    <p:spTree>
      <p:nvGrpSpPr>
        <p:cNvPr id="1" name=""/>
        <p:cNvGrpSpPr/>
        <p:nvPr/>
      </p:nvGrpSpPr>
      <p:grpSpPr>
        <a:xfrm>
          <a:off x="0" y="0"/>
          <a:ext cx="0" cy="0"/>
          <a:chOff x="0" y="0"/>
          <a:chExt cx="0" cy="0"/>
        </a:xfrm>
      </p:grpSpPr>
      <p:sp>
        <p:nvSpPr>
          <p:cNvPr id="10" name="Text Placeholder 16">
            <a:extLst>
              <a:ext uri="{FF2B5EF4-FFF2-40B4-BE49-F238E27FC236}">
                <a16:creationId xmlns:a16="http://schemas.microsoft.com/office/drawing/2014/main" id="{DA81FCAA-64D2-4A9C-B16E-9C4E3BB431BB}"/>
              </a:ext>
            </a:extLst>
          </p:cNvPr>
          <p:cNvSpPr>
            <a:spLocks noGrp="1"/>
          </p:cNvSpPr>
          <p:nvPr>
            <p:ph type="body" sz="quarter" idx="14" hasCustomPrompt="1"/>
          </p:nvPr>
        </p:nvSpPr>
        <p:spPr>
          <a:xfrm>
            <a:off x="7129748" y="3813288"/>
            <a:ext cx="3087667" cy="180000"/>
          </a:xfrm>
        </p:spPr>
        <p:txBody>
          <a:bodyPr/>
          <a:lstStyle>
            <a:lvl1pPr marL="0" indent="0">
              <a:buNone/>
              <a:defRPr sz="1199">
                <a:solidFill>
                  <a:schemeClr val="bg1"/>
                </a:solidFill>
              </a:defRPr>
            </a:lvl1pPr>
          </a:lstStyle>
          <a:p>
            <a:pPr lvl="0"/>
            <a:r>
              <a:rPr lang="en-US"/>
              <a:t>Name Surname</a:t>
            </a:r>
            <a:endParaRPr lang="en-GB"/>
          </a:p>
        </p:txBody>
      </p:sp>
      <p:sp>
        <p:nvSpPr>
          <p:cNvPr id="11" name="Text Placeholder 16">
            <a:extLst>
              <a:ext uri="{FF2B5EF4-FFF2-40B4-BE49-F238E27FC236}">
                <a16:creationId xmlns:a16="http://schemas.microsoft.com/office/drawing/2014/main" id="{03CDC117-35F2-47B2-85B2-29CB8EE7E096}"/>
              </a:ext>
            </a:extLst>
          </p:cNvPr>
          <p:cNvSpPr>
            <a:spLocks noGrp="1"/>
          </p:cNvSpPr>
          <p:nvPr>
            <p:ph type="body" sz="quarter" idx="15" hasCustomPrompt="1"/>
          </p:nvPr>
        </p:nvSpPr>
        <p:spPr>
          <a:xfrm>
            <a:off x="7129748" y="4055931"/>
            <a:ext cx="3087667" cy="180000"/>
          </a:xfrm>
        </p:spPr>
        <p:txBody>
          <a:bodyPr/>
          <a:lstStyle>
            <a:lvl1pPr marL="0" indent="0">
              <a:buNone/>
              <a:defRPr sz="1199">
                <a:solidFill>
                  <a:schemeClr val="bg1"/>
                </a:solidFill>
              </a:defRPr>
            </a:lvl1pPr>
          </a:lstStyle>
          <a:p>
            <a:pPr lvl="0"/>
            <a:r>
              <a:rPr lang="en-US"/>
              <a:t>Job Title to go here</a:t>
            </a:r>
            <a:endParaRPr lang="en-GB"/>
          </a:p>
        </p:txBody>
      </p:sp>
      <p:sp>
        <p:nvSpPr>
          <p:cNvPr id="14" name="Picture Placeholder 19">
            <a:extLst>
              <a:ext uri="{FF2B5EF4-FFF2-40B4-BE49-F238E27FC236}">
                <a16:creationId xmlns:a16="http://schemas.microsoft.com/office/drawing/2014/main" id="{00A15EA9-2372-4E06-83C2-1E13AB1FA626}"/>
              </a:ext>
            </a:extLst>
          </p:cNvPr>
          <p:cNvSpPr>
            <a:spLocks noGrp="1"/>
          </p:cNvSpPr>
          <p:nvPr>
            <p:ph type="pic" sz="quarter" idx="16"/>
          </p:nvPr>
        </p:nvSpPr>
        <p:spPr>
          <a:xfrm>
            <a:off x="6119820" y="3578084"/>
            <a:ext cx="778554" cy="778959"/>
          </a:xfrm>
          <a:prstGeom prst="ellipse">
            <a:avLst/>
          </a:prstGeom>
        </p:spPr>
        <p:txBody>
          <a:bodyPr anchor="ctr"/>
          <a:lstStyle>
            <a:lvl1pPr marL="0" indent="0" algn="ctr">
              <a:buNone/>
              <a:defRPr sz="900">
                <a:solidFill>
                  <a:schemeClr val="bg1"/>
                </a:solidFill>
              </a:defRPr>
            </a:lvl1pPr>
          </a:lstStyle>
          <a:p>
            <a:endParaRPr lang="en-GB"/>
          </a:p>
        </p:txBody>
      </p:sp>
    </p:spTree>
    <p:extLst>
      <p:ext uri="{BB962C8B-B14F-4D97-AF65-F5344CB8AC3E}">
        <p14:creationId xmlns:p14="http://schemas.microsoft.com/office/powerpoint/2010/main" val="362620110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userDrawn="1">
  <p:cSld name="Key Message Gradient Dark 1">
    <p:bg>
      <p:bgPr>
        <a:solidFill>
          <a:schemeClr val="accent3"/>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B47B586-CFEE-4C32-8227-001B5A89C37D}"/>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6A4D9B0E-55A4-43D3-A4B6-225FAA7538EB}"/>
              </a:ext>
            </a:extLst>
          </p:cNvPr>
          <p:cNvSpPr>
            <a:spLocks noGrp="1"/>
          </p:cNvSpPr>
          <p:nvPr>
            <p:ph type="title" hasCustomPrompt="1"/>
          </p:nvPr>
        </p:nvSpPr>
        <p:spPr>
          <a:xfrm>
            <a:off x="1767840" y="2015925"/>
            <a:ext cx="8656320" cy="2826150"/>
          </a:xfrm>
        </p:spPr>
        <p:txBody>
          <a:bodyPr anchor="ctr"/>
          <a:lstStyle>
            <a:lvl1pPr algn="ctr">
              <a:defRPr sz="5400">
                <a:solidFill>
                  <a:schemeClr val="tx1"/>
                </a:solidFill>
              </a:defRPr>
            </a:lvl1pPr>
          </a:lstStyle>
          <a:p>
            <a:r>
              <a:rPr lang="en-US"/>
              <a:t>Place key message here</a:t>
            </a:r>
          </a:p>
        </p:txBody>
      </p:sp>
    </p:spTree>
    <p:extLst>
      <p:ext uri="{BB962C8B-B14F-4D97-AF65-F5344CB8AC3E}">
        <p14:creationId xmlns:p14="http://schemas.microsoft.com/office/powerpoint/2010/main" val="316279659"/>
      </p:ext>
    </p:extLst>
  </p:cSld>
  <p:clrMapOvr>
    <a:overrideClrMapping bg1="dk1" tx1="lt1" bg2="dk2" tx2="lt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Cover: gradi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746E4763-F545-C94B-51CE-F4BC514CB5E2}"/>
              </a:ext>
            </a:extLst>
          </p:cNvPr>
          <p:cNvSpPr>
            <a:spLocks noGrp="1"/>
          </p:cNvSpPr>
          <p:nvPr>
            <p:ph type="title"/>
          </p:nvPr>
        </p:nvSpPr>
        <p:spPr>
          <a:xfrm>
            <a:off x="1164969" y="3010439"/>
            <a:ext cx="6793919" cy="1329595"/>
          </a:xfrm>
          <a:prstGeom prst="rect">
            <a:avLst/>
          </a:prstGeom>
        </p:spPr>
        <p:txBody>
          <a:bodyPr anchor="b">
            <a:spAutoFit/>
          </a:bodyPr>
          <a:lstStyle>
            <a:lvl1pPr algn="l">
              <a:lnSpc>
                <a:spcPct val="90000"/>
              </a:lnSpc>
              <a:defRPr sz="4800" b="0">
                <a:solidFill>
                  <a:schemeClr val="tx1"/>
                </a:solidFill>
              </a:defRPr>
            </a:lvl1pPr>
          </a:lstStyle>
          <a:p>
            <a:r>
              <a:rPr lang="en-GB"/>
              <a:t>Click to edit Master title style</a:t>
            </a:r>
            <a:endParaRPr lang="en-US"/>
          </a:p>
        </p:txBody>
      </p:sp>
      <p:sp>
        <p:nvSpPr>
          <p:cNvPr id="16" name="Subtitle 2">
            <a:extLst>
              <a:ext uri="{FF2B5EF4-FFF2-40B4-BE49-F238E27FC236}">
                <a16:creationId xmlns:a16="http://schemas.microsoft.com/office/drawing/2014/main" id="{BC002026-094D-D1B0-BDA1-62996F241354}"/>
              </a:ext>
            </a:extLst>
          </p:cNvPr>
          <p:cNvSpPr>
            <a:spLocks noGrp="1"/>
          </p:cNvSpPr>
          <p:nvPr>
            <p:ph type="subTitle" idx="1" hasCustomPrompt="1"/>
          </p:nvPr>
        </p:nvSpPr>
        <p:spPr>
          <a:xfrm>
            <a:off x="1164969" y="4464055"/>
            <a:ext cx="6793919" cy="1092845"/>
          </a:xfrm>
          <a:prstGeom prst="rect">
            <a:avLst/>
          </a:prstGeom>
        </p:spPr>
        <p:txBody>
          <a:bodyPr/>
          <a:lstStyle>
            <a:lvl1pPr marL="0" indent="0" algn="l">
              <a:lnSpc>
                <a:spcPct val="90000"/>
              </a:lnSpc>
              <a:spcAft>
                <a:spcPts val="0"/>
              </a:spcAft>
              <a:buNone/>
              <a:defRPr sz="1800" b="0" i="0" spc="0">
                <a:solidFill>
                  <a:schemeClr val="tx1"/>
                </a:solidFill>
                <a:latin typeface="Graphik" panose="020B0503030202060203" pitchFamily="34" charset="77"/>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pPr marL="0" lvl="0" indent="0" algn="l" defTabSz="914377" rtl="0" eaLnBrk="1" latinLnBrk="0" hangingPunct="1">
              <a:lnSpc>
                <a:spcPct val="100000"/>
              </a:lnSpc>
              <a:spcBef>
                <a:spcPts val="0"/>
              </a:spcBef>
              <a:spcAft>
                <a:spcPts val="0"/>
              </a:spcAft>
              <a:buFont typeface="Graphik" panose="020B0604020202020204" pitchFamily="34" charset="0"/>
              <a:buNone/>
            </a:pPr>
            <a:r>
              <a:rPr lang="en-GB"/>
              <a:t>Place subtitle here in </a:t>
            </a:r>
            <a:r>
              <a:rPr lang="en-GB" err="1"/>
              <a:t>Graphik</a:t>
            </a:r>
            <a:r>
              <a:rPr lang="en-GB"/>
              <a:t> regular</a:t>
            </a:r>
            <a:endParaRPr lang="en-US"/>
          </a:p>
        </p:txBody>
      </p:sp>
      <p:pic>
        <p:nvPicPr>
          <p:cNvPr id="3" name="accenture" descr="accenture logo">
            <a:extLst>
              <a:ext uri="{FF2B5EF4-FFF2-40B4-BE49-F238E27FC236}">
                <a16:creationId xmlns:a16="http://schemas.microsoft.com/office/drawing/2014/main" id="{FF7A765D-4682-9084-D606-70A59390D78F}"/>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171951" y="557588"/>
            <a:ext cx="1243822" cy="328510"/>
          </a:xfrm>
          <a:prstGeom prst="rect">
            <a:avLst/>
          </a:prstGeom>
        </p:spPr>
      </p:pic>
      <p:sp>
        <p:nvSpPr>
          <p:cNvPr id="18" name="Text Placeholder 16">
            <a:extLst>
              <a:ext uri="{FF2B5EF4-FFF2-40B4-BE49-F238E27FC236}">
                <a16:creationId xmlns:a16="http://schemas.microsoft.com/office/drawing/2014/main" id="{21E81FC3-5B5A-36F1-7992-060E05D4773E}"/>
              </a:ext>
            </a:extLst>
          </p:cNvPr>
          <p:cNvSpPr>
            <a:spLocks noGrp="1"/>
          </p:cNvSpPr>
          <p:nvPr>
            <p:ph type="body" sz="quarter" idx="12" hasCustomPrompt="1"/>
          </p:nvPr>
        </p:nvSpPr>
        <p:spPr>
          <a:xfrm>
            <a:off x="1171950" y="5674232"/>
            <a:ext cx="3816000" cy="634494"/>
          </a:xfrm>
          <a:prstGeom prst="rect">
            <a:avLst/>
          </a:prstGeom>
        </p:spPr>
        <p:txBody>
          <a:bodyPr anchor="b"/>
          <a:lstStyle>
            <a:lvl1pPr marL="0" indent="0" algn="l" defTabSz="914377" rtl="0" eaLnBrk="1" latinLnBrk="0" hangingPunct="1">
              <a:spcAft>
                <a:spcPts val="0"/>
              </a:spcAft>
              <a:buNone/>
              <a:defRPr lang="en-US" sz="1200" b="0" i="0" kern="1200" dirty="0" smtClean="0">
                <a:solidFill>
                  <a:schemeClr val="tx1"/>
                </a:solidFill>
                <a:latin typeface="Graphik" panose="020B0503030202060203" pitchFamily="34" charset="77"/>
                <a:ea typeface="+mn-ea"/>
                <a:cs typeface="+mn-cs"/>
              </a:defRPr>
            </a:lvl1pPr>
            <a:lvl2pPr marL="0" algn="l" defTabSz="914377" rtl="0" eaLnBrk="1" latinLnBrk="0" hangingPunct="1">
              <a:spcAft>
                <a:spcPts val="0"/>
              </a:spcAft>
              <a:defRPr lang="en-US" sz="1400" b="0" kern="1200" dirty="0" smtClean="0">
                <a:solidFill>
                  <a:schemeClr val="tx1"/>
                </a:solidFill>
                <a:latin typeface="+mn-lt"/>
                <a:ea typeface="+mn-ea"/>
                <a:cs typeface="+mn-cs"/>
              </a:defRPr>
            </a:lvl2pPr>
            <a:lvl3pPr marL="0" algn="l" defTabSz="914377" rtl="0" eaLnBrk="1" latinLnBrk="0" hangingPunct="1">
              <a:spcAft>
                <a:spcPts val="0"/>
              </a:spcAft>
              <a:defRPr lang="en-US" sz="1400" b="0" kern="1200" dirty="0" smtClean="0">
                <a:solidFill>
                  <a:schemeClr val="tx1"/>
                </a:solidFill>
                <a:latin typeface="+mn-lt"/>
                <a:ea typeface="+mn-ea"/>
                <a:cs typeface="+mn-cs"/>
              </a:defRPr>
            </a:lvl3pPr>
            <a:lvl4pPr marL="0" algn="l" defTabSz="914377" rtl="0" eaLnBrk="1" latinLnBrk="0" hangingPunct="1">
              <a:spcAft>
                <a:spcPts val="0"/>
              </a:spcAft>
              <a:defRPr lang="en-US" sz="1400" b="0" kern="1200" dirty="0" smtClean="0">
                <a:solidFill>
                  <a:schemeClr val="tx1"/>
                </a:solidFill>
                <a:latin typeface="+mn-lt"/>
                <a:ea typeface="+mn-ea"/>
                <a:cs typeface="+mn-cs"/>
              </a:defRPr>
            </a:lvl4pPr>
            <a:lvl5pPr marL="0" algn="l" defTabSz="914377"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a:t>
            </a:r>
          </a:p>
        </p:txBody>
      </p:sp>
      <p:sp>
        <p:nvSpPr>
          <p:cNvPr id="23" name="Text Placeholder 16">
            <a:extLst>
              <a:ext uri="{FF2B5EF4-FFF2-40B4-BE49-F238E27FC236}">
                <a16:creationId xmlns:a16="http://schemas.microsoft.com/office/drawing/2014/main" id="{36108AED-3E3E-1C9D-6AD6-AB28DC816233}"/>
              </a:ext>
            </a:extLst>
          </p:cNvPr>
          <p:cNvSpPr>
            <a:spLocks noGrp="1"/>
          </p:cNvSpPr>
          <p:nvPr>
            <p:ph type="body" sz="quarter" idx="15" hasCustomPrompt="1"/>
          </p:nvPr>
        </p:nvSpPr>
        <p:spPr>
          <a:xfrm>
            <a:off x="9158956" y="6124059"/>
            <a:ext cx="1832894" cy="184666"/>
          </a:xfrm>
          <a:prstGeom prst="rect">
            <a:avLst/>
          </a:prstGeom>
        </p:spPr>
        <p:txBody>
          <a:bodyPr wrap="square">
            <a:spAutoFit/>
          </a:bodyPr>
          <a:lstStyle>
            <a:lvl1pPr marL="0" indent="0" algn="r" defTabSz="914377" rtl="0" eaLnBrk="1" latinLnBrk="0" hangingPunct="1">
              <a:spcAft>
                <a:spcPts val="0"/>
              </a:spcAft>
              <a:buNone/>
              <a:defRPr lang="en-US" sz="1200" b="0" i="0" kern="1200" dirty="0">
                <a:solidFill>
                  <a:schemeClr val="tx1"/>
                </a:solidFill>
                <a:latin typeface="+mj-lt"/>
                <a:ea typeface="+mn-ea"/>
                <a:cs typeface="+mn-cs"/>
              </a:defRPr>
            </a:lvl1pPr>
            <a:lvl2pPr marL="0" algn="l" defTabSz="914377" rtl="0" eaLnBrk="1" latinLnBrk="0" hangingPunct="1">
              <a:spcAft>
                <a:spcPts val="0"/>
              </a:spcAft>
              <a:defRPr lang="en-US" sz="1400" b="0" kern="1200" dirty="0" smtClean="0">
                <a:solidFill>
                  <a:schemeClr val="tx1"/>
                </a:solidFill>
                <a:latin typeface="+mn-lt"/>
                <a:ea typeface="+mn-ea"/>
                <a:cs typeface="+mn-cs"/>
              </a:defRPr>
            </a:lvl2pPr>
            <a:lvl3pPr marL="0" algn="l" defTabSz="914377" rtl="0" eaLnBrk="1" latinLnBrk="0" hangingPunct="1">
              <a:spcAft>
                <a:spcPts val="0"/>
              </a:spcAft>
              <a:defRPr lang="en-US" sz="1400" b="0" kern="1200" dirty="0" smtClean="0">
                <a:solidFill>
                  <a:schemeClr val="tx1"/>
                </a:solidFill>
                <a:latin typeface="+mn-lt"/>
                <a:ea typeface="+mn-ea"/>
                <a:cs typeface="+mn-cs"/>
              </a:defRPr>
            </a:lvl3pPr>
            <a:lvl4pPr marL="0" algn="l" defTabSz="914377" rtl="0" eaLnBrk="1" latinLnBrk="0" hangingPunct="1">
              <a:spcAft>
                <a:spcPts val="0"/>
              </a:spcAft>
              <a:defRPr lang="en-US" sz="1400" b="0" kern="1200" dirty="0" smtClean="0">
                <a:solidFill>
                  <a:schemeClr val="tx1"/>
                </a:solidFill>
                <a:latin typeface="+mn-lt"/>
                <a:ea typeface="+mn-ea"/>
                <a:cs typeface="+mn-cs"/>
              </a:defRPr>
            </a:lvl4pPr>
            <a:lvl5pPr marL="0" algn="l" defTabSz="914377" rtl="0" eaLnBrk="1" latinLnBrk="0" hangingPunct="1">
              <a:spcAft>
                <a:spcPts val="0"/>
              </a:spcAft>
              <a:defRPr lang="en-US" sz="1400" b="0" kern="1200" dirty="0" smtClean="0">
                <a:solidFill>
                  <a:schemeClr val="tx1"/>
                </a:solidFill>
                <a:latin typeface="+mn-lt"/>
                <a:ea typeface="+mn-ea"/>
                <a:cs typeface="+mn-cs"/>
              </a:defRPr>
            </a:lvl5pPr>
          </a:lstStyle>
          <a:p>
            <a:pPr lvl="0"/>
            <a:r>
              <a:rPr lang="en-US"/>
              <a:t>MM.DD.YYYY</a:t>
            </a:r>
          </a:p>
        </p:txBody>
      </p:sp>
    </p:spTree>
    <p:extLst>
      <p:ext uri="{BB962C8B-B14F-4D97-AF65-F5344CB8AC3E}">
        <p14:creationId xmlns:p14="http://schemas.microsoft.com/office/powerpoint/2010/main" val="44892032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20">
          <p15:clr>
            <a:srgbClr val="C35EA4"/>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Cover: light mode">
    <p:bg>
      <p:bgPr>
        <a:solidFill>
          <a:schemeClr val="tx1"/>
        </a:solid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31B3895-321B-8CAC-83C2-50F886A2CDA3}"/>
              </a:ext>
            </a:extLst>
          </p:cNvPr>
          <p:cNvSpPr>
            <a:spLocks noGrp="1"/>
          </p:cNvSpPr>
          <p:nvPr>
            <p:ph type="title"/>
          </p:nvPr>
        </p:nvSpPr>
        <p:spPr>
          <a:xfrm>
            <a:off x="1171951" y="3008948"/>
            <a:ext cx="6795392" cy="1329595"/>
          </a:xfrm>
          <a:prstGeom prst="rect">
            <a:avLst/>
          </a:prstGeom>
        </p:spPr>
        <p:txBody>
          <a:bodyPr anchor="b"/>
          <a:lstStyle>
            <a:lvl1pPr algn="l">
              <a:lnSpc>
                <a:spcPct val="90000"/>
              </a:lnSpc>
              <a:defRPr sz="4800">
                <a:solidFill>
                  <a:schemeClr val="bg1"/>
                </a:solidFill>
              </a:defRPr>
            </a:lvl1pPr>
          </a:lstStyle>
          <a:p>
            <a:r>
              <a:rPr lang="en-GB"/>
              <a:t>Click to edit Master title style</a:t>
            </a:r>
            <a:endParaRPr lang="en-US"/>
          </a:p>
        </p:txBody>
      </p:sp>
      <p:sp>
        <p:nvSpPr>
          <p:cNvPr id="9" name="Subtitle 2">
            <a:extLst>
              <a:ext uri="{FF2B5EF4-FFF2-40B4-BE49-F238E27FC236}">
                <a16:creationId xmlns:a16="http://schemas.microsoft.com/office/drawing/2014/main" id="{79424AF0-EE9F-A1A8-B5A5-CF437B9F5DBA}"/>
              </a:ext>
            </a:extLst>
          </p:cNvPr>
          <p:cNvSpPr>
            <a:spLocks noGrp="1"/>
          </p:cNvSpPr>
          <p:nvPr>
            <p:ph type="subTitle" idx="1" hasCustomPrompt="1"/>
          </p:nvPr>
        </p:nvSpPr>
        <p:spPr>
          <a:xfrm>
            <a:off x="1171951" y="4475703"/>
            <a:ext cx="6795392" cy="1092845"/>
          </a:xfrm>
          <a:prstGeom prst="rect">
            <a:avLst/>
          </a:prstGeom>
        </p:spPr>
        <p:txBody>
          <a:bodyPr/>
          <a:lstStyle>
            <a:lvl1pPr marL="0" indent="0" algn="l">
              <a:lnSpc>
                <a:spcPct val="90000"/>
              </a:lnSpc>
              <a:spcAft>
                <a:spcPts val="0"/>
              </a:spcAft>
              <a:buNone/>
              <a:defRPr sz="1800" b="0" i="0" spc="0">
                <a:solidFill>
                  <a:schemeClr val="bg1"/>
                </a:solidFill>
                <a:latin typeface="Graphik" panose="020B0503030202060203" pitchFamily="34" charset="77"/>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pPr marL="0" lvl="0" indent="0" algn="l" defTabSz="914377" rtl="0" eaLnBrk="1" latinLnBrk="0" hangingPunct="1">
              <a:lnSpc>
                <a:spcPct val="100000"/>
              </a:lnSpc>
              <a:spcBef>
                <a:spcPts val="0"/>
              </a:spcBef>
              <a:spcAft>
                <a:spcPts val="0"/>
              </a:spcAft>
              <a:buFont typeface="Graphik" panose="020B0604020202020204" pitchFamily="34" charset="0"/>
              <a:buNone/>
            </a:pPr>
            <a:r>
              <a:rPr lang="en-GB"/>
              <a:t>Place subtitle here in </a:t>
            </a:r>
            <a:r>
              <a:rPr lang="en-GB" err="1"/>
              <a:t>Graphik</a:t>
            </a:r>
            <a:r>
              <a:rPr lang="en-GB"/>
              <a:t> regular</a:t>
            </a:r>
            <a:endParaRPr lang="en-US"/>
          </a:p>
        </p:txBody>
      </p:sp>
      <p:sp>
        <p:nvSpPr>
          <p:cNvPr id="11" name="Text Placeholder 16">
            <a:extLst>
              <a:ext uri="{FF2B5EF4-FFF2-40B4-BE49-F238E27FC236}">
                <a16:creationId xmlns:a16="http://schemas.microsoft.com/office/drawing/2014/main" id="{349A45E5-70FE-79EB-8E7A-1A2061B62B79}"/>
              </a:ext>
            </a:extLst>
          </p:cNvPr>
          <p:cNvSpPr>
            <a:spLocks noGrp="1"/>
          </p:cNvSpPr>
          <p:nvPr>
            <p:ph type="body" sz="quarter" idx="12" hasCustomPrompt="1"/>
          </p:nvPr>
        </p:nvSpPr>
        <p:spPr>
          <a:xfrm>
            <a:off x="1171950" y="5674232"/>
            <a:ext cx="3816000" cy="634494"/>
          </a:xfrm>
          <a:prstGeom prst="rect">
            <a:avLst/>
          </a:prstGeom>
        </p:spPr>
        <p:txBody>
          <a:bodyPr anchor="b"/>
          <a:lstStyle>
            <a:lvl1pPr marL="0" indent="0" algn="l" defTabSz="914377" rtl="0" eaLnBrk="1" latinLnBrk="0" hangingPunct="1">
              <a:spcAft>
                <a:spcPts val="0"/>
              </a:spcAft>
              <a:buNone/>
              <a:defRPr lang="en-US" sz="1200" b="0" i="0" kern="1200" dirty="0" smtClean="0">
                <a:solidFill>
                  <a:schemeClr val="bg1"/>
                </a:solidFill>
                <a:latin typeface="Graphik" panose="020B0503030202060203" pitchFamily="34" charset="77"/>
                <a:ea typeface="+mn-ea"/>
                <a:cs typeface="+mn-cs"/>
              </a:defRPr>
            </a:lvl1pPr>
            <a:lvl2pPr marL="0" algn="l" defTabSz="914377" rtl="0" eaLnBrk="1" latinLnBrk="0" hangingPunct="1">
              <a:spcAft>
                <a:spcPts val="0"/>
              </a:spcAft>
              <a:defRPr lang="en-US" sz="1400" b="0" kern="1200" dirty="0" smtClean="0">
                <a:solidFill>
                  <a:schemeClr val="tx1"/>
                </a:solidFill>
                <a:latin typeface="+mn-lt"/>
                <a:ea typeface="+mn-ea"/>
                <a:cs typeface="+mn-cs"/>
              </a:defRPr>
            </a:lvl2pPr>
            <a:lvl3pPr marL="0" algn="l" defTabSz="914377" rtl="0" eaLnBrk="1" latinLnBrk="0" hangingPunct="1">
              <a:spcAft>
                <a:spcPts val="0"/>
              </a:spcAft>
              <a:defRPr lang="en-US" sz="1400" b="0" kern="1200" dirty="0" smtClean="0">
                <a:solidFill>
                  <a:schemeClr val="tx1"/>
                </a:solidFill>
                <a:latin typeface="+mn-lt"/>
                <a:ea typeface="+mn-ea"/>
                <a:cs typeface="+mn-cs"/>
              </a:defRPr>
            </a:lvl3pPr>
            <a:lvl4pPr marL="0" algn="l" defTabSz="914377" rtl="0" eaLnBrk="1" latinLnBrk="0" hangingPunct="1">
              <a:spcAft>
                <a:spcPts val="0"/>
              </a:spcAft>
              <a:defRPr lang="en-US" sz="1400" b="0" kern="1200" dirty="0" smtClean="0">
                <a:solidFill>
                  <a:schemeClr val="tx1"/>
                </a:solidFill>
                <a:latin typeface="+mn-lt"/>
                <a:ea typeface="+mn-ea"/>
                <a:cs typeface="+mn-cs"/>
              </a:defRPr>
            </a:lvl4pPr>
            <a:lvl5pPr marL="0" algn="l" defTabSz="914377"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a:t>
            </a:r>
          </a:p>
        </p:txBody>
      </p:sp>
      <p:sp>
        <p:nvSpPr>
          <p:cNvPr id="22" name="Text Placeholder 16">
            <a:extLst>
              <a:ext uri="{FF2B5EF4-FFF2-40B4-BE49-F238E27FC236}">
                <a16:creationId xmlns:a16="http://schemas.microsoft.com/office/drawing/2014/main" id="{57A6BE55-E9EF-68A2-0448-87EF125B2BE9}"/>
              </a:ext>
            </a:extLst>
          </p:cNvPr>
          <p:cNvSpPr>
            <a:spLocks noGrp="1"/>
          </p:cNvSpPr>
          <p:nvPr>
            <p:ph type="body" sz="quarter" idx="15" hasCustomPrompt="1"/>
          </p:nvPr>
        </p:nvSpPr>
        <p:spPr>
          <a:xfrm>
            <a:off x="9158956" y="6124059"/>
            <a:ext cx="1832894" cy="184666"/>
          </a:xfrm>
          <a:prstGeom prst="rect">
            <a:avLst/>
          </a:prstGeom>
        </p:spPr>
        <p:txBody>
          <a:bodyPr wrap="square" anchor="b">
            <a:spAutoFit/>
          </a:bodyPr>
          <a:lstStyle>
            <a:lvl1pPr marL="0" indent="0" algn="r" defTabSz="914377" rtl="0" eaLnBrk="1" latinLnBrk="0" hangingPunct="1">
              <a:spcAft>
                <a:spcPts val="0"/>
              </a:spcAft>
              <a:buNone/>
              <a:defRPr lang="en-US" sz="1200" b="0" i="0" kern="1200" dirty="0">
                <a:solidFill>
                  <a:schemeClr val="bg1"/>
                </a:solidFill>
                <a:latin typeface="+mj-lt"/>
                <a:ea typeface="+mn-ea"/>
                <a:cs typeface="+mn-cs"/>
              </a:defRPr>
            </a:lvl1pPr>
            <a:lvl2pPr marL="0" algn="l" defTabSz="914377" rtl="0" eaLnBrk="1" latinLnBrk="0" hangingPunct="1">
              <a:spcAft>
                <a:spcPts val="0"/>
              </a:spcAft>
              <a:defRPr lang="en-US" sz="1400" b="0" kern="1200" dirty="0" smtClean="0">
                <a:solidFill>
                  <a:schemeClr val="tx1"/>
                </a:solidFill>
                <a:latin typeface="+mn-lt"/>
                <a:ea typeface="+mn-ea"/>
                <a:cs typeface="+mn-cs"/>
              </a:defRPr>
            </a:lvl2pPr>
            <a:lvl3pPr marL="0" algn="l" defTabSz="914377" rtl="0" eaLnBrk="1" latinLnBrk="0" hangingPunct="1">
              <a:spcAft>
                <a:spcPts val="0"/>
              </a:spcAft>
              <a:defRPr lang="en-US" sz="1400" b="0" kern="1200" dirty="0" smtClean="0">
                <a:solidFill>
                  <a:schemeClr val="tx1"/>
                </a:solidFill>
                <a:latin typeface="+mn-lt"/>
                <a:ea typeface="+mn-ea"/>
                <a:cs typeface="+mn-cs"/>
              </a:defRPr>
            </a:lvl3pPr>
            <a:lvl4pPr marL="0" algn="l" defTabSz="914377" rtl="0" eaLnBrk="1" latinLnBrk="0" hangingPunct="1">
              <a:spcAft>
                <a:spcPts val="0"/>
              </a:spcAft>
              <a:defRPr lang="en-US" sz="1400" b="0" kern="1200" dirty="0" smtClean="0">
                <a:solidFill>
                  <a:schemeClr val="tx1"/>
                </a:solidFill>
                <a:latin typeface="+mn-lt"/>
                <a:ea typeface="+mn-ea"/>
                <a:cs typeface="+mn-cs"/>
              </a:defRPr>
            </a:lvl4pPr>
            <a:lvl5pPr marL="0" algn="l" defTabSz="914377" rtl="0" eaLnBrk="1" latinLnBrk="0" hangingPunct="1">
              <a:spcAft>
                <a:spcPts val="0"/>
              </a:spcAft>
              <a:defRPr lang="en-US" sz="1400" b="0" kern="1200" dirty="0" smtClean="0">
                <a:solidFill>
                  <a:schemeClr val="tx1"/>
                </a:solidFill>
                <a:latin typeface="+mn-lt"/>
                <a:ea typeface="+mn-ea"/>
                <a:cs typeface="+mn-cs"/>
              </a:defRPr>
            </a:lvl5pPr>
          </a:lstStyle>
          <a:p>
            <a:pPr lvl="0"/>
            <a:r>
              <a:rPr lang="en-US"/>
              <a:t>MM.DD.YYYY</a:t>
            </a:r>
          </a:p>
        </p:txBody>
      </p:sp>
      <p:pic>
        <p:nvPicPr>
          <p:cNvPr id="2" name="accenture" descr="accenture logo">
            <a:extLst>
              <a:ext uri="{FF2B5EF4-FFF2-40B4-BE49-F238E27FC236}">
                <a16:creationId xmlns:a16="http://schemas.microsoft.com/office/drawing/2014/main" id="{B93529DF-12F1-3D03-117A-86D7C5AD9A1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71951" y="557588"/>
            <a:ext cx="1247506" cy="328510"/>
          </a:xfrm>
          <a:prstGeom prst="rect">
            <a:avLst/>
          </a:prstGeom>
        </p:spPr>
      </p:pic>
    </p:spTree>
    <p:extLst>
      <p:ext uri="{BB962C8B-B14F-4D97-AF65-F5344CB8AC3E}">
        <p14:creationId xmlns:p14="http://schemas.microsoft.com/office/powerpoint/2010/main" val="269001721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20">
          <p15:clr>
            <a:srgbClr val="C35EA4"/>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Cover: Song">
    <p:bg>
      <p:bgPr>
        <a:solidFill>
          <a:schemeClr val="tx1">
            <a:lumMod val="65000"/>
          </a:schemeClr>
        </a:solidFill>
        <a:effectLst/>
      </p:bgPr>
    </p:bg>
    <p:spTree>
      <p:nvGrpSpPr>
        <p:cNvPr id="1" name=""/>
        <p:cNvGrpSpPr/>
        <p:nvPr/>
      </p:nvGrpSpPr>
      <p:grpSpPr>
        <a:xfrm>
          <a:off x="0" y="0"/>
          <a:ext cx="0" cy="0"/>
          <a:chOff x="0" y="0"/>
          <a:chExt cx="0" cy="0"/>
        </a:xfrm>
      </p:grpSpPr>
      <p:pic>
        <p:nvPicPr>
          <p:cNvPr id="2" name="Picture 6">
            <a:extLst>
              <a:ext uri="{FF2B5EF4-FFF2-40B4-BE49-F238E27FC236}">
                <a16:creationId xmlns:a16="http://schemas.microsoft.com/office/drawing/2014/main" id="{2F82E940-E7B0-A119-28B0-041715DCEAF2}"/>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bwMode="invGray">
          <a:xfrm rot="5400000">
            <a:off x="2667739" y="-2666263"/>
            <a:ext cx="6857999" cy="12190525"/>
          </a:xfrm>
          <a:prstGeom prst="rect">
            <a:avLst/>
          </a:prstGeom>
        </p:spPr>
      </p:pic>
      <p:sp>
        <p:nvSpPr>
          <p:cNvPr id="3" name="Title 1">
            <a:extLst>
              <a:ext uri="{FF2B5EF4-FFF2-40B4-BE49-F238E27FC236}">
                <a16:creationId xmlns:a16="http://schemas.microsoft.com/office/drawing/2014/main" id="{2878D30E-951E-72C4-5535-66637753BE55}"/>
              </a:ext>
            </a:extLst>
          </p:cNvPr>
          <p:cNvSpPr>
            <a:spLocks noGrp="1"/>
          </p:cNvSpPr>
          <p:nvPr>
            <p:ph type="title"/>
          </p:nvPr>
        </p:nvSpPr>
        <p:spPr>
          <a:xfrm>
            <a:off x="1164970" y="2952671"/>
            <a:ext cx="8931530" cy="664797"/>
          </a:xfrm>
          <a:prstGeom prst="rect">
            <a:avLst/>
          </a:prstGeom>
        </p:spPr>
        <p:txBody>
          <a:bodyPr wrap="square" anchor="b">
            <a:spAutoFit/>
          </a:bodyPr>
          <a:lstStyle>
            <a:lvl1pPr algn="l">
              <a:lnSpc>
                <a:spcPct val="90000"/>
              </a:lnSpc>
              <a:defRPr sz="4800">
                <a:solidFill>
                  <a:schemeClr val="tx1"/>
                </a:solidFill>
              </a:defRPr>
            </a:lvl1pPr>
          </a:lstStyle>
          <a:p>
            <a:r>
              <a:rPr lang="en-GB"/>
              <a:t>Click to edit Master title style</a:t>
            </a:r>
            <a:endParaRPr lang="en-US"/>
          </a:p>
        </p:txBody>
      </p:sp>
      <p:sp>
        <p:nvSpPr>
          <p:cNvPr id="4" name="Subtitle 2">
            <a:extLst>
              <a:ext uri="{FF2B5EF4-FFF2-40B4-BE49-F238E27FC236}">
                <a16:creationId xmlns:a16="http://schemas.microsoft.com/office/drawing/2014/main" id="{5775FD5F-4D58-7741-C57A-08997F3E1DD6}"/>
              </a:ext>
            </a:extLst>
          </p:cNvPr>
          <p:cNvSpPr>
            <a:spLocks noGrp="1"/>
          </p:cNvSpPr>
          <p:nvPr>
            <p:ph type="subTitle" idx="1" hasCustomPrompt="1"/>
          </p:nvPr>
        </p:nvSpPr>
        <p:spPr>
          <a:xfrm>
            <a:off x="1164970" y="3741489"/>
            <a:ext cx="8931530" cy="1092845"/>
          </a:xfrm>
          <a:prstGeom prst="rect">
            <a:avLst/>
          </a:prstGeom>
        </p:spPr>
        <p:txBody>
          <a:bodyPr/>
          <a:lstStyle>
            <a:lvl1pPr marL="0" indent="0" algn="l">
              <a:lnSpc>
                <a:spcPct val="90000"/>
              </a:lnSpc>
              <a:spcAft>
                <a:spcPts val="0"/>
              </a:spcAft>
              <a:buNone/>
              <a:defRPr sz="1800" b="0" i="0" spc="0">
                <a:solidFill>
                  <a:schemeClr val="tx1"/>
                </a:solidFill>
                <a:latin typeface="Graphik" panose="020B0503030202060203" pitchFamily="34" charset="77"/>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pPr marL="0" lvl="0" indent="0" algn="l" defTabSz="914377" rtl="0" eaLnBrk="1" latinLnBrk="0" hangingPunct="1">
              <a:lnSpc>
                <a:spcPct val="100000"/>
              </a:lnSpc>
              <a:spcBef>
                <a:spcPts val="0"/>
              </a:spcBef>
              <a:spcAft>
                <a:spcPts val="0"/>
              </a:spcAft>
              <a:buFont typeface="Graphik" panose="020B0604020202020204" pitchFamily="34" charset="0"/>
              <a:buNone/>
            </a:pPr>
            <a:r>
              <a:rPr lang="en-GB"/>
              <a:t>Place subtitle here in </a:t>
            </a:r>
            <a:r>
              <a:rPr lang="en-GB" err="1"/>
              <a:t>Graphik</a:t>
            </a:r>
            <a:r>
              <a:rPr lang="en-GB"/>
              <a:t> regular</a:t>
            </a:r>
            <a:endParaRPr lang="en-US"/>
          </a:p>
        </p:txBody>
      </p:sp>
      <p:sp>
        <p:nvSpPr>
          <p:cNvPr id="6" name="Text Placeholder 16">
            <a:extLst>
              <a:ext uri="{FF2B5EF4-FFF2-40B4-BE49-F238E27FC236}">
                <a16:creationId xmlns:a16="http://schemas.microsoft.com/office/drawing/2014/main" id="{EA105FD1-CA09-BDBB-C408-AB40400DB336}"/>
              </a:ext>
            </a:extLst>
          </p:cNvPr>
          <p:cNvSpPr>
            <a:spLocks noGrp="1"/>
          </p:cNvSpPr>
          <p:nvPr>
            <p:ph type="body" sz="quarter" idx="15" hasCustomPrompt="1"/>
          </p:nvPr>
        </p:nvSpPr>
        <p:spPr>
          <a:xfrm>
            <a:off x="1171950" y="5176580"/>
            <a:ext cx="3655291" cy="184666"/>
          </a:xfrm>
          <a:prstGeom prst="rect">
            <a:avLst/>
          </a:prstGeom>
        </p:spPr>
        <p:txBody>
          <a:bodyPr wrap="square">
            <a:spAutoFit/>
          </a:bodyPr>
          <a:lstStyle>
            <a:lvl1pPr marL="0" indent="0" algn="l" defTabSz="914377" rtl="0" eaLnBrk="1" latinLnBrk="0" hangingPunct="1">
              <a:spcAft>
                <a:spcPts val="0"/>
              </a:spcAft>
              <a:buNone/>
              <a:defRPr lang="en-US" sz="1200" b="0" i="0" kern="1200" dirty="0">
                <a:solidFill>
                  <a:schemeClr val="tx1"/>
                </a:solidFill>
                <a:latin typeface="+mj-lt"/>
                <a:ea typeface="+mn-ea"/>
                <a:cs typeface="+mn-cs"/>
              </a:defRPr>
            </a:lvl1pPr>
            <a:lvl2pPr marL="0" algn="l" defTabSz="914377" rtl="0" eaLnBrk="1" latinLnBrk="0" hangingPunct="1">
              <a:spcAft>
                <a:spcPts val="0"/>
              </a:spcAft>
              <a:defRPr lang="en-US" sz="1400" b="0" kern="1200" dirty="0" smtClean="0">
                <a:solidFill>
                  <a:schemeClr val="tx1"/>
                </a:solidFill>
                <a:latin typeface="+mn-lt"/>
                <a:ea typeface="+mn-ea"/>
                <a:cs typeface="+mn-cs"/>
              </a:defRPr>
            </a:lvl2pPr>
            <a:lvl3pPr marL="0" algn="l" defTabSz="914377" rtl="0" eaLnBrk="1" latinLnBrk="0" hangingPunct="1">
              <a:spcAft>
                <a:spcPts val="0"/>
              </a:spcAft>
              <a:defRPr lang="en-US" sz="1400" b="0" kern="1200" dirty="0" smtClean="0">
                <a:solidFill>
                  <a:schemeClr val="tx1"/>
                </a:solidFill>
                <a:latin typeface="+mn-lt"/>
                <a:ea typeface="+mn-ea"/>
                <a:cs typeface="+mn-cs"/>
              </a:defRPr>
            </a:lvl3pPr>
            <a:lvl4pPr marL="0" algn="l" defTabSz="914377" rtl="0" eaLnBrk="1" latinLnBrk="0" hangingPunct="1">
              <a:spcAft>
                <a:spcPts val="0"/>
              </a:spcAft>
              <a:defRPr lang="en-US" sz="1400" b="0" kern="1200" dirty="0" smtClean="0">
                <a:solidFill>
                  <a:schemeClr val="tx1"/>
                </a:solidFill>
                <a:latin typeface="+mn-lt"/>
                <a:ea typeface="+mn-ea"/>
                <a:cs typeface="+mn-cs"/>
              </a:defRPr>
            </a:lvl4pPr>
            <a:lvl5pPr marL="0" algn="l" defTabSz="914377" rtl="0" eaLnBrk="1" latinLnBrk="0" hangingPunct="1">
              <a:spcAft>
                <a:spcPts val="0"/>
              </a:spcAft>
              <a:defRPr lang="en-US" sz="1400" b="0" kern="1200" dirty="0" smtClean="0">
                <a:solidFill>
                  <a:schemeClr val="tx1"/>
                </a:solidFill>
                <a:latin typeface="+mn-lt"/>
                <a:ea typeface="+mn-ea"/>
                <a:cs typeface="+mn-cs"/>
              </a:defRPr>
            </a:lvl5pPr>
          </a:lstStyle>
          <a:p>
            <a:pPr lvl="0"/>
            <a:r>
              <a:rPr lang="en-US"/>
              <a:t>MM.DD.YYYY</a:t>
            </a:r>
          </a:p>
        </p:txBody>
      </p:sp>
      <p:sp>
        <p:nvSpPr>
          <p:cNvPr id="5" name="Text Placeholder 16">
            <a:extLst>
              <a:ext uri="{FF2B5EF4-FFF2-40B4-BE49-F238E27FC236}">
                <a16:creationId xmlns:a16="http://schemas.microsoft.com/office/drawing/2014/main" id="{D266AB3E-F8D9-4648-CDC8-BDA8246735A6}"/>
              </a:ext>
            </a:extLst>
          </p:cNvPr>
          <p:cNvSpPr>
            <a:spLocks noGrp="1"/>
          </p:cNvSpPr>
          <p:nvPr>
            <p:ph type="body" sz="quarter" idx="12" hasCustomPrompt="1"/>
          </p:nvPr>
        </p:nvSpPr>
        <p:spPr>
          <a:xfrm>
            <a:off x="1171950" y="5401494"/>
            <a:ext cx="3655291" cy="184666"/>
          </a:xfrm>
          <a:prstGeom prst="rect">
            <a:avLst/>
          </a:prstGeom>
        </p:spPr>
        <p:txBody>
          <a:bodyPr anchor="b"/>
          <a:lstStyle>
            <a:lvl1pPr marL="0" indent="0" algn="l" defTabSz="914377" rtl="0" eaLnBrk="1" latinLnBrk="0" hangingPunct="1">
              <a:spcAft>
                <a:spcPts val="0"/>
              </a:spcAft>
              <a:buNone/>
              <a:defRPr lang="en-US" sz="1200" b="0" i="0" kern="1200" dirty="0" smtClean="0">
                <a:solidFill>
                  <a:schemeClr val="tx1"/>
                </a:solidFill>
                <a:latin typeface="Graphik" panose="020B0503030202060203" pitchFamily="34" charset="77"/>
                <a:ea typeface="+mn-ea"/>
                <a:cs typeface="+mn-cs"/>
              </a:defRPr>
            </a:lvl1pPr>
            <a:lvl2pPr marL="0" algn="l" defTabSz="914377" rtl="0" eaLnBrk="1" latinLnBrk="0" hangingPunct="1">
              <a:spcAft>
                <a:spcPts val="0"/>
              </a:spcAft>
              <a:defRPr lang="en-US" sz="1400" b="0" kern="1200" dirty="0" smtClean="0">
                <a:solidFill>
                  <a:schemeClr val="tx1"/>
                </a:solidFill>
                <a:latin typeface="+mn-lt"/>
                <a:ea typeface="+mn-ea"/>
                <a:cs typeface="+mn-cs"/>
              </a:defRPr>
            </a:lvl2pPr>
            <a:lvl3pPr marL="0" algn="l" defTabSz="914377" rtl="0" eaLnBrk="1" latinLnBrk="0" hangingPunct="1">
              <a:spcAft>
                <a:spcPts val="0"/>
              </a:spcAft>
              <a:defRPr lang="en-US" sz="1400" b="0" kern="1200" dirty="0" smtClean="0">
                <a:solidFill>
                  <a:schemeClr val="tx1"/>
                </a:solidFill>
                <a:latin typeface="+mn-lt"/>
                <a:ea typeface="+mn-ea"/>
                <a:cs typeface="+mn-cs"/>
              </a:defRPr>
            </a:lvl3pPr>
            <a:lvl4pPr marL="0" algn="l" defTabSz="914377" rtl="0" eaLnBrk="1" latinLnBrk="0" hangingPunct="1">
              <a:spcAft>
                <a:spcPts val="0"/>
              </a:spcAft>
              <a:defRPr lang="en-US" sz="1400" b="0" kern="1200" dirty="0" smtClean="0">
                <a:solidFill>
                  <a:schemeClr val="tx1"/>
                </a:solidFill>
                <a:latin typeface="+mn-lt"/>
                <a:ea typeface="+mn-ea"/>
                <a:cs typeface="+mn-cs"/>
              </a:defRPr>
            </a:lvl4pPr>
            <a:lvl5pPr marL="0" algn="l" defTabSz="914377"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a:t>
            </a:r>
          </a:p>
        </p:txBody>
      </p:sp>
      <p:pic>
        <p:nvPicPr>
          <p:cNvPr id="8" name="Picture 7">
            <a:extLst>
              <a:ext uri="{FF2B5EF4-FFF2-40B4-BE49-F238E27FC236}">
                <a16:creationId xmlns:a16="http://schemas.microsoft.com/office/drawing/2014/main" id="{BAE43744-0C39-A052-7487-659CA9C80BAB}"/>
              </a:ext>
            </a:extLst>
          </p:cNvPr>
          <p:cNvPicPr>
            <a:picLocks noChangeAspect="1"/>
          </p:cNvPicPr>
          <p:nvPr userDrawn="1"/>
        </p:nvPicPr>
        <p:blipFill>
          <a:blip r:embed="rId3"/>
          <a:stretch>
            <a:fillRect/>
          </a:stretch>
        </p:blipFill>
        <p:spPr>
          <a:xfrm>
            <a:off x="1163638" y="6170081"/>
            <a:ext cx="1514051" cy="180050"/>
          </a:xfrm>
          <a:prstGeom prst="rect">
            <a:avLst/>
          </a:prstGeom>
        </p:spPr>
      </p:pic>
      <p:pic>
        <p:nvPicPr>
          <p:cNvPr id="7" name="accenture" descr="accenture logo">
            <a:extLst>
              <a:ext uri="{FF2B5EF4-FFF2-40B4-BE49-F238E27FC236}">
                <a16:creationId xmlns:a16="http://schemas.microsoft.com/office/drawing/2014/main" id="{145CAD81-7743-A093-B6F5-E98233328E56}"/>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1171951" y="557588"/>
            <a:ext cx="1243822" cy="328510"/>
          </a:xfrm>
          <a:prstGeom prst="rect">
            <a:avLst/>
          </a:prstGeom>
        </p:spPr>
      </p:pic>
    </p:spTree>
    <p:extLst>
      <p:ext uri="{BB962C8B-B14F-4D97-AF65-F5344CB8AC3E}">
        <p14:creationId xmlns:p14="http://schemas.microsoft.com/office/powerpoint/2010/main" val="134886994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20">
          <p15:clr>
            <a:srgbClr val="C35EA4"/>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Client &amp; acquisition cover: light mode">
    <p:bg>
      <p:bgPr>
        <a:solidFill>
          <a:schemeClr val="tx1"/>
        </a:solidFill>
        <a:effectLst/>
      </p:bgPr>
    </p:bg>
    <p:spTree>
      <p:nvGrpSpPr>
        <p:cNvPr id="1" name=""/>
        <p:cNvGrpSpPr/>
        <p:nvPr/>
      </p:nvGrpSpPr>
      <p:grpSpPr>
        <a:xfrm>
          <a:off x="0" y="0"/>
          <a:ext cx="0" cy="0"/>
          <a:chOff x="0" y="0"/>
          <a:chExt cx="0" cy="0"/>
        </a:xfrm>
      </p:grpSpPr>
      <p:sp>
        <p:nvSpPr>
          <p:cNvPr id="3" name="Picture Placeholder 11" descr="Image placeholder for client logo">
            <a:extLst>
              <a:ext uri="{FF2B5EF4-FFF2-40B4-BE49-F238E27FC236}">
                <a16:creationId xmlns:a16="http://schemas.microsoft.com/office/drawing/2014/main" id="{C5FB3CF4-DD64-BD63-23C6-97F8FC097FD4}"/>
              </a:ext>
            </a:extLst>
          </p:cNvPr>
          <p:cNvSpPr>
            <a:spLocks noGrp="1"/>
          </p:cNvSpPr>
          <p:nvPr>
            <p:ph type="pic" sz="quarter" idx="13" hasCustomPrompt="1"/>
          </p:nvPr>
        </p:nvSpPr>
        <p:spPr>
          <a:xfrm>
            <a:off x="1143003" y="821769"/>
            <a:ext cx="1884233" cy="985085"/>
          </a:xfrm>
          <a:prstGeom prst="rect">
            <a:avLst/>
          </a:prstGeom>
        </p:spPr>
        <p:txBody>
          <a:bodyPr anchor="ctr"/>
          <a:lstStyle>
            <a:lvl1pPr algn="ctr">
              <a:buFont typeface="Graphik" panose="020B0604020202020204" pitchFamily="34" charset="0"/>
              <a:buNone/>
              <a:defRPr sz="1400" b="0" i="0">
                <a:solidFill>
                  <a:sysClr val="windowText" lastClr="000000"/>
                </a:solidFill>
                <a:latin typeface="Graphik" panose="020B0503030202060203" pitchFamily="34" charset="77"/>
              </a:defRPr>
            </a:lvl1pPr>
          </a:lstStyle>
          <a:p>
            <a:r>
              <a:rPr lang="en-GB"/>
              <a:t>Add client logo</a:t>
            </a:r>
            <a:endParaRPr lang="en-US"/>
          </a:p>
        </p:txBody>
      </p:sp>
      <p:sp>
        <p:nvSpPr>
          <p:cNvPr id="11" name="Title 1">
            <a:extLst>
              <a:ext uri="{FF2B5EF4-FFF2-40B4-BE49-F238E27FC236}">
                <a16:creationId xmlns:a16="http://schemas.microsoft.com/office/drawing/2014/main" id="{441759CF-E2D4-0A80-7950-4AF5952D5985}"/>
              </a:ext>
            </a:extLst>
          </p:cNvPr>
          <p:cNvSpPr>
            <a:spLocks noGrp="1"/>
          </p:cNvSpPr>
          <p:nvPr>
            <p:ph type="ctrTitle"/>
          </p:nvPr>
        </p:nvSpPr>
        <p:spPr bwMode="white">
          <a:xfrm>
            <a:off x="1182796" y="3524589"/>
            <a:ext cx="8813534" cy="664797"/>
          </a:xfrm>
          <a:prstGeom prst="rect">
            <a:avLst/>
          </a:prstGeom>
        </p:spPr>
        <p:txBody>
          <a:bodyPr anchor="b"/>
          <a:lstStyle>
            <a:lvl1pPr algn="l">
              <a:lnSpc>
                <a:spcPct val="90000"/>
              </a:lnSpc>
              <a:defRPr sz="4800">
                <a:solidFill>
                  <a:schemeClr val="bg1"/>
                </a:solidFill>
              </a:defRPr>
            </a:lvl1pPr>
          </a:lstStyle>
          <a:p>
            <a:r>
              <a:rPr lang="en-GB"/>
              <a:t>Click to edit Master title style</a:t>
            </a:r>
            <a:endParaRPr lang="en-US"/>
          </a:p>
        </p:txBody>
      </p:sp>
      <p:sp>
        <p:nvSpPr>
          <p:cNvPr id="10" name="Subtitle 2">
            <a:extLst>
              <a:ext uri="{FF2B5EF4-FFF2-40B4-BE49-F238E27FC236}">
                <a16:creationId xmlns:a16="http://schemas.microsoft.com/office/drawing/2014/main" id="{71313E0C-79AC-2382-CFF0-C1879E03CA7D}"/>
              </a:ext>
            </a:extLst>
          </p:cNvPr>
          <p:cNvSpPr>
            <a:spLocks noGrp="1"/>
          </p:cNvSpPr>
          <p:nvPr>
            <p:ph type="subTitle" idx="1" hasCustomPrompt="1"/>
          </p:nvPr>
        </p:nvSpPr>
        <p:spPr bwMode="white">
          <a:xfrm>
            <a:off x="1182796" y="4302038"/>
            <a:ext cx="5715000" cy="1092845"/>
          </a:xfrm>
          <a:prstGeom prst="rect">
            <a:avLst/>
          </a:prstGeom>
        </p:spPr>
        <p:txBody>
          <a:bodyPr/>
          <a:lstStyle>
            <a:lvl1pPr marL="0" indent="0" algn="l">
              <a:lnSpc>
                <a:spcPct val="90000"/>
              </a:lnSpc>
              <a:spcAft>
                <a:spcPts val="0"/>
              </a:spcAft>
              <a:buNone/>
              <a:defRPr sz="1800" b="0" i="0" spc="0">
                <a:solidFill>
                  <a:schemeClr val="bg1"/>
                </a:solidFill>
                <a:latin typeface="Graphik" panose="020B0503030202060203" pitchFamily="34" charset="77"/>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pPr marL="0" lvl="0" indent="0" algn="l" defTabSz="914377" rtl="0" eaLnBrk="1" latinLnBrk="0" hangingPunct="1">
              <a:lnSpc>
                <a:spcPct val="100000"/>
              </a:lnSpc>
              <a:spcBef>
                <a:spcPts val="0"/>
              </a:spcBef>
              <a:spcAft>
                <a:spcPts val="0"/>
              </a:spcAft>
              <a:buFont typeface="Graphik" panose="020B0604020202020204" pitchFamily="34" charset="0"/>
              <a:buNone/>
            </a:pPr>
            <a:r>
              <a:rPr lang="en-GB"/>
              <a:t>Place subtitle here in </a:t>
            </a:r>
            <a:r>
              <a:rPr lang="en-GB" err="1"/>
              <a:t>Graphik</a:t>
            </a:r>
            <a:r>
              <a:rPr lang="en-GB"/>
              <a:t> regular</a:t>
            </a:r>
            <a:endParaRPr lang="en-US"/>
          </a:p>
        </p:txBody>
      </p:sp>
      <p:sp>
        <p:nvSpPr>
          <p:cNvPr id="9" name="Text Placeholder 16">
            <a:extLst>
              <a:ext uri="{FF2B5EF4-FFF2-40B4-BE49-F238E27FC236}">
                <a16:creationId xmlns:a16="http://schemas.microsoft.com/office/drawing/2014/main" id="{EF8263C3-A1F7-3492-0FC4-3EB7054D3058}"/>
              </a:ext>
            </a:extLst>
          </p:cNvPr>
          <p:cNvSpPr>
            <a:spLocks noGrp="1"/>
          </p:cNvSpPr>
          <p:nvPr>
            <p:ph type="body" sz="quarter" idx="16" hasCustomPrompt="1"/>
          </p:nvPr>
        </p:nvSpPr>
        <p:spPr>
          <a:xfrm>
            <a:off x="1178689" y="5495715"/>
            <a:ext cx="2825654" cy="184666"/>
          </a:xfrm>
          <a:prstGeom prst="rect">
            <a:avLst/>
          </a:prstGeom>
        </p:spPr>
        <p:txBody>
          <a:bodyPr wrap="square">
            <a:spAutoFit/>
          </a:bodyPr>
          <a:lstStyle>
            <a:lvl1pPr marL="0" indent="0" algn="l" defTabSz="914377" rtl="0" eaLnBrk="1" latinLnBrk="0" hangingPunct="1">
              <a:spcAft>
                <a:spcPts val="0"/>
              </a:spcAft>
              <a:buNone/>
              <a:defRPr lang="en-US" sz="1200" b="0" i="0" kern="1200" dirty="0">
                <a:solidFill>
                  <a:schemeClr val="bg1"/>
                </a:solidFill>
                <a:latin typeface="+mj-lt"/>
                <a:ea typeface="+mn-ea"/>
                <a:cs typeface="+mn-cs"/>
              </a:defRPr>
            </a:lvl1pPr>
            <a:lvl2pPr marL="0" algn="l" defTabSz="914377" rtl="0" eaLnBrk="1" latinLnBrk="0" hangingPunct="1">
              <a:spcAft>
                <a:spcPts val="0"/>
              </a:spcAft>
              <a:defRPr lang="en-US" sz="1400" b="0" kern="1200" dirty="0" smtClean="0">
                <a:solidFill>
                  <a:schemeClr val="tx1"/>
                </a:solidFill>
                <a:latin typeface="+mn-lt"/>
                <a:ea typeface="+mn-ea"/>
                <a:cs typeface="+mn-cs"/>
              </a:defRPr>
            </a:lvl2pPr>
            <a:lvl3pPr marL="0" algn="l" defTabSz="914377" rtl="0" eaLnBrk="1" latinLnBrk="0" hangingPunct="1">
              <a:spcAft>
                <a:spcPts val="0"/>
              </a:spcAft>
              <a:defRPr lang="en-US" sz="1400" b="0" kern="1200" dirty="0" smtClean="0">
                <a:solidFill>
                  <a:schemeClr val="tx1"/>
                </a:solidFill>
                <a:latin typeface="+mn-lt"/>
                <a:ea typeface="+mn-ea"/>
                <a:cs typeface="+mn-cs"/>
              </a:defRPr>
            </a:lvl3pPr>
            <a:lvl4pPr marL="0" algn="l" defTabSz="914377" rtl="0" eaLnBrk="1" latinLnBrk="0" hangingPunct="1">
              <a:spcAft>
                <a:spcPts val="0"/>
              </a:spcAft>
              <a:defRPr lang="en-US" sz="1400" b="0" kern="1200" dirty="0" smtClean="0">
                <a:solidFill>
                  <a:schemeClr val="tx1"/>
                </a:solidFill>
                <a:latin typeface="+mn-lt"/>
                <a:ea typeface="+mn-ea"/>
                <a:cs typeface="+mn-cs"/>
              </a:defRPr>
            </a:lvl4pPr>
            <a:lvl5pPr marL="0" algn="l" defTabSz="914377" rtl="0" eaLnBrk="1" latinLnBrk="0" hangingPunct="1">
              <a:spcAft>
                <a:spcPts val="0"/>
              </a:spcAft>
              <a:defRPr lang="en-US" sz="1400" b="0" kern="1200" dirty="0" smtClean="0">
                <a:solidFill>
                  <a:schemeClr val="tx1"/>
                </a:solidFill>
                <a:latin typeface="+mn-lt"/>
                <a:ea typeface="+mn-ea"/>
                <a:cs typeface="+mn-cs"/>
              </a:defRPr>
            </a:lvl5pPr>
          </a:lstStyle>
          <a:p>
            <a:pPr lvl="0"/>
            <a:r>
              <a:rPr lang="en-US"/>
              <a:t>MM.DD.YYYY</a:t>
            </a:r>
          </a:p>
        </p:txBody>
      </p:sp>
      <p:sp>
        <p:nvSpPr>
          <p:cNvPr id="6" name="Text Placeholder 16">
            <a:extLst>
              <a:ext uri="{FF2B5EF4-FFF2-40B4-BE49-F238E27FC236}">
                <a16:creationId xmlns:a16="http://schemas.microsoft.com/office/drawing/2014/main" id="{36794D19-B699-311B-25DD-C0D60FC7889B}"/>
              </a:ext>
            </a:extLst>
          </p:cNvPr>
          <p:cNvSpPr>
            <a:spLocks noGrp="1"/>
          </p:cNvSpPr>
          <p:nvPr>
            <p:ph type="body" sz="quarter" idx="12" hasCustomPrompt="1"/>
          </p:nvPr>
        </p:nvSpPr>
        <p:spPr bwMode="white">
          <a:xfrm>
            <a:off x="1182796" y="5781214"/>
            <a:ext cx="5714999" cy="530687"/>
          </a:xfrm>
          <a:prstGeom prst="rect">
            <a:avLst/>
          </a:prstGeom>
        </p:spPr>
        <p:txBody>
          <a:bodyPr/>
          <a:lstStyle>
            <a:lvl1pPr marL="0" indent="0" algn="l" defTabSz="914377" rtl="0" eaLnBrk="1" latinLnBrk="0" hangingPunct="1">
              <a:spcAft>
                <a:spcPts val="0"/>
              </a:spcAft>
              <a:buNone/>
              <a:defRPr lang="en-US" sz="1200" b="0" i="0" kern="1200" dirty="0" smtClean="0">
                <a:solidFill>
                  <a:schemeClr val="bg1"/>
                </a:solidFill>
                <a:latin typeface="Graphik" panose="020B0503030202060203" pitchFamily="34" charset="77"/>
                <a:ea typeface="+mn-ea"/>
                <a:cs typeface="+mn-cs"/>
              </a:defRPr>
            </a:lvl1pPr>
            <a:lvl2pPr marL="0" algn="l" defTabSz="914377" rtl="0" eaLnBrk="1" latinLnBrk="0" hangingPunct="1">
              <a:spcAft>
                <a:spcPts val="0"/>
              </a:spcAft>
              <a:defRPr lang="en-US" sz="1400" b="0" kern="1200" dirty="0" smtClean="0">
                <a:solidFill>
                  <a:schemeClr val="tx1"/>
                </a:solidFill>
                <a:latin typeface="+mn-lt"/>
                <a:ea typeface="+mn-ea"/>
                <a:cs typeface="+mn-cs"/>
              </a:defRPr>
            </a:lvl2pPr>
            <a:lvl3pPr marL="0" algn="l" defTabSz="914377" rtl="0" eaLnBrk="1" latinLnBrk="0" hangingPunct="1">
              <a:spcAft>
                <a:spcPts val="0"/>
              </a:spcAft>
              <a:defRPr lang="en-US" sz="1400" b="0" kern="1200" dirty="0" smtClean="0">
                <a:solidFill>
                  <a:schemeClr val="tx1"/>
                </a:solidFill>
                <a:latin typeface="+mn-lt"/>
                <a:ea typeface="+mn-ea"/>
                <a:cs typeface="+mn-cs"/>
              </a:defRPr>
            </a:lvl3pPr>
            <a:lvl4pPr marL="0" algn="l" defTabSz="914377" rtl="0" eaLnBrk="1" latinLnBrk="0" hangingPunct="1">
              <a:spcAft>
                <a:spcPts val="0"/>
              </a:spcAft>
              <a:defRPr lang="en-US" sz="1400" b="0" kern="1200" dirty="0" smtClean="0">
                <a:solidFill>
                  <a:schemeClr val="tx1"/>
                </a:solidFill>
                <a:latin typeface="+mn-lt"/>
                <a:ea typeface="+mn-ea"/>
                <a:cs typeface="+mn-cs"/>
              </a:defRPr>
            </a:lvl4pPr>
            <a:lvl5pPr marL="0" algn="l" defTabSz="914377"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a:t>
            </a:r>
          </a:p>
        </p:txBody>
      </p:sp>
      <p:pic>
        <p:nvPicPr>
          <p:cNvPr id="7" name="accenture" descr="accenture logo">
            <a:extLst>
              <a:ext uri="{FF2B5EF4-FFF2-40B4-BE49-F238E27FC236}">
                <a16:creationId xmlns:a16="http://schemas.microsoft.com/office/drawing/2014/main" id="{B644DD64-75F6-CAA6-3062-5DD0649C1338}"/>
              </a:ext>
            </a:extLst>
          </p:cNvPr>
          <p:cNvPicPr>
            <a:picLocks/>
          </p:cNvPicPr>
          <p:nvPr userDrawn="1"/>
        </p:nvPicPr>
        <p:blipFill>
          <a:blip>
            <a:extLst>
              <a:ext uri="{96DAC541-7B7A-43D3-8B79-37D633B846F1}">
                <asvg:svgBlip xmlns:asvg="http://schemas.microsoft.com/office/drawing/2016/SVG/main" r:embed="rId2"/>
              </a:ext>
            </a:extLst>
          </a:blip>
          <a:stretch>
            <a:fillRect/>
          </a:stretch>
        </p:blipFill>
        <p:spPr>
          <a:xfrm>
            <a:off x="9936000" y="6022800"/>
            <a:ext cx="1044000" cy="273836"/>
          </a:xfrm>
          <a:prstGeom prst="rect">
            <a:avLst/>
          </a:prstGeom>
        </p:spPr>
      </p:pic>
    </p:spTree>
    <p:extLst>
      <p:ext uri="{BB962C8B-B14F-4D97-AF65-F5344CB8AC3E}">
        <p14:creationId xmlns:p14="http://schemas.microsoft.com/office/powerpoint/2010/main" val="3340097476"/>
      </p:ext>
    </p:extLst>
  </p:cSld>
  <p:clrMapOvr>
    <a:overrideClrMapping bg1="dk1" tx1="lt1" bg2="dk2" tx2="lt2" accent1="accent1" accent2="accent2" accent3="accent3" accent4="accent4" accent5="accent5" accent6="accent6" hlink="hlink" folHlink="folHlink"/>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Client &amp; acquisition cover: gradient">
    <p:bg>
      <p:bgPr>
        <a:solidFill>
          <a:schemeClr val="tx1"/>
        </a:solidFill>
        <a:effectLst/>
      </p:bgPr>
    </p:bg>
    <p:spTree>
      <p:nvGrpSpPr>
        <p:cNvPr id="1" name=""/>
        <p:cNvGrpSpPr/>
        <p:nvPr/>
      </p:nvGrpSpPr>
      <p:grpSpPr>
        <a:xfrm>
          <a:off x="0" y="0"/>
          <a:ext cx="0" cy="0"/>
          <a:chOff x="0" y="0"/>
          <a:chExt cx="0" cy="0"/>
        </a:xfrm>
      </p:grpSpPr>
      <p:pic>
        <p:nvPicPr>
          <p:cNvPr id="4" name="gradient">
            <a:extLst>
              <a:ext uri="{FF2B5EF4-FFF2-40B4-BE49-F238E27FC236}">
                <a16:creationId xmlns:a16="http://schemas.microsoft.com/office/drawing/2014/main" id="{50E1CD4C-93E5-0BD5-6237-D39D310F8CC8}"/>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bwMode="invGray">
          <a:xfrm rot="5400000">
            <a:off x="2667738" y="-2666262"/>
            <a:ext cx="6857999" cy="12190525"/>
          </a:xfrm>
          <a:prstGeom prst="rect">
            <a:avLst/>
          </a:prstGeom>
        </p:spPr>
      </p:pic>
      <p:sp>
        <p:nvSpPr>
          <p:cNvPr id="11" name="Title 1">
            <a:extLst>
              <a:ext uri="{FF2B5EF4-FFF2-40B4-BE49-F238E27FC236}">
                <a16:creationId xmlns:a16="http://schemas.microsoft.com/office/drawing/2014/main" id="{441759CF-E2D4-0A80-7950-4AF5952D5985}"/>
              </a:ext>
            </a:extLst>
          </p:cNvPr>
          <p:cNvSpPr>
            <a:spLocks noGrp="1"/>
          </p:cNvSpPr>
          <p:nvPr>
            <p:ph type="ctrTitle"/>
          </p:nvPr>
        </p:nvSpPr>
        <p:spPr bwMode="white">
          <a:xfrm>
            <a:off x="1182796" y="2425701"/>
            <a:ext cx="8813534" cy="1763686"/>
          </a:xfrm>
          <a:prstGeom prst="rect">
            <a:avLst/>
          </a:prstGeom>
        </p:spPr>
        <p:txBody>
          <a:bodyPr anchor="b"/>
          <a:lstStyle>
            <a:lvl1pPr algn="l">
              <a:lnSpc>
                <a:spcPct val="90000"/>
              </a:lnSpc>
              <a:defRPr sz="4800">
                <a:solidFill>
                  <a:schemeClr val="tx1"/>
                </a:solidFill>
              </a:defRPr>
            </a:lvl1pPr>
          </a:lstStyle>
          <a:p>
            <a:r>
              <a:rPr lang="en-GB"/>
              <a:t>Click to edit Master title style</a:t>
            </a:r>
            <a:endParaRPr lang="en-US"/>
          </a:p>
        </p:txBody>
      </p:sp>
      <p:sp>
        <p:nvSpPr>
          <p:cNvPr id="10" name="Subtitle 2">
            <a:extLst>
              <a:ext uri="{FF2B5EF4-FFF2-40B4-BE49-F238E27FC236}">
                <a16:creationId xmlns:a16="http://schemas.microsoft.com/office/drawing/2014/main" id="{71313E0C-79AC-2382-CFF0-C1879E03CA7D}"/>
              </a:ext>
            </a:extLst>
          </p:cNvPr>
          <p:cNvSpPr>
            <a:spLocks noGrp="1"/>
          </p:cNvSpPr>
          <p:nvPr>
            <p:ph type="subTitle" idx="1" hasCustomPrompt="1"/>
          </p:nvPr>
        </p:nvSpPr>
        <p:spPr bwMode="white">
          <a:xfrm>
            <a:off x="1182796" y="4302038"/>
            <a:ext cx="5715000" cy="1092845"/>
          </a:xfrm>
          <a:prstGeom prst="rect">
            <a:avLst/>
          </a:prstGeom>
        </p:spPr>
        <p:txBody>
          <a:bodyPr/>
          <a:lstStyle>
            <a:lvl1pPr marL="0" indent="0" algn="l">
              <a:lnSpc>
                <a:spcPct val="90000"/>
              </a:lnSpc>
              <a:spcAft>
                <a:spcPts val="0"/>
              </a:spcAft>
              <a:buNone/>
              <a:defRPr sz="1800" b="0" i="0" spc="0">
                <a:solidFill>
                  <a:schemeClr val="tx1"/>
                </a:solidFill>
                <a:latin typeface="Graphik" panose="020B0503030202060203" pitchFamily="34" charset="77"/>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pPr marL="0" lvl="0" indent="0" algn="l" defTabSz="914377" rtl="0" eaLnBrk="1" latinLnBrk="0" hangingPunct="1">
              <a:lnSpc>
                <a:spcPct val="100000"/>
              </a:lnSpc>
              <a:spcBef>
                <a:spcPts val="0"/>
              </a:spcBef>
              <a:spcAft>
                <a:spcPts val="0"/>
              </a:spcAft>
              <a:buFont typeface="Graphik" panose="020B0604020202020204" pitchFamily="34" charset="0"/>
              <a:buNone/>
            </a:pPr>
            <a:r>
              <a:rPr lang="en-GB"/>
              <a:t>Place subtitle here in </a:t>
            </a:r>
            <a:r>
              <a:rPr lang="en-GB" err="1"/>
              <a:t>Graphik</a:t>
            </a:r>
            <a:r>
              <a:rPr lang="en-GB"/>
              <a:t> regular</a:t>
            </a:r>
            <a:endParaRPr lang="en-US"/>
          </a:p>
        </p:txBody>
      </p:sp>
      <p:sp>
        <p:nvSpPr>
          <p:cNvPr id="3" name="Picture Placeholder 11" descr="Image placeholder for client logo">
            <a:extLst>
              <a:ext uri="{FF2B5EF4-FFF2-40B4-BE49-F238E27FC236}">
                <a16:creationId xmlns:a16="http://schemas.microsoft.com/office/drawing/2014/main" id="{C5FB3CF4-DD64-BD63-23C6-97F8FC097FD4}"/>
              </a:ext>
            </a:extLst>
          </p:cNvPr>
          <p:cNvSpPr>
            <a:spLocks noGrp="1"/>
          </p:cNvSpPr>
          <p:nvPr>
            <p:ph type="pic" sz="quarter" idx="13" hasCustomPrompt="1"/>
          </p:nvPr>
        </p:nvSpPr>
        <p:spPr>
          <a:xfrm>
            <a:off x="1143003" y="821769"/>
            <a:ext cx="1884233" cy="985085"/>
          </a:xfrm>
          <a:prstGeom prst="rect">
            <a:avLst/>
          </a:prstGeom>
        </p:spPr>
        <p:txBody>
          <a:bodyPr anchor="ctr"/>
          <a:lstStyle>
            <a:lvl1pPr algn="ctr">
              <a:buFont typeface="Graphik" panose="020B0604020202020204" pitchFamily="34" charset="0"/>
              <a:buNone/>
              <a:defRPr sz="1400" b="0" i="0">
                <a:solidFill>
                  <a:schemeClr val="tx1"/>
                </a:solidFill>
                <a:latin typeface="Graphik" panose="020B0503030202060203" pitchFamily="34" charset="77"/>
              </a:defRPr>
            </a:lvl1pPr>
          </a:lstStyle>
          <a:p>
            <a:r>
              <a:rPr lang="en-GB"/>
              <a:t>Add client logo</a:t>
            </a:r>
            <a:endParaRPr lang="en-US"/>
          </a:p>
        </p:txBody>
      </p:sp>
      <p:sp>
        <p:nvSpPr>
          <p:cNvPr id="9" name="Text Placeholder 1">
            <a:extLst>
              <a:ext uri="{FF2B5EF4-FFF2-40B4-BE49-F238E27FC236}">
                <a16:creationId xmlns:a16="http://schemas.microsoft.com/office/drawing/2014/main" id="{EF8263C3-A1F7-3492-0FC4-3EB7054D3058}"/>
              </a:ext>
            </a:extLst>
          </p:cNvPr>
          <p:cNvSpPr>
            <a:spLocks noGrp="1"/>
          </p:cNvSpPr>
          <p:nvPr>
            <p:ph type="body" sz="quarter" idx="16" hasCustomPrompt="1"/>
          </p:nvPr>
        </p:nvSpPr>
        <p:spPr>
          <a:xfrm>
            <a:off x="1178689" y="5495715"/>
            <a:ext cx="2825654" cy="184666"/>
          </a:xfrm>
          <a:prstGeom prst="rect">
            <a:avLst/>
          </a:prstGeom>
        </p:spPr>
        <p:txBody>
          <a:bodyPr wrap="square">
            <a:spAutoFit/>
          </a:bodyPr>
          <a:lstStyle>
            <a:lvl1pPr marL="0" indent="0" algn="l" defTabSz="914377" rtl="0" eaLnBrk="1" latinLnBrk="0" hangingPunct="1">
              <a:spcAft>
                <a:spcPts val="0"/>
              </a:spcAft>
              <a:buNone/>
              <a:defRPr lang="en-US" sz="1200" b="0" i="0" kern="1200" dirty="0">
                <a:solidFill>
                  <a:schemeClr val="tx1"/>
                </a:solidFill>
                <a:latin typeface="+mj-lt"/>
                <a:ea typeface="+mn-ea"/>
                <a:cs typeface="+mn-cs"/>
              </a:defRPr>
            </a:lvl1pPr>
            <a:lvl2pPr marL="0" algn="l" defTabSz="914377" rtl="0" eaLnBrk="1" latinLnBrk="0" hangingPunct="1">
              <a:spcAft>
                <a:spcPts val="0"/>
              </a:spcAft>
              <a:defRPr lang="en-US" sz="1400" b="0" kern="1200" dirty="0" smtClean="0">
                <a:solidFill>
                  <a:schemeClr val="tx1"/>
                </a:solidFill>
                <a:latin typeface="+mn-lt"/>
                <a:ea typeface="+mn-ea"/>
                <a:cs typeface="+mn-cs"/>
              </a:defRPr>
            </a:lvl2pPr>
            <a:lvl3pPr marL="0" algn="l" defTabSz="914377" rtl="0" eaLnBrk="1" latinLnBrk="0" hangingPunct="1">
              <a:spcAft>
                <a:spcPts val="0"/>
              </a:spcAft>
              <a:defRPr lang="en-US" sz="1400" b="0" kern="1200" dirty="0" smtClean="0">
                <a:solidFill>
                  <a:schemeClr val="tx1"/>
                </a:solidFill>
                <a:latin typeface="+mn-lt"/>
                <a:ea typeface="+mn-ea"/>
                <a:cs typeface="+mn-cs"/>
              </a:defRPr>
            </a:lvl3pPr>
            <a:lvl4pPr marL="0" algn="l" defTabSz="914377" rtl="0" eaLnBrk="1" latinLnBrk="0" hangingPunct="1">
              <a:spcAft>
                <a:spcPts val="0"/>
              </a:spcAft>
              <a:defRPr lang="en-US" sz="1400" b="0" kern="1200" dirty="0" smtClean="0">
                <a:solidFill>
                  <a:schemeClr val="tx1"/>
                </a:solidFill>
                <a:latin typeface="+mn-lt"/>
                <a:ea typeface="+mn-ea"/>
                <a:cs typeface="+mn-cs"/>
              </a:defRPr>
            </a:lvl4pPr>
            <a:lvl5pPr marL="0" algn="l" defTabSz="914377" rtl="0" eaLnBrk="1" latinLnBrk="0" hangingPunct="1">
              <a:spcAft>
                <a:spcPts val="0"/>
              </a:spcAft>
              <a:defRPr lang="en-US" sz="1400" b="0" kern="1200" dirty="0" smtClean="0">
                <a:solidFill>
                  <a:schemeClr val="tx1"/>
                </a:solidFill>
                <a:latin typeface="+mn-lt"/>
                <a:ea typeface="+mn-ea"/>
                <a:cs typeface="+mn-cs"/>
              </a:defRPr>
            </a:lvl5pPr>
          </a:lstStyle>
          <a:p>
            <a:pPr lvl="0"/>
            <a:r>
              <a:rPr lang="en-US"/>
              <a:t>MM.DD.YYYY</a:t>
            </a:r>
          </a:p>
        </p:txBody>
      </p:sp>
      <p:sp>
        <p:nvSpPr>
          <p:cNvPr id="6" name="Text Placeholder 2">
            <a:extLst>
              <a:ext uri="{FF2B5EF4-FFF2-40B4-BE49-F238E27FC236}">
                <a16:creationId xmlns:a16="http://schemas.microsoft.com/office/drawing/2014/main" id="{36794D19-B699-311B-25DD-C0D60FC7889B}"/>
              </a:ext>
            </a:extLst>
          </p:cNvPr>
          <p:cNvSpPr>
            <a:spLocks noGrp="1"/>
          </p:cNvSpPr>
          <p:nvPr>
            <p:ph type="body" sz="quarter" idx="12" hasCustomPrompt="1"/>
          </p:nvPr>
        </p:nvSpPr>
        <p:spPr bwMode="white">
          <a:xfrm>
            <a:off x="1182796" y="5781214"/>
            <a:ext cx="5714999" cy="530687"/>
          </a:xfrm>
          <a:prstGeom prst="rect">
            <a:avLst/>
          </a:prstGeom>
        </p:spPr>
        <p:txBody>
          <a:bodyPr/>
          <a:lstStyle>
            <a:lvl1pPr marL="0" indent="0" algn="l" defTabSz="914377" rtl="0" eaLnBrk="1" latinLnBrk="0" hangingPunct="1">
              <a:spcAft>
                <a:spcPts val="0"/>
              </a:spcAft>
              <a:buNone/>
              <a:defRPr lang="en-US" sz="1200" b="0" i="0" kern="1200" dirty="0" smtClean="0">
                <a:solidFill>
                  <a:schemeClr val="tx1"/>
                </a:solidFill>
                <a:latin typeface="Graphik" panose="020B0503030202060203" pitchFamily="34" charset="77"/>
                <a:ea typeface="+mn-ea"/>
                <a:cs typeface="+mn-cs"/>
              </a:defRPr>
            </a:lvl1pPr>
            <a:lvl2pPr marL="0" algn="l" defTabSz="914377" rtl="0" eaLnBrk="1" latinLnBrk="0" hangingPunct="1">
              <a:spcAft>
                <a:spcPts val="0"/>
              </a:spcAft>
              <a:defRPr lang="en-US" sz="1400" b="0" kern="1200" dirty="0" smtClean="0">
                <a:solidFill>
                  <a:schemeClr val="tx1"/>
                </a:solidFill>
                <a:latin typeface="+mn-lt"/>
                <a:ea typeface="+mn-ea"/>
                <a:cs typeface="+mn-cs"/>
              </a:defRPr>
            </a:lvl2pPr>
            <a:lvl3pPr marL="0" algn="l" defTabSz="914377" rtl="0" eaLnBrk="1" latinLnBrk="0" hangingPunct="1">
              <a:spcAft>
                <a:spcPts val="0"/>
              </a:spcAft>
              <a:defRPr lang="en-US" sz="1400" b="0" kern="1200" dirty="0" smtClean="0">
                <a:solidFill>
                  <a:schemeClr val="tx1"/>
                </a:solidFill>
                <a:latin typeface="+mn-lt"/>
                <a:ea typeface="+mn-ea"/>
                <a:cs typeface="+mn-cs"/>
              </a:defRPr>
            </a:lvl3pPr>
            <a:lvl4pPr marL="0" algn="l" defTabSz="914377" rtl="0" eaLnBrk="1" latinLnBrk="0" hangingPunct="1">
              <a:spcAft>
                <a:spcPts val="0"/>
              </a:spcAft>
              <a:defRPr lang="en-US" sz="1400" b="0" kern="1200" dirty="0" smtClean="0">
                <a:solidFill>
                  <a:schemeClr val="tx1"/>
                </a:solidFill>
                <a:latin typeface="+mn-lt"/>
                <a:ea typeface="+mn-ea"/>
                <a:cs typeface="+mn-cs"/>
              </a:defRPr>
            </a:lvl4pPr>
            <a:lvl5pPr marL="0" algn="l" defTabSz="914377"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a:t>
            </a:r>
          </a:p>
        </p:txBody>
      </p:sp>
      <p:pic>
        <p:nvPicPr>
          <p:cNvPr id="2" name="accenture" descr="accenture logo">
            <a:extLst>
              <a:ext uri="{FF2B5EF4-FFF2-40B4-BE49-F238E27FC236}">
                <a16:creationId xmlns:a16="http://schemas.microsoft.com/office/drawing/2014/main" id="{F9A1CCE7-7706-F83F-4541-BDA00F682BFA}"/>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9919196" y="6016340"/>
            <a:ext cx="1082581" cy="285924"/>
          </a:xfrm>
          <a:prstGeom prst="rect">
            <a:avLst/>
          </a:prstGeom>
        </p:spPr>
      </p:pic>
    </p:spTree>
    <p:extLst>
      <p:ext uri="{BB962C8B-B14F-4D97-AF65-F5344CB8AC3E}">
        <p14:creationId xmlns:p14="http://schemas.microsoft.com/office/powerpoint/2010/main" val="4259757296"/>
      </p:ext>
    </p:extLst>
  </p:cSld>
  <p:clrMapOvr>
    <a:overrideClrMapping bg1="dk1" tx1="lt1" bg2="dk2" tx2="lt2" accent1="accent1" accent2="accent2" accent3="accent3" accent4="accent4" accent5="accent5" accent6="accent6" hlink="hlink" folHlink="folHlink"/>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Agenda: dark mod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58DFF95F-BC04-BCE4-81EC-25C099CB74A3}"/>
              </a:ext>
            </a:extLst>
          </p:cNvPr>
          <p:cNvSpPr/>
          <p:nvPr userDrawn="1"/>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tIns="121920" bIns="121920" rtlCol="0" anchor="ctr"/>
          <a:lstStyle/>
          <a:p>
            <a:pPr algn="ctr"/>
            <a:endParaRPr lang="en-AR" sz="2400" err="1"/>
          </a:p>
        </p:txBody>
      </p:sp>
      <p:sp>
        <p:nvSpPr>
          <p:cNvPr id="2" name="Title 1">
            <a:extLst>
              <a:ext uri="{FF2B5EF4-FFF2-40B4-BE49-F238E27FC236}">
                <a16:creationId xmlns:a16="http://schemas.microsoft.com/office/drawing/2014/main" id="{F251A5E4-3909-4229-80CB-2E4CA2A5B2D3}"/>
              </a:ext>
            </a:extLst>
          </p:cNvPr>
          <p:cNvSpPr>
            <a:spLocks noGrp="1"/>
          </p:cNvSpPr>
          <p:nvPr>
            <p:ph type="title" hasCustomPrompt="1"/>
          </p:nvPr>
        </p:nvSpPr>
        <p:spPr>
          <a:xfrm>
            <a:off x="561600" y="2187403"/>
            <a:ext cx="3091443" cy="393954"/>
          </a:xfrm>
          <a:prstGeom prst="rect">
            <a:avLst/>
          </a:prstGeom>
        </p:spPr>
        <p:txBody>
          <a:bodyPr anchor="b"/>
          <a:lstStyle>
            <a:lvl1pPr>
              <a:defRPr sz="3200">
                <a:solidFill>
                  <a:schemeClr val="accent2"/>
                </a:solidFill>
              </a:defRPr>
            </a:lvl1pPr>
          </a:lstStyle>
          <a:p>
            <a:r>
              <a:rPr lang="en-GB"/>
              <a:t>Agenda title</a:t>
            </a:r>
            <a:endParaRPr lang="en-US"/>
          </a:p>
        </p:txBody>
      </p:sp>
      <p:sp>
        <p:nvSpPr>
          <p:cNvPr id="29" name="Text Placeholder 3">
            <a:extLst>
              <a:ext uri="{FF2B5EF4-FFF2-40B4-BE49-F238E27FC236}">
                <a16:creationId xmlns:a16="http://schemas.microsoft.com/office/drawing/2014/main" id="{2F4C171E-3D12-FC48-87BB-B5005B4EE338}"/>
              </a:ext>
            </a:extLst>
          </p:cNvPr>
          <p:cNvSpPr>
            <a:spLocks noGrp="1"/>
          </p:cNvSpPr>
          <p:nvPr>
            <p:ph type="body" sz="quarter" idx="31" hasCustomPrompt="1"/>
          </p:nvPr>
        </p:nvSpPr>
        <p:spPr>
          <a:xfrm>
            <a:off x="4426241" y="1371602"/>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18" name="Text Placeholder 4">
            <a:extLst>
              <a:ext uri="{FF2B5EF4-FFF2-40B4-BE49-F238E27FC236}">
                <a16:creationId xmlns:a16="http://schemas.microsoft.com/office/drawing/2014/main" id="{257C0C72-781A-F24F-B1F2-0A290409F1F6}"/>
              </a:ext>
            </a:extLst>
          </p:cNvPr>
          <p:cNvSpPr>
            <a:spLocks noGrp="1"/>
          </p:cNvSpPr>
          <p:nvPr>
            <p:ph type="body" sz="quarter" idx="16" hasCustomPrompt="1"/>
          </p:nvPr>
        </p:nvSpPr>
        <p:spPr>
          <a:xfrm>
            <a:off x="4966974" y="1371602"/>
            <a:ext cx="2783175" cy="485340"/>
          </a:xfrm>
          <a:prstGeom prst="rect">
            <a:avLst/>
          </a:prstGeom>
        </p:spPr>
        <p:txBody>
          <a:bodyPr anchor="ctr"/>
          <a:lstStyle>
            <a:lvl1pPr>
              <a:spcAft>
                <a:spcPts val="0"/>
              </a:spcAft>
              <a:buNone/>
              <a:defRPr sz="1600" b="0" i="0">
                <a:solidFill>
                  <a:schemeClr val="bg1"/>
                </a:solidFill>
                <a:latin typeface="Graphik" panose="020B0503030202060203" pitchFamily="34" charset="77"/>
              </a:defRPr>
            </a:lvl1pPr>
          </a:lstStyle>
          <a:p>
            <a:pPr lvl="0"/>
            <a:r>
              <a:rPr lang="en-GB"/>
              <a:t>Insert agenda item</a:t>
            </a:r>
            <a:endParaRPr lang="en-US"/>
          </a:p>
        </p:txBody>
      </p:sp>
      <p:sp>
        <p:nvSpPr>
          <p:cNvPr id="30" name="Text Placeholder 5">
            <a:extLst>
              <a:ext uri="{FF2B5EF4-FFF2-40B4-BE49-F238E27FC236}">
                <a16:creationId xmlns:a16="http://schemas.microsoft.com/office/drawing/2014/main" id="{E8AE9E02-9423-4748-8AD7-2BBB3B94A799}"/>
              </a:ext>
            </a:extLst>
          </p:cNvPr>
          <p:cNvSpPr>
            <a:spLocks noGrp="1"/>
          </p:cNvSpPr>
          <p:nvPr>
            <p:ph type="body" sz="quarter" idx="32" hasCustomPrompt="1"/>
          </p:nvPr>
        </p:nvSpPr>
        <p:spPr>
          <a:xfrm>
            <a:off x="4426241" y="1976479"/>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57" name="Text Placeholder 6">
            <a:extLst>
              <a:ext uri="{FF2B5EF4-FFF2-40B4-BE49-F238E27FC236}">
                <a16:creationId xmlns:a16="http://schemas.microsoft.com/office/drawing/2014/main" id="{A5D4C4AC-7870-A641-AF65-6F3ECB9DA9CA}"/>
              </a:ext>
            </a:extLst>
          </p:cNvPr>
          <p:cNvSpPr>
            <a:spLocks noGrp="1"/>
          </p:cNvSpPr>
          <p:nvPr>
            <p:ph type="body" sz="quarter" idx="18" hasCustomPrompt="1"/>
          </p:nvPr>
        </p:nvSpPr>
        <p:spPr>
          <a:xfrm>
            <a:off x="4966974" y="1976479"/>
            <a:ext cx="2783175" cy="485340"/>
          </a:xfrm>
          <a:prstGeom prst="rect">
            <a:avLst/>
          </a:prstGeom>
        </p:spPr>
        <p:txBody>
          <a:bodyPr anchor="ctr"/>
          <a:lstStyle>
            <a:lvl1pPr>
              <a:spcAft>
                <a:spcPts val="0"/>
              </a:spcAft>
              <a:buNone/>
              <a:defRPr sz="1600" b="0" i="0">
                <a:solidFill>
                  <a:schemeClr val="bg1"/>
                </a:solidFill>
                <a:latin typeface="Graphik" panose="020B0503030202060203" pitchFamily="34" charset="77"/>
              </a:defRPr>
            </a:lvl1pPr>
          </a:lstStyle>
          <a:p>
            <a:pPr lvl="0"/>
            <a:r>
              <a:rPr lang="en-GB"/>
              <a:t>Insert agenda item</a:t>
            </a:r>
            <a:endParaRPr lang="en-US"/>
          </a:p>
        </p:txBody>
      </p:sp>
      <p:sp>
        <p:nvSpPr>
          <p:cNvPr id="31" name="Text Placeholder 7">
            <a:extLst>
              <a:ext uri="{FF2B5EF4-FFF2-40B4-BE49-F238E27FC236}">
                <a16:creationId xmlns:a16="http://schemas.microsoft.com/office/drawing/2014/main" id="{7C692F47-FBF4-5842-A0CA-4B8B48DE4638}"/>
              </a:ext>
            </a:extLst>
          </p:cNvPr>
          <p:cNvSpPr>
            <a:spLocks noGrp="1"/>
          </p:cNvSpPr>
          <p:nvPr>
            <p:ph type="body" sz="quarter" idx="33" hasCustomPrompt="1"/>
          </p:nvPr>
        </p:nvSpPr>
        <p:spPr>
          <a:xfrm>
            <a:off x="4426241" y="2581358"/>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59" name="Text Placeholder 8">
            <a:extLst>
              <a:ext uri="{FF2B5EF4-FFF2-40B4-BE49-F238E27FC236}">
                <a16:creationId xmlns:a16="http://schemas.microsoft.com/office/drawing/2014/main" id="{9F332AA7-2896-E24E-B21D-90FED54D4335}"/>
              </a:ext>
            </a:extLst>
          </p:cNvPr>
          <p:cNvSpPr>
            <a:spLocks noGrp="1"/>
          </p:cNvSpPr>
          <p:nvPr>
            <p:ph type="body" sz="quarter" idx="20" hasCustomPrompt="1"/>
          </p:nvPr>
        </p:nvSpPr>
        <p:spPr>
          <a:xfrm>
            <a:off x="4966974" y="2581358"/>
            <a:ext cx="2783175" cy="485340"/>
          </a:xfrm>
          <a:prstGeom prst="rect">
            <a:avLst/>
          </a:prstGeom>
        </p:spPr>
        <p:txBody>
          <a:bodyPr anchor="ctr"/>
          <a:lstStyle>
            <a:lvl1pPr>
              <a:spcAft>
                <a:spcPts val="0"/>
              </a:spcAft>
              <a:buNone/>
              <a:defRPr sz="1600" b="0" i="0">
                <a:solidFill>
                  <a:schemeClr val="bg1"/>
                </a:solidFill>
                <a:latin typeface="Graphik" panose="020B0503030202060203" pitchFamily="34" charset="77"/>
              </a:defRPr>
            </a:lvl1pPr>
          </a:lstStyle>
          <a:p>
            <a:pPr lvl="0"/>
            <a:r>
              <a:rPr lang="en-GB"/>
              <a:t>Insert agenda item</a:t>
            </a:r>
            <a:endParaRPr lang="en-US"/>
          </a:p>
        </p:txBody>
      </p:sp>
      <p:sp>
        <p:nvSpPr>
          <p:cNvPr id="32" name="Text Placeholder 9">
            <a:extLst>
              <a:ext uri="{FF2B5EF4-FFF2-40B4-BE49-F238E27FC236}">
                <a16:creationId xmlns:a16="http://schemas.microsoft.com/office/drawing/2014/main" id="{BDE48124-A481-074B-9AD4-22EC49D172D0}"/>
              </a:ext>
            </a:extLst>
          </p:cNvPr>
          <p:cNvSpPr>
            <a:spLocks noGrp="1"/>
          </p:cNvSpPr>
          <p:nvPr>
            <p:ph type="body" sz="quarter" idx="34" hasCustomPrompt="1"/>
          </p:nvPr>
        </p:nvSpPr>
        <p:spPr>
          <a:xfrm>
            <a:off x="4426241" y="3186235"/>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61" name="Text Placeholder 10">
            <a:extLst>
              <a:ext uri="{FF2B5EF4-FFF2-40B4-BE49-F238E27FC236}">
                <a16:creationId xmlns:a16="http://schemas.microsoft.com/office/drawing/2014/main" id="{25D7BCB2-FC6B-2A46-AC11-482A4F731116}"/>
              </a:ext>
            </a:extLst>
          </p:cNvPr>
          <p:cNvSpPr>
            <a:spLocks noGrp="1"/>
          </p:cNvSpPr>
          <p:nvPr>
            <p:ph type="body" sz="quarter" idx="22" hasCustomPrompt="1"/>
          </p:nvPr>
        </p:nvSpPr>
        <p:spPr>
          <a:xfrm>
            <a:off x="4966974" y="3186235"/>
            <a:ext cx="2783175" cy="485340"/>
          </a:xfrm>
          <a:prstGeom prst="rect">
            <a:avLst/>
          </a:prstGeom>
        </p:spPr>
        <p:txBody>
          <a:bodyPr anchor="ctr"/>
          <a:lstStyle>
            <a:lvl1pPr>
              <a:spcAft>
                <a:spcPts val="0"/>
              </a:spcAft>
              <a:buNone/>
              <a:defRPr sz="1600" b="0" i="0">
                <a:solidFill>
                  <a:schemeClr val="bg1"/>
                </a:solidFill>
                <a:latin typeface="Graphik" panose="020B0503030202060203" pitchFamily="34" charset="77"/>
              </a:defRPr>
            </a:lvl1pPr>
          </a:lstStyle>
          <a:p>
            <a:pPr lvl="0"/>
            <a:r>
              <a:rPr lang="en-GB"/>
              <a:t>Insert agenda item</a:t>
            </a:r>
            <a:endParaRPr lang="en-US"/>
          </a:p>
        </p:txBody>
      </p:sp>
      <p:sp>
        <p:nvSpPr>
          <p:cNvPr id="33" name="Text Placeholder 11">
            <a:extLst>
              <a:ext uri="{FF2B5EF4-FFF2-40B4-BE49-F238E27FC236}">
                <a16:creationId xmlns:a16="http://schemas.microsoft.com/office/drawing/2014/main" id="{98E2B4B4-ED02-4945-B581-1A8D48D031AA}"/>
              </a:ext>
            </a:extLst>
          </p:cNvPr>
          <p:cNvSpPr>
            <a:spLocks noGrp="1"/>
          </p:cNvSpPr>
          <p:nvPr>
            <p:ph type="body" sz="quarter" idx="35" hasCustomPrompt="1"/>
          </p:nvPr>
        </p:nvSpPr>
        <p:spPr>
          <a:xfrm>
            <a:off x="4426241" y="3791114"/>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63" name="Text Placeholder 12">
            <a:extLst>
              <a:ext uri="{FF2B5EF4-FFF2-40B4-BE49-F238E27FC236}">
                <a16:creationId xmlns:a16="http://schemas.microsoft.com/office/drawing/2014/main" id="{FD74906C-72A4-CF4A-A4F6-B28AE864B9B7}"/>
              </a:ext>
            </a:extLst>
          </p:cNvPr>
          <p:cNvSpPr>
            <a:spLocks noGrp="1"/>
          </p:cNvSpPr>
          <p:nvPr>
            <p:ph type="body" sz="quarter" idx="24" hasCustomPrompt="1"/>
          </p:nvPr>
        </p:nvSpPr>
        <p:spPr>
          <a:xfrm>
            <a:off x="4966974" y="3791114"/>
            <a:ext cx="2783175" cy="485340"/>
          </a:xfrm>
          <a:prstGeom prst="rect">
            <a:avLst/>
          </a:prstGeom>
        </p:spPr>
        <p:txBody>
          <a:bodyPr anchor="ctr"/>
          <a:lstStyle>
            <a:lvl1pPr>
              <a:spcAft>
                <a:spcPts val="0"/>
              </a:spcAft>
              <a:buNone/>
              <a:defRPr sz="1600" b="0" i="0">
                <a:solidFill>
                  <a:schemeClr val="bg1"/>
                </a:solidFill>
                <a:latin typeface="Graphik" panose="020B0503030202060203" pitchFamily="34" charset="77"/>
              </a:defRPr>
            </a:lvl1pPr>
          </a:lstStyle>
          <a:p>
            <a:pPr lvl="0"/>
            <a:r>
              <a:rPr lang="en-GB"/>
              <a:t>Insert agenda item</a:t>
            </a:r>
            <a:endParaRPr lang="en-US"/>
          </a:p>
        </p:txBody>
      </p:sp>
      <p:sp>
        <p:nvSpPr>
          <p:cNvPr id="34" name="Text Placeholder 13">
            <a:extLst>
              <a:ext uri="{FF2B5EF4-FFF2-40B4-BE49-F238E27FC236}">
                <a16:creationId xmlns:a16="http://schemas.microsoft.com/office/drawing/2014/main" id="{B70B7DFE-5DE8-0F42-BF3C-DA43110C0D0E}"/>
              </a:ext>
            </a:extLst>
          </p:cNvPr>
          <p:cNvSpPr>
            <a:spLocks noGrp="1"/>
          </p:cNvSpPr>
          <p:nvPr>
            <p:ph type="body" sz="quarter" idx="36" hasCustomPrompt="1"/>
          </p:nvPr>
        </p:nvSpPr>
        <p:spPr>
          <a:xfrm>
            <a:off x="4426241" y="4395991"/>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65" name="Text Placeholder 14">
            <a:extLst>
              <a:ext uri="{FF2B5EF4-FFF2-40B4-BE49-F238E27FC236}">
                <a16:creationId xmlns:a16="http://schemas.microsoft.com/office/drawing/2014/main" id="{F28AA3EC-0083-2742-A4D0-0B32569FD766}"/>
              </a:ext>
            </a:extLst>
          </p:cNvPr>
          <p:cNvSpPr>
            <a:spLocks noGrp="1"/>
          </p:cNvSpPr>
          <p:nvPr>
            <p:ph type="body" sz="quarter" idx="26" hasCustomPrompt="1"/>
          </p:nvPr>
        </p:nvSpPr>
        <p:spPr>
          <a:xfrm>
            <a:off x="4966974" y="4395991"/>
            <a:ext cx="2783175" cy="485340"/>
          </a:xfrm>
          <a:prstGeom prst="rect">
            <a:avLst/>
          </a:prstGeom>
        </p:spPr>
        <p:txBody>
          <a:bodyPr anchor="ctr"/>
          <a:lstStyle>
            <a:lvl1pPr>
              <a:spcAft>
                <a:spcPts val="0"/>
              </a:spcAft>
              <a:buNone/>
              <a:defRPr sz="1600" b="0" i="0">
                <a:solidFill>
                  <a:schemeClr val="bg1"/>
                </a:solidFill>
                <a:latin typeface="Graphik" panose="020B0503030202060203" pitchFamily="34" charset="77"/>
              </a:defRPr>
            </a:lvl1pPr>
          </a:lstStyle>
          <a:p>
            <a:pPr lvl="0"/>
            <a:r>
              <a:rPr lang="en-GB"/>
              <a:t>Insert agenda item</a:t>
            </a:r>
            <a:endParaRPr lang="en-US"/>
          </a:p>
        </p:txBody>
      </p:sp>
      <p:sp>
        <p:nvSpPr>
          <p:cNvPr id="35" name="Text Placeholder 15">
            <a:extLst>
              <a:ext uri="{FF2B5EF4-FFF2-40B4-BE49-F238E27FC236}">
                <a16:creationId xmlns:a16="http://schemas.microsoft.com/office/drawing/2014/main" id="{D63FCDAD-F7F9-774F-8EC9-A0777820ED0F}"/>
              </a:ext>
            </a:extLst>
          </p:cNvPr>
          <p:cNvSpPr>
            <a:spLocks noGrp="1"/>
          </p:cNvSpPr>
          <p:nvPr>
            <p:ph type="body" sz="quarter" idx="37" hasCustomPrompt="1"/>
          </p:nvPr>
        </p:nvSpPr>
        <p:spPr>
          <a:xfrm>
            <a:off x="4426241" y="5000870"/>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67" name="Text Placeholder 16">
            <a:extLst>
              <a:ext uri="{FF2B5EF4-FFF2-40B4-BE49-F238E27FC236}">
                <a16:creationId xmlns:a16="http://schemas.microsoft.com/office/drawing/2014/main" id="{D46DA866-B19E-684E-8A23-EEA295487841}"/>
              </a:ext>
            </a:extLst>
          </p:cNvPr>
          <p:cNvSpPr>
            <a:spLocks noGrp="1"/>
          </p:cNvSpPr>
          <p:nvPr>
            <p:ph type="body" sz="quarter" idx="28" hasCustomPrompt="1"/>
          </p:nvPr>
        </p:nvSpPr>
        <p:spPr>
          <a:xfrm>
            <a:off x="4966974" y="5000870"/>
            <a:ext cx="2783175" cy="485340"/>
          </a:xfrm>
          <a:prstGeom prst="rect">
            <a:avLst/>
          </a:prstGeom>
        </p:spPr>
        <p:txBody>
          <a:bodyPr anchor="ctr"/>
          <a:lstStyle>
            <a:lvl1pPr>
              <a:spcAft>
                <a:spcPts val="0"/>
              </a:spcAft>
              <a:buNone/>
              <a:defRPr sz="1600" b="0" i="0">
                <a:solidFill>
                  <a:schemeClr val="bg1"/>
                </a:solidFill>
                <a:latin typeface="Graphik" panose="020B0503030202060203" pitchFamily="34" charset="77"/>
              </a:defRPr>
            </a:lvl1pPr>
          </a:lstStyle>
          <a:p>
            <a:pPr lvl="0"/>
            <a:r>
              <a:rPr lang="en-GB"/>
              <a:t>Insert agenda item</a:t>
            </a:r>
            <a:endParaRPr lang="en-US"/>
          </a:p>
        </p:txBody>
      </p:sp>
      <p:sp>
        <p:nvSpPr>
          <p:cNvPr id="36" name="Text Placeholder 17">
            <a:extLst>
              <a:ext uri="{FF2B5EF4-FFF2-40B4-BE49-F238E27FC236}">
                <a16:creationId xmlns:a16="http://schemas.microsoft.com/office/drawing/2014/main" id="{AE66CCF5-C5F4-5645-A851-E4A7D572FDA7}"/>
              </a:ext>
            </a:extLst>
          </p:cNvPr>
          <p:cNvSpPr>
            <a:spLocks noGrp="1"/>
          </p:cNvSpPr>
          <p:nvPr>
            <p:ph type="body" sz="quarter" idx="38" hasCustomPrompt="1"/>
          </p:nvPr>
        </p:nvSpPr>
        <p:spPr>
          <a:xfrm>
            <a:off x="4426241" y="5605747"/>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69" name="Text Placeholder 18">
            <a:extLst>
              <a:ext uri="{FF2B5EF4-FFF2-40B4-BE49-F238E27FC236}">
                <a16:creationId xmlns:a16="http://schemas.microsoft.com/office/drawing/2014/main" id="{A4A135E2-DF01-5543-BA57-DFBCCC446A3A}"/>
              </a:ext>
            </a:extLst>
          </p:cNvPr>
          <p:cNvSpPr>
            <a:spLocks noGrp="1"/>
          </p:cNvSpPr>
          <p:nvPr>
            <p:ph type="body" sz="quarter" idx="30" hasCustomPrompt="1"/>
          </p:nvPr>
        </p:nvSpPr>
        <p:spPr>
          <a:xfrm>
            <a:off x="4966974" y="5605747"/>
            <a:ext cx="2783175" cy="485340"/>
          </a:xfrm>
          <a:prstGeom prst="rect">
            <a:avLst/>
          </a:prstGeom>
        </p:spPr>
        <p:txBody>
          <a:bodyPr anchor="ctr"/>
          <a:lstStyle>
            <a:lvl1pPr>
              <a:spcAft>
                <a:spcPts val="0"/>
              </a:spcAft>
              <a:buNone/>
              <a:defRPr sz="1600" b="0" i="0">
                <a:solidFill>
                  <a:schemeClr val="bg1"/>
                </a:solidFill>
                <a:latin typeface="Graphik" panose="020B0503030202060203" pitchFamily="34" charset="77"/>
              </a:defRPr>
            </a:lvl1pPr>
          </a:lstStyle>
          <a:p>
            <a:pPr lvl="0"/>
            <a:r>
              <a:rPr lang="en-GB"/>
              <a:t>Insert agenda item</a:t>
            </a:r>
            <a:endParaRPr lang="en-US"/>
          </a:p>
        </p:txBody>
      </p:sp>
      <p:sp>
        <p:nvSpPr>
          <p:cNvPr id="94" name="Text Placeholder 19">
            <a:extLst>
              <a:ext uri="{FF2B5EF4-FFF2-40B4-BE49-F238E27FC236}">
                <a16:creationId xmlns:a16="http://schemas.microsoft.com/office/drawing/2014/main" id="{ED51288A-4DF8-0D4F-8BBC-90AE60B66177}"/>
              </a:ext>
            </a:extLst>
          </p:cNvPr>
          <p:cNvSpPr>
            <a:spLocks noGrp="1"/>
          </p:cNvSpPr>
          <p:nvPr>
            <p:ph type="body" sz="quarter" idx="47" hasCustomPrompt="1"/>
          </p:nvPr>
        </p:nvSpPr>
        <p:spPr>
          <a:xfrm>
            <a:off x="8317231" y="1371602"/>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86" name="Text Placeholder 20">
            <a:extLst>
              <a:ext uri="{FF2B5EF4-FFF2-40B4-BE49-F238E27FC236}">
                <a16:creationId xmlns:a16="http://schemas.microsoft.com/office/drawing/2014/main" id="{C10680BC-1106-B24D-A63E-02912A27325E}"/>
              </a:ext>
            </a:extLst>
          </p:cNvPr>
          <p:cNvSpPr>
            <a:spLocks noGrp="1"/>
          </p:cNvSpPr>
          <p:nvPr>
            <p:ph type="body" sz="quarter" idx="39" hasCustomPrompt="1"/>
          </p:nvPr>
        </p:nvSpPr>
        <p:spPr>
          <a:xfrm>
            <a:off x="8857963" y="1371602"/>
            <a:ext cx="2783175" cy="485340"/>
          </a:xfrm>
          <a:prstGeom prst="rect">
            <a:avLst/>
          </a:prstGeom>
        </p:spPr>
        <p:txBody>
          <a:bodyPr anchor="ctr"/>
          <a:lstStyle>
            <a:lvl1pPr>
              <a:spcAft>
                <a:spcPts val="0"/>
              </a:spcAft>
              <a:buNone/>
              <a:defRPr sz="1600" b="0" i="0">
                <a:solidFill>
                  <a:schemeClr val="bg1"/>
                </a:solidFill>
                <a:latin typeface="Graphik" panose="020B0503030202060203" pitchFamily="34" charset="77"/>
              </a:defRPr>
            </a:lvl1pPr>
          </a:lstStyle>
          <a:p>
            <a:pPr lvl="0"/>
            <a:r>
              <a:rPr lang="en-GB"/>
              <a:t>Insert agenda item</a:t>
            </a:r>
            <a:endParaRPr lang="en-US"/>
          </a:p>
        </p:txBody>
      </p:sp>
      <p:sp>
        <p:nvSpPr>
          <p:cNvPr id="95" name="Text Placeholder 21">
            <a:extLst>
              <a:ext uri="{FF2B5EF4-FFF2-40B4-BE49-F238E27FC236}">
                <a16:creationId xmlns:a16="http://schemas.microsoft.com/office/drawing/2014/main" id="{B55123CE-2705-2A4C-88D5-5BEECF04606C}"/>
              </a:ext>
            </a:extLst>
          </p:cNvPr>
          <p:cNvSpPr>
            <a:spLocks noGrp="1"/>
          </p:cNvSpPr>
          <p:nvPr>
            <p:ph type="body" sz="quarter" idx="48" hasCustomPrompt="1"/>
          </p:nvPr>
        </p:nvSpPr>
        <p:spPr>
          <a:xfrm>
            <a:off x="8317231" y="1976479"/>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87" name="Text Placeholder 22">
            <a:extLst>
              <a:ext uri="{FF2B5EF4-FFF2-40B4-BE49-F238E27FC236}">
                <a16:creationId xmlns:a16="http://schemas.microsoft.com/office/drawing/2014/main" id="{194D437D-E8B7-694E-B60A-5A3D6E811713}"/>
              </a:ext>
            </a:extLst>
          </p:cNvPr>
          <p:cNvSpPr>
            <a:spLocks noGrp="1"/>
          </p:cNvSpPr>
          <p:nvPr>
            <p:ph type="body" sz="quarter" idx="40" hasCustomPrompt="1"/>
          </p:nvPr>
        </p:nvSpPr>
        <p:spPr>
          <a:xfrm>
            <a:off x="8857963" y="1976479"/>
            <a:ext cx="2783175" cy="485340"/>
          </a:xfrm>
          <a:prstGeom prst="rect">
            <a:avLst/>
          </a:prstGeom>
        </p:spPr>
        <p:txBody>
          <a:bodyPr anchor="ctr"/>
          <a:lstStyle>
            <a:lvl1pPr>
              <a:spcAft>
                <a:spcPts val="0"/>
              </a:spcAft>
              <a:buNone/>
              <a:defRPr sz="1600" b="0" i="0">
                <a:solidFill>
                  <a:schemeClr val="bg1"/>
                </a:solidFill>
                <a:latin typeface="Graphik" panose="020B0503030202060203" pitchFamily="34" charset="77"/>
              </a:defRPr>
            </a:lvl1pPr>
          </a:lstStyle>
          <a:p>
            <a:pPr lvl="0"/>
            <a:r>
              <a:rPr lang="en-GB"/>
              <a:t>Insert agenda item</a:t>
            </a:r>
            <a:endParaRPr lang="en-US"/>
          </a:p>
        </p:txBody>
      </p:sp>
      <p:sp>
        <p:nvSpPr>
          <p:cNvPr id="96" name="Text Placeholder 23">
            <a:extLst>
              <a:ext uri="{FF2B5EF4-FFF2-40B4-BE49-F238E27FC236}">
                <a16:creationId xmlns:a16="http://schemas.microsoft.com/office/drawing/2014/main" id="{95340386-A048-C64F-B858-E874FB9006DC}"/>
              </a:ext>
            </a:extLst>
          </p:cNvPr>
          <p:cNvSpPr>
            <a:spLocks noGrp="1"/>
          </p:cNvSpPr>
          <p:nvPr>
            <p:ph type="body" sz="quarter" idx="49" hasCustomPrompt="1"/>
          </p:nvPr>
        </p:nvSpPr>
        <p:spPr>
          <a:xfrm>
            <a:off x="8317231" y="2581358"/>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88" name="Text Placeholder 24">
            <a:extLst>
              <a:ext uri="{FF2B5EF4-FFF2-40B4-BE49-F238E27FC236}">
                <a16:creationId xmlns:a16="http://schemas.microsoft.com/office/drawing/2014/main" id="{D743CFF4-B173-B648-86A6-5021F5FB8C07}"/>
              </a:ext>
            </a:extLst>
          </p:cNvPr>
          <p:cNvSpPr>
            <a:spLocks noGrp="1"/>
          </p:cNvSpPr>
          <p:nvPr>
            <p:ph type="body" sz="quarter" idx="41" hasCustomPrompt="1"/>
          </p:nvPr>
        </p:nvSpPr>
        <p:spPr>
          <a:xfrm>
            <a:off x="8857963" y="2581358"/>
            <a:ext cx="2783175" cy="485340"/>
          </a:xfrm>
          <a:prstGeom prst="rect">
            <a:avLst/>
          </a:prstGeom>
        </p:spPr>
        <p:txBody>
          <a:bodyPr anchor="ctr"/>
          <a:lstStyle>
            <a:lvl1pPr>
              <a:spcAft>
                <a:spcPts val="0"/>
              </a:spcAft>
              <a:buNone/>
              <a:defRPr sz="1600" b="0" i="0">
                <a:solidFill>
                  <a:schemeClr val="bg1"/>
                </a:solidFill>
                <a:latin typeface="Graphik" panose="020B0503030202060203" pitchFamily="34" charset="77"/>
              </a:defRPr>
            </a:lvl1pPr>
          </a:lstStyle>
          <a:p>
            <a:pPr lvl="0"/>
            <a:r>
              <a:rPr lang="en-GB"/>
              <a:t>Insert agenda item</a:t>
            </a:r>
            <a:endParaRPr lang="en-US"/>
          </a:p>
        </p:txBody>
      </p:sp>
      <p:sp>
        <p:nvSpPr>
          <p:cNvPr id="97" name="Text Placeholder 25">
            <a:extLst>
              <a:ext uri="{FF2B5EF4-FFF2-40B4-BE49-F238E27FC236}">
                <a16:creationId xmlns:a16="http://schemas.microsoft.com/office/drawing/2014/main" id="{389D3522-38D0-6A46-B023-28998ECDD0FA}"/>
              </a:ext>
            </a:extLst>
          </p:cNvPr>
          <p:cNvSpPr>
            <a:spLocks noGrp="1"/>
          </p:cNvSpPr>
          <p:nvPr>
            <p:ph type="body" sz="quarter" idx="50" hasCustomPrompt="1"/>
          </p:nvPr>
        </p:nvSpPr>
        <p:spPr>
          <a:xfrm>
            <a:off x="8317231" y="3186235"/>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89" name="Text Placeholder 26">
            <a:extLst>
              <a:ext uri="{FF2B5EF4-FFF2-40B4-BE49-F238E27FC236}">
                <a16:creationId xmlns:a16="http://schemas.microsoft.com/office/drawing/2014/main" id="{67B9EDF9-023B-A84C-B540-ABBA3E3BA5C0}"/>
              </a:ext>
            </a:extLst>
          </p:cNvPr>
          <p:cNvSpPr>
            <a:spLocks noGrp="1"/>
          </p:cNvSpPr>
          <p:nvPr>
            <p:ph type="body" sz="quarter" idx="42" hasCustomPrompt="1"/>
          </p:nvPr>
        </p:nvSpPr>
        <p:spPr>
          <a:xfrm>
            <a:off x="8857963" y="3186235"/>
            <a:ext cx="2783175" cy="485340"/>
          </a:xfrm>
          <a:prstGeom prst="rect">
            <a:avLst/>
          </a:prstGeom>
        </p:spPr>
        <p:txBody>
          <a:bodyPr anchor="ctr"/>
          <a:lstStyle>
            <a:lvl1pPr>
              <a:spcAft>
                <a:spcPts val="0"/>
              </a:spcAft>
              <a:buNone/>
              <a:defRPr sz="1600" b="0" i="0">
                <a:solidFill>
                  <a:schemeClr val="bg1"/>
                </a:solidFill>
                <a:latin typeface="Graphik" panose="020B0503030202060203" pitchFamily="34" charset="77"/>
              </a:defRPr>
            </a:lvl1pPr>
          </a:lstStyle>
          <a:p>
            <a:pPr lvl="0"/>
            <a:r>
              <a:rPr lang="en-GB"/>
              <a:t>Insert agenda item</a:t>
            </a:r>
            <a:endParaRPr lang="en-US"/>
          </a:p>
        </p:txBody>
      </p:sp>
      <p:sp>
        <p:nvSpPr>
          <p:cNvPr id="98" name="Text Placeholder 27">
            <a:extLst>
              <a:ext uri="{FF2B5EF4-FFF2-40B4-BE49-F238E27FC236}">
                <a16:creationId xmlns:a16="http://schemas.microsoft.com/office/drawing/2014/main" id="{DFF1DA35-A5DD-8E48-B33F-D2FC79AD9AF0}"/>
              </a:ext>
            </a:extLst>
          </p:cNvPr>
          <p:cNvSpPr>
            <a:spLocks noGrp="1"/>
          </p:cNvSpPr>
          <p:nvPr>
            <p:ph type="body" sz="quarter" idx="51" hasCustomPrompt="1"/>
          </p:nvPr>
        </p:nvSpPr>
        <p:spPr>
          <a:xfrm>
            <a:off x="8317231" y="3791114"/>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90" name="Text Placeholder 28">
            <a:extLst>
              <a:ext uri="{FF2B5EF4-FFF2-40B4-BE49-F238E27FC236}">
                <a16:creationId xmlns:a16="http://schemas.microsoft.com/office/drawing/2014/main" id="{EA82EDEB-3F03-7A48-BC36-8C7437083F46}"/>
              </a:ext>
            </a:extLst>
          </p:cNvPr>
          <p:cNvSpPr>
            <a:spLocks noGrp="1"/>
          </p:cNvSpPr>
          <p:nvPr>
            <p:ph type="body" sz="quarter" idx="43" hasCustomPrompt="1"/>
          </p:nvPr>
        </p:nvSpPr>
        <p:spPr>
          <a:xfrm>
            <a:off x="8857963" y="3791114"/>
            <a:ext cx="2783175" cy="485340"/>
          </a:xfrm>
          <a:prstGeom prst="rect">
            <a:avLst/>
          </a:prstGeom>
        </p:spPr>
        <p:txBody>
          <a:bodyPr anchor="ctr"/>
          <a:lstStyle>
            <a:lvl1pPr>
              <a:spcAft>
                <a:spcPts val="0"/>
              </a:spcAft>
              <a:buNone/>
              <a:defRPr sz="1600" b="0" i="0">
                <a:solidFill>
                  <a:schemeClr val="bg1"/>
                </a:solidFill>
                <a:latin typeface="Graphik" panose="020B0503030202060203" pitchFamily="34" charset="77"/>
              </a:defRPr>
            </a:lvl1pPr>
          </a:lstStyle>
          <a:p>
            <a:pPr lvl="0"/>
            <a:r>
              <a:rPr lang="en-GB"/>
              <a:t>Insert agenda item</a:t>
            </a:r>
            <a:endParaRPr lang="en-US"/>
          </a:p>
        </p:txBody>
      </p:sp>
      <p:sp>
        <p:nvSpPr>
          <p:cNvPr id="99" name="Text Placeholder 29">
            <a:extLst>
              <a:ext uri="{FF2B5EF4-FFF2-40B4-BE49-F238E27FC236}">
                <a16:creationId xmlns:a16="http://schemas.microsoft.com/office/drawing/2014/main" id="{2DD1FA43-908E-6A4A-8D78-19F781C138B2}"/>
              </a:ext>
            </a:extLst>
          </p:cNvPr>
          <p:cNvSpPr>
            <a:spLocks noGrp="1"/>
          </p:cNvSpPr>
          <p:nvPr>
            <p:ph type="body" sz="quarter" idx="52" hasCustomPrompt="1"/>
          </p:nvPr>
        </p:nvSpPr>
        <p:spPr>
          <a:xfrm>
            <a:off x="8317231" y="4395991"/>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91" name="Text Placeholder 30">
            <a:extLst>
              <a:ext uri="{FF2B5EF4-FFF2-40B4-BE49-F238E27FC236}">
                <a16:creationId xmlns:a16="http://schemas.microsoft.com/office/drawing/2014/main" id="{8D7A3AD2-4413-D941-B944-D1D235AC6689}"/>
              </a:ext>
            </a:extLst>
          </p:cNvPr>
          <p:cNvSpPr>
            <a:spLocks noGrp="1"/>
          </p:cNvSpPr>
          <p:nvPr>
            <p:ph type="body" sz="quarter" idx="44" hasCustomPrompt="1"/>
          </p:nvPr>
        </p:nvSpPr>
        <p:spPr>
          <a:xfrm>
            <a:off x="8857963" y="4395991"/>
            <a:ext cx="2783175" cy="485340"/>
          </a:xfrm>
          <a:prstGeom prst="rect">
            <a:avLst/>
          </a:prstGeom>
        </p:spPr>
        <p:txBody>
          <a:bodyPr anchor="ctr"/>
          <a:lstStyle>
            <a:lvl1pPr>
              <a:spcAft>
                <a:spcPts val="0"/>
              </a:spcAft>
              <a:buNone/>
              <a:defRPr sz="1600" b="0" i="0">
                <a:solidFill>
                  <a:schemeClr val="bg1"/>
                </a:solidFill>
                <a:latin typeface="Graphik" panose="020B0503030202060203" pitchFamily="34" charset="77"/>
              </a:defRPr>
            </a:lvl1pPr>
          </a:lstStyle>
          <a:p>
            <a:pPr lvl="0"/>
            <a:r>
              <a:rPr lang="en-GB"/>
              <a:t>Insert agenda item</a:t>
            </a:r>
            <a:endParaRPr lang="en-US"/>
          </a:p>
        </p:txBody>
      </p:sp>
      <p:sp>
        <p:nvSpPr>
          <p:cNvPr id="100" name="Text Placeholder 31">
            <a:extLst>
              <a:ext uri="{FF2B5EF4-FFF2-40B4-BE49-F238E27FC236}">
                <a16:creationId xmlns:a16="http://schemas.microsoft.com/office/drawing/2014/main" id="{B42DF6FB-CEA5-344B-B42D-A5B8AF0712F6}"/>
              </a:ext>
            </a:extLst>
          </p:cNvPr>
          <p:cNvSpPr>
            <a:spLocks noGrp="1"/>
          </p:cNvSpPr>
          <p:nvPr>
            <p:ph type="body" sz="quarter" idx="53" hasCustomPrompt="1"/>
          </p:nvPr>
        </p:nvSpPr>
        <p:spPr>
          <a:xfrm>
            <a:off x="8317231" y="5000870"/>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92" name="Text Placeholder 32">
            <a:extLst>
              <a:ext uri="{FF2B5EF4-FFF2-40B4-BE49-F238E27FC236}">
                <a16:creationId xmlns:a16="http://schemas.microsoft.com/office/drawing/2014/main" id="{F5014509-24B5-6040-8686-31A95601E0B3}"/>
              </a:ext>
            </a:extLst>
          </p:cNvPr>
          <p:cNvSpPr>
            <a:spLocks noGrp="1"/>
          </p:cNvSpPr>
          <p:nvPr>
            <p:ph type="body" sz="quarter" idx="45" hasCustomPrompt="1"/>
          </p:nvPr>
        </p:nvSpPr>
        <p:spPr>
          <a:xfrm>
            <a:off x="8857963" y="5000870"/>
            <a:ext cx="2783175" cy="485340"/>
          </a:xfrm>
          <a:prstGeom prst="rect">
            <a:avLst/>
          </a:prstGeom>
        </p:spPr>
        <p:txBody>
          <a:bodyPr anchor="ctr"/>
          <a:lstStyle>
            <a:lvl1pPr>
              <a:spcAft>
                <a:spcPts val="0"/>
              </a:spcAft>
              <a:buNone/>
              <a:defRPr sz="1600" b="0" i="0">
                <a:solidFill>
                  <a:schemeClr val="bg1"/>
                </a:solidFill>
                <a:latin typeface="Graphik" panose="020B0503030202060203" pitchFamily="34" charset="77"/>
              </a:defRPr>
            </a:lvl1pPr>
          </a:lstStyle>
          <a:p>
            <a:pPr lvl="0"/>
            <a:r>
              <a:rPr lang="en-GB"/>
              <a:t>Insert agenda item</a:t>
            </a:r>
            <a:endParaRPr lang="en-US"/>
          </a:p>
        </p:txBody>
      </p:sp>
      <p:sp>
        <p:nvSpPr>
          <p:cNvPr id="101" name="Text Placeholder 33">
            <a:extLst>
              <a:ext uri="{FF2B5EF4-FFF2-40B4-BE49-F238E27FC236}">
                <a16:creationId xmlns:a16="http://schemas.microsoft.com/office/drawing/2014/main" id="{DD7618EA-1B4E-9D4F-BE9D-ED39BC26377B}"/>
              </a:ext>
            </a:extLst>
          </p:cNvPr>
          <p:cNvSpPr>
            <a:spLocks noGrp="1"/>
          </p:cNvSpPr>
          <p:nvPr>
            <p:ph type="body" sz="quarter" idx="54" hasCustomPrompt="1"/>
          </p:nvPr>
        </p:nvSpPr>
        <p:spPr>
          <a:xfrm>
            <a:off x="8317231" y="5605747"/>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93" name="Text Placeholder 34">
            <a:extLst>
              <a:ext uri="{FF2B5EF4-FFF2-40B4-BE49-F238E27FC236}">
                <a16:creationId xmlns:a16="http://schemas.microsoft.com/office/drawing/2014/main" id="{02B9D5CB-DA36-724C-A996-6331344816A3}"/>
              </a:ext>
            </a:extLst>
          </p:cNvPr>
          <p:cNvSpPr>
            <a:spLocks noGrp="1"/>
          </p:cNvSpPr>
          <p:nvPr>
            <p:ph type="body" sz="quarter" idx="46" hasCustomPrompt="1"/>
          </p:nvPr>
        </p:nvSpPr>
        <p:spPr>
          <a:xfrm>
            <a:off x="8857963" y="5605747"/>
            <a:ext cx="2783175" cy="485340"/>
          </a:xfrm>
          <a:prstGeom prst="rect">
            <a:avLst/>
          </a:prstGeom>
        </p:spPr>
        <p:txBody>
          <a:bodyPr anchor="ctr"/>
          <a:lstStyle>
            <a:lvl1pPr>
              <a:spcAft>
                <a:spcPts val="0"/>
              </a:spcAft>
              <a:buNone/>
              <a:defRPr sz="1600" b="0" i="0">
                <a:solidFill>
                  <a:schemeClr val="bg1"/>
                </a:solidFill>
                <a:latin typeface="Graphik" panose="020B0503030202060203" pitchFamily="34" charset="77"/>
              </a:defRPr>
            </a:lvl1pPr>
          </a:lstStyle>
          <a:p>
            <a:pPr lvl="0"/>
            <a:r>
              <a:rPr lang="en-GB"/>
              <a:t>Insert agenda item</a:t>
            </a:r>
            <a:endParaRPr lang="en-US"/>
          </a:p>
        </p:txBody>
      </p:sp>
      <p:cxnSp>
        <p:nvCxnSpPr>
          <p:cNvPr id="4" name="Straight Connector 3">
            <a:extLst>
              <a:ext uri="{FF2B5EF4-FFF2-40B4-BE49-F238E27FC236}">
                <a16:creationId xmlns:a16="http://schemas.microsoft.com/office/drawing/2014/main" id="{D72EABDE-2DC7-B441-8D65-EC926DD10B85}"/>
              </a:ext>
              <a:ext uri="{C183D7F6-B498-43B3-948B-1728B52AA6E4}">
                <adec:decorative xmlns:adec="http://schemas.microsoft.com/office/drawing/2017/decorative" val="1"/>
              </a:ext>
            </a:extLst>
          </p:cNvPr>
          <p:cNvCxnSpPr/>
          <p:nvPr userDrawn="1"/>
        </p:nvCxnSpPr>
        <p:spPr>
          <a:xfrm>
            <a:off x="4045241" y="1371603"/>
            <a:ext cx="0" cy="4719487"/>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8" name="GTS_WH">
            <a:extLst>
              <a:ext uri="{FF2B5EF4-FFF2-40B4-BE49-F238E27FC236}">
                <a16:creationId xmlns:a16="http://schemas.microsoft.com/office/drawing/2014/main" id="{042F1CA7-6A9E-5C2F-F3C0-78D6AFD6C707}"/>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
        <p:nvSpPr>
          <p:cNvPr id="10" name="Text Placeholder 2">
            <a:extLst>
              <a:ext uri="{FF2B5EF4-FFF2-40B4-BE49-F238E27FC236}">
                <a16:creationId xmlns:a16="http://schemas.microsoft.com/office/drawing/2014/main" id="{B01AB161-4BFB-138B-C93C-DFFFE563CF59}"/>
              </a:ext>
            </a:extLst>
          </p:cNvPr>
          <p:cNvSpPr>
            <a:spLocks noGrp="1"/>
          </p:cNvSpPr>
          <p:nvPr>
            <p:ph type="body" sz="quarter" idx="14" hasCustomPrompt="1"/>
          </p:nvPr>
        </p:nvSpPr>
        <p:spPr>
          <a:xfrm>
            <a:off x="561600" y="2745679"/>
            <a:ext cx="3091443" cy="2415468"/>
          </a:xfrm>
          <a:prstGeom prst="rect">
            <a:avLst/>
          </a:prstGeom>
        </p:spPr>
        <p:txBody>
          <a:bodyPr/>
          <a:lstStyle>
            <a:lvl1pPr marL="0" indent="0">
              <a:lnSpc>
                <a:spcPct val="90000"/>
              </a:lnSpc>
              <a:buNone/>
              <a:defRPr sz="1600" b="0" i="0">
                <a:solidFill>
                  <a:schemeClr val="bg1"/>
                </a:solidFill>
                <a:latin typeface="Graphik" panose="020B0503030202060203" pitchFamily="34" charset="77"/>
              </a:defRPr>
            </a:lvl1pPr>
            <a:lvl2pPr marL="0" indent="0">
              <a:buNone/>
              <a:defRPr sz="1800"/>
            </a:lvl2pPr>
            <a:lvl3pPr marL="228594">
              <a:buFont typeface="Graphik" panose="020B0604020202020204" pitchFamily="34" charset="0"/>
              <a:buChar char="•"/>
              <a:defRPr sz="1800"/>
            </a:lvl3pPr>
            <a:lvl4pPr marL="457189">
              <a:buFont typeface="Graphik"/>
              <a:buChar char="–"/>
              <a:defRPr sz="1600"/>
            </a:lvl4pPr>
            <a:lvl5pPr marL="685783">
              <a:buFont typeface="Graphik" panose="020B0604020202020204" pitchFamily="34" charset="0"/>
              <a:buChar char="•"/>
              <a:defRPr sz="1600"/>
            </a:lvl5pPr>
          </a:lstStyle>
          <a:p>
            <a:pPr lvl="0"/>
            <a:r>
              <a:rPr lang="en-GB"/>
              <a:t>Place subtitle here in </a:t>
            </a:r>
            <a:r>
              <a:rPr lang="en-GB" err="1"/>
              <a:t>Graphik</a:t>
            </a:r>
            <a:r>
              <a:rPr lang="en-GB"/>
              <a:t> regular</a:t>
            </a:r>
            <a:endParaRPr lang="en-US"/>
          </a:p>
        </p:txBody>
      </p:sp>
      <p:sp>
        <p:nvSpPr>
          <p:cNvPr id="3" name="copyright">
            <a:extLst>
              <a:ext uri="{FF2B5EF4-FFF2-40B4-BE49-F238E27FC236}">
                <a16:creationId xmlns:a16="http://schemas.microsoft.com/office/drawing/2014/main" id="{95F63345-6C3E-8981-5F6D-DF2B3FF6475C}"/>
              </a:ext>
            </a:extLst>
          </p:cNvPr>
          <p:cNvSpPr txBox="1"/>
          <p:nvPr userDrawn="1"/>
        </p:nvSpPr>
        <p:spPr>
          <a:xfrm>
            <a:off x="9031909" y="6429853"/>
            <a:ext cx="2398092"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a:solidFill>
                  <a:schemeClr val="bg1">
                    <a:lumMod val="85000"/>
                    <a:alpha val="75000"/>
                  </a:schemeClr>
                </a:solidFill>
                <a:latin typeface="Graphik" panose="020B0503030202060203" pitchFamily="34" charset="77"/>
              </a:rPr>
              <a:t>Copyright © 2025 Accenture. All rights reserved.</a:t>
            </a:r>
            <a:endParaRPr lang="en-US" sz="1351" noProof="0">
              <a:solidFill>
                <a:schemeClr val="bg1">
                  <a:lumMod val="85000"/>
                  <a:alpha val="75000"/>
                </a:schemeClr>
              </a:solidFill>
              <a:latin typeface="Graphik" panose="020B0503030202060203" pitchFamily="34" charset="77"/>
            </a:endParaRPr>
          </a:p>
        </p:txBody>
      </p:sp>
      <p:sp>
        <p:nvSpPr>
          <p:cNvPr id="7" name="slide number automatic">
            <a:extLst>
              <a:ext uri="{FF2B5EF4-FFF2-40B4-BE49-F238E27FC236}">
                <a16:creationId xmlns:a16="http://schemas.microsoft.com/office/drawing/2014/main" id="{EA0A3F89-649C-BCA9-F69D-4791BE39CE26}"/>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bg1">
                    <a:lumMod val="85000"/>
                    <a:alpha val="75000"/>
                  </a:scheme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chemeClr val="bg1">
                  <a:lumMod val="85000"/>
                  <a:alpha val="75000"/>
                </a:schemeClr>
              </a:solidFill>
              <a:latin typeface="+mj-lt"/>
            </a:endParaRPr>
          </a:p>
        </p:txBody>
      </p:sp>
    </p:spTree>
    <p:extLst>
      <p:ext uri="{BB962C8B-B14F-4D97-AF65-F5344CB8AC3E}">
        <p14:creationId xmlns:p14="http://schemas.microsoft.com/office/powerpoint/2010/main" val="214456803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Agenda: light mode">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FA4FF600-954F-A932-EB0A-7C9AF337B5D8}"/>
              </a:ext>
            </a:extLst>
          </p:cNvPr>
          <p:cNvSpPr>
            <a:spLocks noGrp="1"/>
          </p:cNvSpPr>
          <p:nvPr>
            <p:ph type="title" hasCustomPrompt="1"/>
          </p:nvPr>
        </p:nvSpPr>
        <p:spPr>
          <a:xfrm>
            <a:off x="559848" y="2187404"/>
            <a:ext cx="3098568" cy="393954"/>
          </a:xfrm>
          <a:prstGeom prst="rect">
            <a:avLst/>
          </a:prstGeom>
        </p:spPr>
        <p:txBody>
          <a:bodyPr anchor="b"/>
          <a:lstStyle>
            <a:lvl1pPr>
              <a:defRPr sz="3200">
                <a:solidFill>
                  <a:schemeClr val="tx1"/>
                </a:solidFill>
              </a:defRPr>
            </a:lvl1pPr>
          </a:lstStyle>
          <a:p>
            <a:r>
              <a:rPr lang="en-GB"/>
              <a:t>Agenda title</a:t>
            </a:r>
            <a:endParaRPr lang="en-US"/>
          </a:p>
        </p:txBody>
      </p:sp>
      <p:sp>
        <p:nvSpPr>
          <p:cNvPr id="8" name="Text Placeholder 2">
            <a:extLst>
              <a:ext uri="{FF2B5EF4-FFF2-40B4-BE49-F238E27FC236}">
                <a16:creationId xmlns:a16="http://schemas.microsoft.com/office/drawing/2014/main" id="{15D79A3D-AC3D-4EB4-AFB4-D6CEFA4231AA}"/>
              </a:ext>
            </a:extLst>
          </p:cNvPr>
          <p:cNvSpPr>
            <a:spLocks noGrp="1"/>
          </p:cNvSpPr>
          <p:nvPr>
            <p:ph type="body" sz="quarter" idx="14" hasCustomPrompt="1"/>
          </p:nvPr>
        </p:nvSpPr>
        <p:spPr>
          <a:xfrm>
            <a:off x="559948" y="2745679"/>
            <a:ext cx="3093440" cy="2415468"/>
          </a:xfrm>
          <a:prstGeom prst="rect">
            <a:avLst/>
          </a:prstGeom>
        </p:spPr>
        <p:txBody>
          <a:bodyPr/>
          <a:lstStyle>
            <a:lvl1pPr marL="0" indent="0">
              <a:lnSpc>
                <a:spcPct val="90000"/>
              </a:lnSpc>
              <a:buNone/>
              <a:defRPr sz="1600" b="0" i="0">
                <a:solidFill>
                  <a:schemeClr val="tx1"/>
                </a:solidFill>
                <a:latin typeface="Graphik" panose="020B0503030202060203" pitchFamily="34" charset="77"/>
              </a:defRPr>
            </a:lvl1pPr>
            <a:lvl2pPr marL="0" indent="0">
              <a:buNone/>
              <a:defRPr sz="1800"/>
            </a:lvl2pPr>
            <a:lvl3pPr marL="228594">
              <a:buFont typeface="Graphik" panose="020B0604020202020204" pitchFamily="34" charset="0"/>
              <a:buChar char="•"/>
              <a:defRPr sz="1800"/>
            </a:lvl3pPr>
            <a:lvl4pPr marL="457189">
              <a:buFont typeface="Graphik"/>
              <a:buChar char="–"/>
              <a:defRPr sz="1600"/>
            </a:lvl4pPr>
            <a:lvl5pPr marL="685783">
              <a:buFont typeface="Graphik" panose="020B0604020202020204" pitchFamily="34" charset="0"/>
              <a:buChar char="•"/>
              <a:defRPr sz="1600"/>
            </a:lvl5pPr>
          </a:lstStyle>
          <a:p>
            <a:pPr lvl="0"/>
            <a:r>
              <a:rPr lang="en-GB"/>
              <a:t>Place subtitle here in </a:t>
            </a:r>
            <a:r>
              <a:rPr lang="en-GB" err="1"/>
              <a:t>Graphik</a:t>
            </a:r>
            <a:r>
              <a:rPr lang="en-GB"/>
              <a:t> regular</a:t>
            </a:r>
            <a:endParaRPr lang="en-US"/>
          </a:p>
        </p:txBody>
      </p:sp>
      <p:sp>
        <p:nvSpPr>
          <p:cNvPr id="29" name="Text Placeholder 3">
            <a:extLst>
              <a:ext uri="{FF2B5EF4-FFF2-40B4-BE49-F238E27FC236}">
                <a16:creationId xmlns:a16="http://schemas.microsoft.com/office/drawing/2014/main" id="{2F4C171E-3D12-FC48-87BB-B5005B4EE338}"/>
              </a:ext>
            </a:extLst>
          </p:cNvPr>
          <p:cNvSpPr>
            <a:spLocks noGrp="1"/>
          </p:cNvSpPr>
          <p:nvPr>
            <p:ph type="body" sz="quarter" idx="31" hasCustomPrompt="1"/>
          </p:nvPr>
        </p:nvSpPr>
        <p:spPr>
          <a:xfrm>
            <a:off x="4426241" y="1371602"/>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18" name="Text Placeholder 4">
            <a:extLst>
              <a:ext uri="{FF2B5EF4-FFF2-40B4-BE49-F238E27FC236}">
                <a16:creationId xmlns:a16="http://schemas.microsoft.com/office/drawing/2014/main" id="{257C0C72-781A-F24F-B1F2-0A290409F1F6}"/>
              </a:ext>
            </a:extLst>
          </p:cNvPr>
          <p:cNvSpPr>
            <a:spLocks noGrp="1"/>
          </p:cNvSpPr>
          <p:nvPr>
            <p:ph type="body" sz="quarter" idx="16" hasCustomPrompt="1"/>
          </p:nvPr>
        </p:nvSpPr>
        <p:spPr>
          <a:xfrm>
            <a:off x="4966974" y="1371602"/>
            <a:ext cx="2783175" cy="485340"/>
          </a:xfrm>
          <a:prstGeom prst="rect">
            <a:avLst/>
          </a:prstGeom>
        </p:spPr>
        <p:txBody>
          <a:bodyPr anchor="ctr"/>
          <a:lstStyle>
            <a:lvl1pPr>
              <a:spcAft>
                <a:spcPts val="0"/>
              </a:spcAft>
              <a:buNone/>
              <a:defRPr sz="1600" b="0" i="0">
                <a:latin typeface="Graphik" panose="020B0503030202060203" pitchFamily="34" charset="77"/>
              </a:defRPr>
            </a:lvl1pPr>
          </a:lstStyle>
          <a:p>
            <a:pPr lvl="0"/>
            <a:r>
              <a:rPr lang="en-GB"/>
              <a:t>Insert agenda item</a:t>
            </a:r>
            <a:endParaRPr lang="en-US"/>
          </a:p>
        </p:txBody>
      </p:sp>
      <p:sp>
        <p:nvSpPr>
          <p:cNvPr id="30" name="Text Placeholder 5">
            <a:extLst>
              <a:ext uri="{FF2B5EF4-FFF2-40B4-BE49-F238E27FC236}">
                <a16:creationId xmlns:a16="http://schemas.microsoft.com/office/drawing/2014/main" id="{E8AE9E02-9423-4748-8AD7-2BBB3B94A799}"/>
              </a:ext>
            </a:extLst>
          </p:cNvPr>
          <p:cNvSpPr>
            <a:spLocks noGrp="1"/>
          </p:cNvSpPr>
          <p:nvPr>
            <p:ph type="body" sz="quarter" idx="32" hasCustomPrompt="1"/>
          </p:nvPr>
        </p:nvSpPr>
        <p:spPr>
          <a:xfrm>
            <a:off x="4426241" y="1976479"/>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57" name="Text Placeholder 6">
            <a:extLst>
              <a:ext uri="{FF2B5EF4-FFF2-40B4-BE49-F238E27FC236}">
                <a16:creationId xmlns:a16="http://schemas.microsoft.com/office/drawing/2014/main" id="{A5D4C4AC-7870-A641-AF65-6F3ECB9DA9CA}"/>
              </a:ext>
            </a:extLst>
          </p:cNvPr>
          <p:cNvSpPr>
            <a:spLocks noGrp="1"/>
          </p:cNvSpPr>
          <p:nvPr>
            <p:ph type="body" sz="quarter" idx="18" hasCustomPrompt="1"/>
          </p:nvPr>
        </p:nvSpPr>
        <p:spPr>
          <a:xfrm>
            <a:off x="4966974" y="1976479"/>
            <a:ext cx="2783175" cy="485340"/>
          </a:xfrm>
          <a:prstGeom prst="rect">
            <a:avLst/>
          </a:prstGeom>
        </p:spPr>
        <p:txBody>
          <a:bodyPr anchor="ctr"/>
          <a:lstStyle>
            <a:lvl1pPr>
              <a:spcAft>
                <a:spcPts val="0"/>
              </a:spcAft>
              <a:buNone/>
              <a:defRPr sz="1600" b="0" i="0">
                <a:latin typeface="Graphik" panose="020B0503030202060203" pitchFamily="34" charset="77"/>
              </a:defRPr>
            </a:lvl1pPr>
          </a:lstStyle>
          <a:p>
            <a:pPr lvl="0"/>
            <a:r>
              <a:rPr lang="en-GB"/>
              <a:t>Insert agenda item</a:t>
            </a:r>
            <a:endParaRPr lang="en-US"/>
          </a:p>
        </p:txBody>
      </p:sp>
      <p:sp>
        <p:nvSpPr>
          <p:cNvPr id="31" name="Text Placeholder 7">
            <a:extLst>
              <a:ext uri="{FF2B5EF4-FFF2-40B4-BE49-F238E27FC236}">
                <a16:creationId xmlns:a16="http://schemas.microsoft.com/office/drawing/2014/main" id="{7C692F47-FBF4-5842-A0CA-4B8B48DE4638}"/>
              </a:ext>
            </a:extLst>
          </p:cNvPr>
          <p:cNvSpPr>
            <a:spLocks noGrp="1"/>
          </p:cNvSpPr>
          <p:nvPr>
            <p:ph type="body" sz="quarter" idx="33" hasCustomPrompt="1"/>
          </p:nvPr>
        </p:nvSpPr>
        <p:spPr>
          <a:xfrm>
            <a:off x="4426241" y="2581358"/>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59" name="Text Placeholder 8">
            <a:extLst>
              <a:ext uri="{FF2B5EF4-FFF2-40B4-BE49-F238E27FC236}">
                <a16:creationId xmlns:a16="http://schemas.microsoft.com/office/drawing/2014/main" id="{9F332AA7-2896-E24E-B21D-90FED54D4335}"/>
              </a:ext>
            </a:extLst>
          </p:cNvPr>
          <p:cNvSpPr>
            <a:spLocks noGrp="1"/>
          </p:cNvSpPr>
          <p:nvPr>
            <p:ph type="body" sz="quarter" idx="20" hasCustomPrompt="1"/>
          </p:nvPr>
        </p:nvSpPr>
        <p:spPr>
          <a:xfrm>
            <a:off x="4966974" y="2581358"/>
            <a:ext cx="2783175" cy="485340"/>
          </a:xfrm>
          <a:prstGeom prst="rect">
            <a:avLst/>
          </a:prstGeom>
        </p:spPr>
        <p:txBody>
          <a:bodyPr anchor="ctr"/>
          <a:lstStyle>
            <a:lvl1pPr>
              <a:spcAft>
                <a:spcPts val="0"/>
              </a:spcAft>
              <a:buNone/>
              <a:defRPr sz="1600" b="0" i="0">
                <a:latin typeface="Graphik" panose="020B0503030202060203" pitchFamily="34" charset="77"/>
              </a:defRPr>
            </a:lvl1pPr>
          </a:lstStyle>
          <a:p>
            <a:pPr lvl="0"/>
            <a:r>
              <a:rPr lang="en-GB"/>
              <a:t>Insert agenda item</a:t>
            </a:r>
            <a:endParaRPr lang="en-US"/>
          </a:p>
        </p:txBody>
      </p:sp>
      <p:sp>
        <p:nvSpPr>
          <p:cNvPr id="32" name="Text Placeholder 9">
            <a:extLst>
              <a:ext uri="{FF2B5EF4-FFF2-40B4-BE49-F238E27FC236}">
                <a16:creationId xmlns:a16="http://schemas.microsoft.com/office/drawing/2014/main" id="{BDE48124-A481-074B-9AD4-22EC49D172D0}"/>
              </a:ext>
            </a:extLst>
          </p:cNvPr>
          <p:cNvSpPr>
            <a:spLocks noGrp="1"/>
          </p:cNvSpPr>
          <p:nvPr>
            <p:ph type="body" sz="quarter" idx="34" hasCustomPrompt="1"/>
          </p:nvPr>
        </p:nvSpPr>
        <p:spPr>
          <a:xfrm>
            <a:off x="4426241" y="3186235"/>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61" name="Text Placeholder 10">
            <a:extLst>
              <a:ext uri="{FF2B5EF4-FFF2-40B4-BE49-F238E27FC236}">
                <a16:creationId xmlns:a16="http://schemas.microsoft.com/office/drawing/2014/main" id="{25D7BCB2-FC6B-2A46-AC11-482A4F731116}"/>
              </a:ext>
            </a:extLst>
          </p:cNvPr>
          <p:cNvSpPr>
            <a:spLocks noGrp="1"/>
          </p:cNvSpPr>
          <p:nvPr>
            <p:ph type="body" sz="quarter" idx="22" hasCustomPrompt="1"/>
          </p:nvPr>
        </p:nvSpPr>
        <p:spPr>
          <a:xfrm>
            <a:off x="4966974" y="3186235"/>
            <a:ext cx="2783175" cy="485340"/>
          </a:xfrm>
          <a:prstGeom prst="rect">
            <a:avLst/>
          </a:prstGeom>
        </p:spPr>
        <p:txBody>
          <a:bodyPr anchor="ctr"/>
          <a:lstStyle>
            <a:lvl1pPr>
              <a:spcAft>
                <a:spcPts val="0"/>
              </a:spcAft>
              <a:buNone/>
              <a:defRPr sz="1600" b="0" i="0">
                <a:latin typeface="Graphik" panose="020B0503030202060203" pitchFamily="34" charset="77"/>
              </a:defRPr>
            </a:lvl1pPr>
          </a:lstStyle>
          <a:p>
            <a:pPr lvl="0"/>
            <a:r>
              <a:rPr lang="en-GB"/>
              <a:t>Insert agenda item</a:t>
            </a:r>
            <a:endParaRPr lang="en-US"/>
          </a:p>
        </p:txBody>
      </p:sp>
      <p:sp>
        <p:nvSpPr>
          <p:cNvPr id="33" name="Text Placeholder 11">
            <a:extLst>
              <a:ext uri="{FF2B5EF4-FFF2-40B4-BE49-F238E27FC236}">
                <a16:creationId xmlns:a16="http://schemas.microsoft.com/office/drawing/2014/main" id="{98E2B4B4-ED02-4945-B581-1A8D48D031AA}"/>
              </a:ext>
            </a:extLst>
          </p:cNvPr>
          <p:cNvSpPr>
            <a:spLocks noGrp="1"/>
          </p:cNvSpPr>
          <p:nvPr>
            <p:ph type="body" sz="quarter" idx="35" hasCustomPrompt="1"/>
          </p:nvPr>
        </p:nvSpPr>
        <p:spPr>
          <a:xfrm>
            <a:off x="4426241" y="3791114"/>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63" name="Text Placeholder 12">
            <a:extLst>
              <a:ext uri="{FF2B5EF4-FFF2-40B4-BE49-F238E27FC236}">
                <a16:creationId xmlns:a16="http://schemas.microsoft.com/office/drawing/2014/main" id="{FD74906C-72A4-CF4A-A4F6-B28AE864B9B7}"/>
              </a:ext>
            </a:extLst>
          </p:cNvPr>
          <p:cNvSpPr>
            <a:spLocks noGrp="1"/>
          </p:cNvSpPr>
          <p:nvPr>
            <p:ph type="body" sz="quarter" idx="24" hasCustomPrompt="1"/>
          </p:nvPr>
        </p:nvSpPr>
        <p:spPr>
          <a:xfrm>
            <a:off x="4966974" y="3791114"/>
            <a:ext cx="2783175" cy="485340"/>
          </a:xfrm>
          <a:prstGeom prst="rect">
            <a:avLst/>
          </a:prstGeom>
        </p:spPr>
        <p:txBody>
          <a:bodyPr anchor="ctr"/>
          <a:lstStyle>
            <a:lvl1pPr>
              <a:spcAft>
                <a:spcPts val="0"/>
              </a:spcAft>
              <a:buNone/>
              <a:defRPr sz="1600" b="0" i="0">
                <a:latin typeface="Graphik" panose="020B0503030202060203" pitchFamily="34" charset="77"/>
              </a:defRPr>
            </a:lvl1pPr>
          </a:lstStyle>
          <a:p>
            <a:pPr lvl="0"/>
            <a:r>
              <a:rPr lang="en-GB"/>
              <a:t>Insert agenda item</a:t>
            </a:r>
            <a:endParaRPr lang="en-US"/>
          </a:p>
        </p:txBody>
      </p:sp>
      <p:sp>
        <p:nvSpPr>
          <p:cNvPr id="34" name="Text Placeholder 13">
            <a:extLst>
              <a:ext uri="{FF2B5EF4-FFF2-40B4-BE49-F238E27FC236}">
                <a16:creationId xmlns:a16="http://schemas.microsoft.com/office/drawing/2014/main" id="{B70B7DFE-5DE8-0F42-BF3C-DA43110C0D0E}"/>
              </a:ext>
            </a:extLst>
          </p:cNvPr>
          <p:cNvSpPr>
            <a:spLocks noGrp="1"/>
          </p:cNvSpPr>
          <p:nvPr>
            <p:ph type="body" sz="quarter" idx="36" hasCustomPrompt="1"/>
          </p:nvPr>
        </p:nvSpPr>
        <p:spPr>
          <a:xfrm>
            <a:off x="4426241" y="4395991"/>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65" name="Text Placeholder 14">
            <a:extLst>
              <a:ext uri="{FF2B5EF4-FFF2-40B4-BE49-F238E27FC236}">
                <a16:creationId xmlns:a16="http://schemas.microsoft.com/office/drawing/2014/main" id="{F28AA3EC-0083-2742-A4D0-0B32569FD766}"/>
              </a:ext>
            </a:extLst>
          </p:cNvPr>
          <p:cNvSpPr>
            <a:spLocks noGrp="1"/>
          </p:cNvSpPr>
          <p:nvPr>
            <p:ph type="body" sz="quarter" idx="26" hasCustomPrompt="1"/>
          </p:nvPr>
        </p:nvSpPr>
        <p:spPr>
          <a:xfrm>
            <a:off x="4966974" y="4395991"/>
            <a:ext cx="2783175" cy="485340"/>
          </a:xfrm>
          <a:prstGeom prst="rect">
            <a:avLst/>
          </a:prstGeom>
        </p:spPr>
        <p:txBody>
          <a:bodyPr anchor="ctr"/>
          <a:lstStyle>
            <a:lvl1pPr>
              <a:spcAft>
                <a:spcPts val="0"/>
              </a:spcAft>
              <a:buNone/>
              <a:defRPr sz="1600" b="0" i="0">
                <a:latin typeface="Graphik" panose="020B0503030202060203" pitchFamily="34" charset="77"/>
              </a:defRPr>
            </a:lvl1pPr>
          </a:lstStyle>
          <a:p>
            <a:pPr lvl="0"/>
            <a:r>
              <a:rPr lang="en-GB"/>
              <a:t>Insert agenda item</a:t>
            </a:r>
            <a:endParaRPr lang="en-US"/>
          </a:p>
        </p:txBody>
      </p:sp>
      <p:sp>
        <p:nvSpPr>
          <p:cNvPr id="35" name="Text Placeholder 15">
            <a:extLst>
              <a:ext uri="{FF2B5EF4-FFF2-40B4-BE49-F238E27FC236}">
                <a16:creationId xmlns:a16="http://schemas.microsoft.com/office/drawing/2014/main" id="{D63FCDAD-F7F9-774F-8EC9-A0777820ED0F}"/>
              </a:ext>
            </a:extLst>
          </p:cNvPr>
          <p:cNvSpPr>
            <a:spLocks noGrp="1"/>
          </p:cNvSpPr>
          <p:nvPr>
            <p:ph type="body" sz="quarter" idx="37" hasCustomPrompt="1"/>
          </p:nvPr>
        </p:nvSpPr>
        <p:spPr>
          <a:xfrm>
            <a:off x="4426241" y="5000870"/>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67" name="Text Placeholder 16">
            <a:extLst>
              <a:ext uri="{FF2B5EF4-FFF2-40B4-BE49-F238E27FC236}">
                <a16:creationId xmlns:a16="http://schemas.microsoft.com/office/drawing/2014/main" id="{D46DA866-B19E-684E-8A23-EEA295487841}"/>
              </a:ext>
            </a:extLst>
          </p:cNvPr>
          <p:cNvSpPr>
            <a:spLocks noGrp="1"/>
          </p:cNvSpPr>
          <p:nvPr>
            <p:ph type="body" sz="quarter" idx="28" hasCustomPrompt="1"/>
          </p:nvPr>
        </p:nvSpPr>
        <p:spPr>
          <a:xfrm>
            <a:off x="4966974" y="5000870"/>
            <a:ext cx="2783175" cy="485340"/>
          </a:xfrm>
          <a:prstGeom prst="rect">
            <a:avLst/>
          </a:prstGeom>
        </p:spPr>
        <p:txBody>
          <a:bodyPr anchor="ctr"/>
          <a:lstStyle>
            <a:lvl1pPr>
              <a:spcAft>
                <a:spcPts val="0"/>
              </a:spcAft>
              <a:buNone/>
              <a:defRPr sz="1600" b="0" i="0">
                <a:latin typeface="Graphik" panose="020B0503030202060203" pitchFamily="34" charset="77"/>
              </a:defRPr>
            </a:lvl1pPr>
          </a:lstStyle>
          <a:p>
            <a:pPr lvl="0"/>
            <a:r>
              <a:rPr lang="en-GB"/>
              <a:t>Insert agenda item</a:t>
            </a:r>
            <a:endParaRPr lang="en-US"/>
          </a:p>
        </p:txBody>
      </p:sp>
      <p:sp>
        <p:nvSpPr>
          <p:cNvPr id="36" name="Text Placeholder 17">
            <a:extLst>
              <a:ext uri="{FF2B5EF4-FFF2-40B4-BE49-F238E27FC236}">
                <a16:creationId xmlns:a16="http://schemas.microsoft.com/office/drawing/2014/main" id="{AE66CCF5-C5F4-5645-A851-E4A7D572FDA7}"/>
              </a:ext>
            </a:extLst>
          </p:cNvPr>
          <p:cNvSpPr>
            <a:spLocks noGrp="1"/>
          </p:cNvSpPr>
          <p:nvPr>
            <p:ph type="body" sz="quarter" idx="38" hasCustomPrompt="1"/>
          </p:nvPr>
        </p:nvSpPr>
        <p:spPr>
          <a:xfrm>
            <a:off x="4426241" y="5605747"/>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69" name="Text Placeholder 18">
            <a:extLst>
              <a:ext uri="{FF2B5EF4-FFF2-40B4-BE49-F238E27FC236}">
                <a16:creationId xmlns:a16="http://schemas.microsoft.com/office/drawing/2014/main" id="{A4A135E2-DF01-5543-BA57-DFBCCC446A3A}"/>
              </a:ext>
            </a:extLst>
          </p:cNvPr>
          <p:cNvSpPr>
            <a:spLocks noGrp="1"/>
          </p:cNvSpPr>
          <p:nvPr>
            <p:ph type="body" sz="quarter" idx="30" hasCustomPrompt="1"/>
          </p:nvPr>
        </p:nvSpPr>
        <p:spPr>
          <a:xfrm>
            <a:off x="4966974" y="5605747"/>
            <a:ext cx="2783175" cy="485340"/>
          </a:xfrm>
          <a:prstGeom prst="rect">
            <a:avLst/>
          </a:prstGeom>
        </p:spPr>
        <p:txBody>
          <a:bodyPr anchor="ctr"/>
          <a:lstStyle>
            <a:lvl1pPr>
              <a:spcAft>
                <a:spcPts val="0"/>
              </a:spcAft>
              <a:buNone/>
              <a:defRPr sz="1600" b="0" i="0">
                <a:latin typeface="Graphik" panose="020B0503030202060203" pitchFamily="34" charset="77"/>
              </a:defRPr>
            </a:lvl1pPr>
          </a:lstStyle>
          <a:p>
            <a:pPr lvl="0"/>
            <a:r>
              <a:rPr lang="en-GB"/>
              <a:t>Insert agenda item</a:t>
            </a:r>
            <a:endParaRPr lang="en-US"/>
          </a:p>
        </p:txBody>
      </p:sp>
      <p:sp>
        <p:nvSpPr>
          <p:cNvPr id="94" name="Text Placeholder 19">
            <a:extLst>
              <a:ext uri="{FF2B5EF4-FFF2-40B4-BE49-F238E27FC236}">
                <a16:creationId xmlns:a16="http://schemas.microsoft.com/office/drawing/2014/main" id="{ED51288A-4DF8-0D4F-8BBC-90AE60B66177}"/>
              </a:ext>
            </a:extLst>
          </p:cNvPr>
          <p:cNvSpPr>
            <a:spLocks noGrp="1"/>
          </p:cNvSpPr>
          <p:nvPr>
            <p:ph type="body" sz="quarter" idx="47" hasCustomPrompt="1"/>
          </p:nvPr>
        </p:nvSpPr>
        <p:spPr>
          <a:xfrm>
            <a:off x="8317231" y="1371602"/>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86" name="Text Placeholder 20">
            <a:extLst>
              <a:ext uri="{FF2B5EF4-FFF2-40B4-BE49-F238E27FC236}">
                <a16:creationId xmlns:a16="http://schemas.microsoft.com/office/drawing/2014/main" id="{C10680BC-1106-B24D-A63E-02912A27325E}"/>
              </a:ext>
            </a:extLst>
          </p:cNvPr>
          <p:cNvSpPr>
            <a:spLocks noGrp="1"/>
          </p:cNvSpPr>
          <p:nvPr>
            <p:ph type="body" sz="quarter" idx="39" hasCustomPrompt="1"/>
          </p:nvPr>
        </p:nvSpPr>
        <p:spPr>
          <a:xfrm>
            <a:off x="8857963" y="1371602"/>
            <a:ext cx="2783175" cy="485340"/>
          </a:xfrm>
          <a:prstGeom prst="rect">
            <a:avLst/>
          </a:prstGeom>
        </p:spPr>
        <p:txBody>
          <a:bodyPr anchor="ctr"/>
          <a:lstStyle>
            <a:lvl1pPr>
              <a:spcAft>
                <a:spcPts val="0"/>
              </a:spcAft>
              <a:buNone/>
              <a:defRPr sz="1600" b="0" i="0">
                <a:latin typeface="Graphik" panose="020B0503030202060203" pitchFamily="34" charset="77"/>
              </a:defRPr>
            </a:lvl1pPr>
          </a:lstStyle>
          <a:p>
            <a:pPr lvl="0"/>
            <a:r>
              <a:rPr lang="en-GB"/>
              <a:t>Insert agenda item</a:t>
            </a:r>
            <a:endParaRPr lang="en-US"/>
          </a:p>
        </p:txBody>
      </p:sp>
      <p:sp>
        <p:nvSpPr>
          <p:cNvPr id="95" name="Text Placeholder 21">
            <a:extLst>
              <a:ext uri="{FF2B5EF4-FFF2-40B4-BE49-F238E27FC236}">
                <a16:creationId xmlns:a16="http://schemas.microsoft.com/office/drawing/2014/main" id="{B55123CE-2705-2A4C-88D5-5BEECF04606C}"/>
              </a:ext>
            </a:extLst>
          </p:cNvPr>
          <p:cNvSpPr>
            <a:spLocks noGrp="1"/>
          </p:cNvSpPr>
          <p:nvPr>
            <p:ph type="body" sz="quarter" idx="48" hasCustomPrompt="1"/>
          </p:nvPr>
        </p:nvSpPr>
        <p:spPr>
          <a:xfrm>
            <a:off x="8317231" y="1976479"/>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87" name="Text Placeholder 22">
            <a:extLst>
              <a:ext uri="{FF2B5EF4-FFF2-40B4-BE49-F238E27FC236}">
                <a16:creationId xmlns:a16="http://schemas.microsoft.com/office/drawing/2014/main" id="{194D437D-E8B7-694E-B60A-5A3D6E811713}"/>
              </a:ext>
            </a:extLst>
          </p:cNvPr>
          <p:cNvSpPr>
            <a:spLocks noGrp="1"/>
          </p:cNvSpPr>
          <p:nvPr>
            <p:ph type="body" sz="quarter" idx="40" hasCustomPrompt="1"/>
          </p:nvPr>
        </p:nvSpPr>
        <p:spPr>
          <a:xfrm>
            <a:off x="8857963" y="1976479"/>
            <a:ext cx="2783175" cy="485340"/>
          </a:xfrm>
          <a:prstGeom prst="rect">
            <a:avLst/>
          </a:prstGeom>
        </p:spPr>
        <p:txBody>
          <a:bodyPr anchor="ctr"/>
          <a:lstStyle>
            <a:lvl1pPr>
              <a:spcAft>
                <a:spcPts val="0"/>
              </a:spcAft>
              <a:buNone/>
              <a:defRPr sz="1600" b="0" i="0">
                <a:latin typeface="Graphik" panose="020B0503030202060203" pitchFamily="34" charset="77"/>
              </a:defRPr>
            </a:lvl1pPr>
          </a:lstStyle>
          <a:p>
            <a:pPr lvl="0"/>
            <a:r>
              <a:rPr lang="en-GB"/>
              <a:t>Insert agenda item</a:t>
            </a:r>
            <a:endParaRPr lang="en-US"/>
          </a:p>
        </p:txBody>
      </p:sp>
      <p:sp>
        <p:nvSpPr>
          <p:cNvPr id="96" name="Text Placeholder 23">
            <a:extLst>
              <a:ext uri="{FF2B5EF4-FFF2-40B4-BE49-F238E27FC236}">
                <a16:creationId xmlns:a16="http://schemas.microsoft.com/office/drawing/2014/main" id="{95340386-A048-C64F-B858-E874FB9006DC}"/>
              </a:ext>
            </a:extLst>
          </p:cNvPr>
          <p:cNvSpPr>
            <a:spLocks noGrp="1"/>
          </p:cNvSpPr>
          <p:nvPr>
            <p:ph type="body" sz="quarter" idx="49" hasCustomPrompt="1"/>
          </p:nvPr>
        </p:nvSpPr>
        <p:spPr>
          <a:xfrm>
            <a:off x="8317231" y="2581358"/>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88" name="Text Placeholder 24">
            <a:extLst>
              <a:ext uri="{FF2B5EF4-FFF2-40B4-BE49-F238E27FC236}">
                <a16:creationId xmlns:a16="http://schemas.microsoft.com/office/drawing/2014/main" id="{D743CFF4-B173-B648-86A6-5021F5FB8C07}"/>
              </a:ext>
            </a:extLst>
          </p:cNvPr>
          <p:cNvSpPr>
            <a:spLocks noGrp="1"/>
          </p:cNvSpPr>
          <p:nvPr>
            <p:ph type="body" sz="quarter" idx="41" hasCustomPrompt="1"/>
          </p:nvPr>
        </p:nvSpPr>
        <p:spPr>
          <a:xfrm>
            <a:off x="8857963" y="2581358"/>
            <a:ext cx="2783175" cy="485340"/>
          </a:xfrm>
          <a:prstGeom prst="rect">
            <a:avLst/>
          </a:prstGeom>
        </p:spPr>
        <p:txBody>
          <a:bodyPr anchor="ctr"/>
          <a:lstStyle>
            <a:lvl1pPr>
              <a:spcAft>
                <a:spcPts val="0"/>
              </a:spcAft>
              <a:buNone/>
              <a:defRPr sz="1600" b="0" i="0">
                <a:latin typeface="Graphik" panose="020B0503030202060203" pitchFamily="34" charset="77"/>
              </a:defRPr>
            </a:lvl1pPr>
          </a:lstStyle>
          <a:p>
            <a:pPr lvl="0"/>
            <a:r>
              <a:rPr lang="en-GB"/>
              <a:t>Insert agenda item</a:t>
            </a:r>
            <a:endParaRPr lang="en-US"/>
          </a:p>
        </p:txBody>
      </p:sp>
      <p:sp>
        <p:nvSpPr>
          <p:cNvPr id="97" name="Text Placeholder 25">
            <a:extLst>
              <a:ext uri="{FF2B5EF4-FFF2-40B4-BE49-F238E27FC236}">
                <a16:creationId xmlns:a16="http://schemas.microsoft.com/office/drawing/2014/main" id="{389D3522-38D0-6A46-B023-28998ECDD0FA}"/>
              </a:ext>
            </a:extLst>
          </p:cNvPr>
          <p:cNvSpPr>
            <a:spLocks noGrp="1"/>
          </p:cNvSpPr>
          <p:nvPr>
            <p:ph type="body" sz="quarter" idx="50" hasCustomPrompt="1"/>
          </p:nvPr>
        </p:nvSpPr>
        <p:spPr>
          <a:xfrm>
            <a:off x="8317231" y="3186235"/>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89" name="Text Placeholder 26">
            <a:extLst>
              <a:ext uri="{FF2B5EF4-FFF2-40B4-BE49-F238E27FC236}">
                <a16:creationId xmlns:a16="http://schemas.microsoft.com/office/drawing/2014/main" id="{67B9EDF9-023B-A84C-B540-ABBA3E3BA5C0}"/>
              </a:ext>
            </a:extLst>
          </p:cNvPr>
          <p:cNvSpPr>
            <a:spLocks noGrp="1"/>
          </p:cNvSpPr>
          <p:nvPr>
            <p:ph type="body" sz="quarter" idx="42" hasCustomPrompt="1"/>
          </p:nvPr>
        </p:nvSpPr>
        <p:spPr>
          <a:xfrm>
            <a:off x="8857963" y="3186235"/>
            <a:ext cx="2783175" cy="485340"/>
          </a:xfrm>
          <a:prstGeom prst="rect">
            <a:avLst/>
          </a:prstGeom>
        </p:spPr>
        <p:txBody>
          <a:bodyPr anchor="ctr"/>
          <a:lstStyle>
            <a:lvl1pPr>
              <a:spcAft>
                <a:spcPts val="0"/>
              </a:spcAft>
              <a:buNone/>
              <a:defRPr sz="1600" b="0" i="0">
                <a:latin typeface="Graphik" panose="020B0503030202060203" pitchFamily="34" charset="77"/>
              </a:defRPr>
            </a:lvl1pPr>
          </a:lstStyle>
          <a:p>
            <a:pPr lvl="0"/>
            <a:r>
              <a:rPr lang="en-GB"/>
              <a:t>Insert agenda item</a:t>
            </a:r>
            <a:endParaRPr lang="en-US"/>
          </a:p>
        </p:txBody>
      </p:sp>
      <p:sp>
        <p:nvSpPr>
          <p:cNvPr id="98" name="Text Placeholder 27">
            <a:extLst>
              <a:ext uri="{FF2B5EF4-FFF2-40B4-BE49-F238E27FC236}">
                <a16:creationId xmlns:a16="http://schemas.microsoft.com/office/drawing/2014/main" id="{DFF1DA35-A5DD-8E48-B33F-D2FC79AD9AF0}"/>
              </a:ext>
            </a:extLst>
          </p:cNvPr>
          <p:cNvSpPr>
            <a:spLocks noGrp="1"/>
          </p:cNvSpPr>
          <p:nvPr>
            <p:ph type="body" sz="quarter" idx="51" hasCustomPrompt="1"/>
          </p:nvPr>
        </p:nvSpPr>
        <p:spPr>
          <a:xfrm>
            <a:off x="8317231" y="3791114"/>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90" name="Text Placeholder 28">
            <a:extLst>
              <a:ext uri="{FF2B5EF4-FFF2-40B4-BE49-F238E27FC236}">
                <a16:creationId xmlns:a16="http://schemas.microsoft.com/office/drawing/2014/main" id="{EA82EDEB-3F03-7A48-BC36-8C7437083F46}"/>
              </a:ext>
            </a:extLst>
          </p:cNvPr>
          <p:cNvSpPr>
            <a:spLocks noGrp="1"/>
          </p:cNvSpPr>
          <p:nvPr>
            <p:ph type="body" sz="quarter" idx="43" hasCustomPrompt="1"/>
          </p:nvPr>
        </p:nvSpPr>
        <p:spPr>
          <a:xfrm>
            <a:off x="8857963" y="3791114"/>
            <a:ext cx="2783175" cy="485340"/>
          </a:xfrm>
          <a:prstGeom prst="rect">
            <a:avLst/>
          </a:prstGeom>
        </p:spPr>
        <p:txBody>
          <a:bodyPr anchor="ctr"/>
          <a:lstStyle>
            <a:lvl1pPr>
              <a:spcAft>
                <a:spcPts val="0"/>
              </a:spcAft>
              <a:buNone/>
              <a:defRPr sz="1600" b="0" i="0">
                <a:latin typeface="Graphik" panose="020B0503030202060203" pitchFamily="34" charset="77"/>
              </a:defRPr>
            </a:lvl1pPr>
          </a:lstStyle>
          <a:p>
            <a:pPr lvl="0"/>
            <a:r>
              <a:rPr lang="en-GB"/>
              <a:t>Insert agenda item</a:t>
            </a:r>
            <a:endParaRPr lang="en-US"/>
          </a:p>
        </p:txBody>
      </p:sp>
      <p:sp>
        <p:nvSpPr>
          <p:cNvPr id="99" name="Text Placeholder 29">
            <a:extLst>
              <a:ext uri="{FF2B5EF4-FFF2-40B4-BE49-F238E27FC236}">
                <a16:creationId xmlns:a16="http://schemas.microsoft.com/office/drawing/2014/main" id="{2DD1FA43-908E-6A4A-8D78-19F781C138B2}"/>
              </a:ext>
            </a:extLst>
          </p:cNvPr>
          <p:cNvSpPr>
            <a:spLocks noGrp="1"/>
          </p:cNvSpPr>
          <p:nvPr>
            <p:ph type="body" sz="quarter" idx="52" hasCustomPrompt="1"/>
          </p:nvPr>
        </p:nvSpPr>
        <p:spPr>
          <a:xfrm>
            <a:off x="8317231" y="4395991"/>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91" name="Text Placeholder 30">
            <a:extLst>
              <a:ext uri="{FF2B5EF4-FFF2-40B4-BE49-F238E27FC236}">
                <a16:creationId xmlns:a16="http://schemas.microsoft.com/office/drawing/2014/main" id="{8D7A3AD2-4413-D941-B944-D1D235AC6689}"/>
              </a:ext>
            </a:extLst>
          </p:cNvPr>
          <p:cNvSpPr>
            <a:spLocks noGrp="1"/>
          </p:cNvSpPr>
          <p:nvPr>
            <p:ph type="body" sz="quarter" idx="44" hasCustomPrompt="1"/>
          </p:nvPr>
        </p:nvSpPr>
        <p:spPr>
          <a:xfrm>
            <a:off x="8857963" y="4395991"/>
            <a:ext cx="2783175" cy="485340"/>
          </a:xfrm>
          <a:prstGeom prst="rect">
            <a:avLst/>
          </a:prstGeom>
        </p:spPr>
        <p:txBody>
          <a:bodyPr anchor="ctr"/>
          <a:lstStyle>
            <a:lvl1pPr>
              <a:spcAft>
                <a:spcPts val="0"/>
              </a:spcAft>
              <a:buNone/>
              <a:defRPr sz="1600" b="0" i="0">
                <a:latin typeface="Graphik" panose="020B0503030202060203" pitchFamily="34" charset="77"/>
              </a:defRPr>
            </a:lvl1pPr>
          </a:lstStyle>
          <a:p>
            <a:pPr lvl="0"/>
            <a:r>
              <a:rPr lang="en-GB"/>
              <a:t>Insert agenda item</a:t>
            </a:r>
            <a:endParaRPr lang="en-US"/>
          </a:p>
        </p:txBody>
      </p:sp>
      <p:sp>
        <p:nvSpPr>
          <p:cNvPr id="100" name="Text Placeholder 31">
            <a:extLst>
              <a:ext uri="{FF2B5EF4-FFF2-40B4-BE49-F238E27FC236}">
                <a16:creationId xmlns:a16="http://schemas.microsoft.com/office/drawing/2014/main" id="{B42DF6FB-CEA5-344B-B42D-A5B8AF0712F6}"/>
              </a:ext>
            </a:extLst>
          </p:cNvPr>
          <p:cNvSpPr>
            <a:spLocks noGrp="1"/>
          </p:cNvSpPr>
          <p:nvPr>
            <p:ph type="body" sz="quarter" idx="53" hasCustomPrompt="1"/>
          </p:nvPr>
        </p:nvSpPr>
        <p:spPr>
          <a:xfrm>
            <a:off x="8317231" y="5000870"/>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92" name="Text Placeholder 32">
            <a:extLst>
              <a:ext uri="{FF2B5EF4-FFF2-40B4-BE49-F238E27FC236}">
                <a16:creationId xmlns:a16="http://schemas.microsoft.com/office/drawing/2014/main" id="{F5014509-24B5-6040-8686-31A95601E0B3}"/>
              </a:ext>
            </a:extLst>
          </p:cNvPr>
          <p:cNvSpPr>
            <a:spLocks noGrp="1"/>
          </p:cNvSpPr>
          <p:nvPr>
            <p:ph type="body" sz="quarter" idx="45" hasCustomPrompt="1"/>
          </p:nvPr>
        </p:nvSpPr>
        <p:spPr>
          <a:xfrm>
            <a:off x="8857963" y="5000870"/>
            <a:ext cx="2783175" cy="485340"/>
          </a:xfrm>
          <a:prstGeom prst="rect">
            <a:avLst/>
          </a:prstGeom>
        </p:spPr>
        <p:txBody>
          <a:bodyPr anchor="ctr"/>
          <a:lstStyle>
            <a:lvl1pPr>
              <a:spcAft>
                <a:spcPts val="0"/>
              </a:spcAft>
              <a:buNone/>
              <a:defRPr sz="1600" b="0" i="0">
                <a:latin typeface="Graphik" panose="020B0503030202060203" pitchFamily="34" charset="77"/>
              </a:defRPr>
            </a:lvl1pPr>
          </a:lstStyle>
          <a:p>
            <a:pPr lvl="0"/>
            <a:r>
              <a:rPr lang="en-GB"/>
              <a:t>Insert agenda item</a:t>
            </a:r>
            <a:endParaRPr lang="en-US"/>
          </a:p>
        </p:txBody>
      </p:sp>
      <p:sp>
        <p:nvSpPr>
          <p:cNvPr id="101" name="Text Placeholder 33">
            <a:extLst>
              <a:ext uri="{FF2B5EF4-FFF2-40B4-BE49-F238E27FC236}">
                <a16:creationId xmlns:a16="http://schemas.microsoft.com/office/drawing/2014/main" id="{DD7618EA-1B4E-9D4F-BE9D-ED39BC26377B}"/>
              </a:ext>
            </a:extLst>
          </p:cNvPr>
          <p:cNvSpPr>
            <a:spLocks noGrp="1"/>
          </p:cNvSpPr>
          <p:nvPr>
            <p:ph type="body" sz="quarter" idx="54" hasCustomPrompt="1"/>
          </p:nvPr>
        </p:nvSpPr>
        <p:spPr>
          <a:xfrm>
            <a:off x="8317231" y="5605747"/>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93" name="Text Placeholder 34">
            <a:extLst>
              <a:ext uri="{FF2B5EF4-FFF2-40B4-BE49-F238E27FC236}">
                <a16:creationId xmlns:a16="http://schemas.microsoft.com/office/drawing/2014/main" id="{02B9D5CB-DA36-724C-A996-6331344816A3}"/>
              </a:ext>
            </a:extLst>
          </p:cNvPr>
          <p:cNvSpPr>
            <a:spLocks noGrp="1"/>
          </p:cNvSpPr>
          <p:nvPr>
            <p:ph type="body" sz="quarter" idx="46" hasCustomPrompt="1"/>
          </p:nvPr>
        </p:nvSpPr>
        <p:spPr>
          <a:xfrm>
            <a:off x="8857963" y="5605747"/>
            <a:ext cx="2783175" cy="485340"/>
          </a:xfrm>
          <a:prstGeom prst="rect">
            <a:avLst/>
          </a:prstGeom>
        </p:spPr>
        <p:txBody>
          <a:bodyPr anchor="ctr"/>
          <a:lstStyle>
            <a:lvl1pPr>
              <a:spcAft>
                <a:spcPts val="0"/>
              </a:spcAft>
              <a:buNone/>
              <a:defRPr sz="1600" b="0" i="0">
                <a:latin typeface="Graphik" panose="020B0503030202060203" pitchFamily="34" charset="77"/>
              </a:defRPr>
            </a:lvl1pPr>
          </a:lstStyle>
          <a:p>
            <a:pPr lvl="0"/>
            <a:r>
              <a:rPr lang="en-GB"/>
              <a:t>Insert agenda item</a:t>
            </a:r>
            <a:endParaRPr lang="en-US"/>
          </a:p>
        </p:txBody>
      </p:sp>
      <p:cxnSp>
        <p:nvCxnSpPr>
          <p:cNvPr id="4" name="Straight Connector 3">
            <a:extLst>
              <a:ext uri="{FF2B5EF4-FFF2-40B4-BE49-F238E27FC236}">
                <a16:creationId xmlns:a16="http://schemas.microsoft.com/office/drawing/2014/main" id="{D72EABDE-2DC7-B441-8D65-EC926DD10B85}"/>
              </a:ext>
              <a:ext uri="{C183D7F6-B498-43B3-948B-1728B52AA6E4}">
                <adec:decorative xmlns:adec="http://schemas.microsoft.com/office/drawing/2017/decorative" val="1"/>
              </a:ext>
            </a:extLst>
          </p:cNvPr>
          <p:cNvCxnSpPr/>
          <p:nvPr userDrawn="1"/>
        </p:nvCxnSpPr>
        <p:spPr>
          <a:xfrm>
            <a:off x="4045241" y="1371603"/>
            <a:ext cx="0" cy="4719487"/>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5758184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Agenda: image 1">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1798FE22-CDE6-88FF-ACBC-FD9C36E03DFD}"/>
              </a:ext>
            </a:extLst>
          </p:cNvPr>
          <p:cNvSpPr>
            <a:spLocks noGrp="1"/>
          </p:cNvSpPr>
          <p:nvPr>
            <p:ph type="pic" sz="quarter" idx="10"/>
          </p:nvPr>
        </p:nvSpPr>
        <p:spPr>
          <a:xfrm>
            <a:off x="-6349" y="1341439"/>
            <a:ext cx="2329381" cy="4787900"/>
          </a:xfrm>
          <a:solidFill>
            <a:schemeClr val="bg1">
              <a:lumMod val="95000"/>
            </a:schemeClr>
          </a:solidFill>
        </p:spPr>
        <p:txBody>
          <a:bodyPr anchor="ctr"/>
          <a:lstStyle>
            <a:lvl1pPr algn="ctr">
              <a:defRPr/>
            </a:lvl1pPr>
          </a:lstStyle>
          <a:p>
            <a:r>
              <a:rPr lang="en-GB"/>
              <a:t>Click icon to add picture</a:t>
            </a:r>
            <a:endParaRPr lang="en-US"/>
          </a:p>
        </p:txBody>
      </p:sp>
      <p:sp>
        <p:nvSpPr>
          <p:cNvPr id="12" name="Text Placeholder 2">
            <a:extLst>
              <a:ext uri="{FF2B5EF4-FFF2-40B4-BE49-F238E27FC236}">
                <a16:creationId xmlns:a16="http://schemas.microsoft.com/office/drawing/2014/main" id="{F7CBA93D-A16D-15A7-59FB-5DA53C303FE4}"/>
              </a:ext>
            </a:extLst>
          </p:cNvPr>
          <p:cNvSpPr>
            <a:spLocks noGrp="1"/>
          </p:cNvSpPr>
          <p:nvPr>
            <p:ph idx="1" hasCustomPrompt="1"/>
          </p:nvPr>
        </p:nvSpPr>
        <p:spPr>
          <a:xfrm>
            <a:off x="2759509" y="4791684"/>
            <a:ext cx="1913607" cy="1299406"/>
          </a:xfrm>
          <a:prstGeom prst="rect">
            <a:avLst/>
          </a:prstGeom>
        </p:spPr>
        <p:txBody>
          <a:bodyPr vert="horz" lIns="0" tIns="0" rIns="0" bIns="0" rtlCol="0">
            <a:noAutofit/>
          </a:bodyPr>
          <a:lstStyle>
            <a:lvl1pPr>
              <a:defRPr sz="1600" b="1" i="0">
                <a:solidFill>
                  <a:schemeClr val="bg2"/>
                </a:solidFill>
                <a:latin typeface="Graphik Semibold" panose="020B0503030202060203" pitchFamily="34" charset="77"/>
              </a:defRPr>
            </a:lvl1pPr>
            <a:lvl2pPr marL="0" indent="0">
              <a:buNone/>
              <a:defRPr sz="1200" b="0" i="0">
                <a:latin typeface="Graphik" panose="020B0503030202060203" pitchFamily="34" charset="77"/>
              </a:defRPr>
            </a:lvl2pPr>
            <a:lvl3pPr marL="16933" indent="0">
              <a:buNone/>
              <a:tabLst/>
              <a:defRPr sz="1200" b="0" i="0">
                <a:latin typeface="Graphik" panose="020B0503030202060203" pitchFamily="34" charset="77"/>
              </a:defRPr>
            </a:lvl3pPr>
            <a:lvl4pPr marL="16933" indent="0">
              <a:buNone/>
              <a:tabLst/>
              <a:defRPr sz="1050" b="0" i="0">
                <a:latin typeface="Graphik" panose="020B0503030202060203" pitchFamily="34" charset="77"/>
              </a:defRPr>
            </a:lvl4pPr>
            <a:lvl5pPr marL="16933" indent="0">
              <a:buNone/>
              <a:tabLst/>
              <a:defRPr sz="1050" b="0" i="0">
                <a:latin typeface="Graphik" panose="020B0503030202060203" pitchFamily="34" charset="77"/>
              </a:defRPr>
            </a:lvl5pPr>
            <a:lvl6pPr>
              <a:defRPr sz="1200" b="0" i="0">
                <a:latin typeface="Graphik" panose="020B0503030202060203" pitchFamily="34" charset="77"/>
              </a:defRPr>
            </a:lvl6pPr>
            <a:lvl7pPr>
              <a:defRPr sz="1050" b="0" i="0">
                <a:latin typeface="Graphik" panose="020B0503030202060203" pitchFamily="34" charset="77"/>
              </a:defRPr>
            </a:lvl7pPr>
            <a:lvl9pPr>
              <a:defRPr sz="1050" b="0" i="0">
                <a:latin typeface="Graphik" panose="020B0503030202060203" pitchFamily="34" charset="77"/>
              </a:defRPr>
            </a:lvl9pPr>
          </a:lstStyle>
          <a:p>
            <a:pPr lvl="0"/>
            <a:r>
              <a:rPr lang="en-US"/>
              <a:t>First level (bullet)</a:t>
            </a:r>
          </a:p>
          <a:p>
            <a:pPr lvl="1"/>
            <a:r>
              <a:rPr lang="en-US"/>
              <a:t>Insert text here</a:t>
            </a:r>
          </a:p>
        </p:txBody>
      </p:sp>
      <p:sp>
        <p:nvSpPr>
          <p:cNvPr id="13" name="Text Placeholder 2">
            <a:extLst>
              <a:ext uri="{FF2B5EF4-FFF2-40B4-BE49-F238E27FC236}">
                <a16:creationId xmlns:a16="http://schemas.microsoft.com/office/drawing/2014/main" id="{59F85972-AC4E-08A3-B374-8C2AF42D54FD}"/>
              </a:ext>
            </a:extLst>
          </p:cNvPr>
          <p:cNvSpPr>
            <a:spLocks noGrp="1"/>
          </p:cNvSpPr>
          <p:nvPr>
            <p:ph idx="11" hasCustomPrompt="1"/>
          </p:nvPr>
        </p:nvSpPr>
        <p:spPr>
          <a:xfrm>
            <a:off x="5080176" y="4791684"/>
            <a:ext cx="1913607" cy="1299406"/>
          </a:xfrm>
          <a:prstGeom prst="rect">
            <a:avLst/>
          </a:prstGeom>
        </p:spPr>
        <p:txBody>
          <a:bodyPr vert="horz" lIns="0" tIns="0" rIns="0" bIns="0" rtlCol="0">
            <a:noAutofit/>
          </a:bodyPr>
          <a:lstStyle>
            <a:lvl1pPr>
              <a:defRPr sz="1600" b="1" i="0">
                <a:solidFill>
                  <a:schemeClr val="bg2"/>
                </a:solidFill>
                <a:latin typeface="Graphik Semibold" panose="020B0503030202060203" pitchFamily="34" charset="77"/>
              </a:defRPr>
            </a:lvl1pPr>
            <a:lvl2pPr marL="0" indent="0">
              <a:buNone/>
              <a:defRPr sz="1200" b="0" i="0">
                <a:latin typeface="Graphik" panose="020B0503030202060203" pitchFamily="34" charset="77"/>
              </a:defRPr>
            </a:lvl2pPr>
            <a:lvl3pPr marL="16933" indent="0">
              <a:buNone/>
              <a:tabLst/>
              <a:defRPr sz="1200" b="0" i="0">
                <a:latin typeface="Graphik" panose="020B0503030202060203" pitchFamily="34" charset="77"/>
              </a:defRPr>
            </a:lvl3pPr>
            <a:lvl4pPr marL="16933" indent="0">
              <a:buNone/>
              <a:tabLst/>
              <a:defRPr sz="1050" b="0" i="0">
                <a:latin typeface="Graphik" panose="020B0503030202060203" pitchFamily="34" charset="77"/>
              </a:defRPr>
            </a:lvl4pPr>
            <a:lvl5pPr marL="16933" indent="0">
              <a:buNone/>
              <a:tabLst/>
              <a:defRPr sz="1050" b="0" i="0">
                <a:latin typeface="Graphik" panose="020B0503030202060203" pitchFamily="34" charset="77"/>
              </a:defRPr>
            </a:lvl5pPr>
            <a:lvl6pPr>
              <a:defRPr sz="1200" b="0" i="0">
                <a:latin typeface="Graphik" panose="020B0503030202060203" pitchFamily="34" charset="77"/>
              </a:defRPr>
            </a:lvl6pPr>
            <a:lvl7pPr>
              <a:defRPr sz="1050" b="0" i="0">
                <a:latin typeface="Graphik" panose="020B0503030202060203" pitchFamily="34" charset="77"/>
              </a:defRPr>
            </a:lvl7pPr>
            <a:lvl9pPr>
              <a:defRPr sz="1050" b="0" i="0">
                <a:latin typeface="Graphik" panose="020B0503030202060203" pitchFamily="34" charset="77"/>
              </a:defRPr>
            </a:lvl9pPr>
          </a:lstStyle>
          <a:p>
            <a:pPr lvl="0"/>
            <a:r>
              <a:rPr lang="en-US"/>
              <a:t>First level (bullet)</a:t>
            </a:r>
          </a:p>
          <a:p>
            <a:pPr lvl="1"/>
            <a:r>
              <a:rPr lang="en-US"/>
              <a:t>Insert text here</a:t>
            </a:r>
          </a:p>
        </p:txBody>
      </p:sp>
      <p:sp>
        <p:nvSpPr>
          <p:cNvPr id="14" name="Text Placeholder 2">
            <a:extLst>
              <a:ext uri="{FF2B5EF4-FFF2-40B4-BE49-F238E27FC236}">
                <a16:creationId xmlns:a16="http://schemas.microsoft.com/office/drawing/2014/main" id="{6C21799C-032C-A3F2-FCE9-D7BE2B106CC9}"/>
              </a:ext>
            </a:extLst>
          </p:cNvPr>
          <p:cNvSpPr>
            <a:spLocks noGrp="1"/>
          </p:cNvSpPr>
          <p:nvPr>
            <p:ph idx="12" hasCustomPrompt="1"/>
          </p:nvPr>
        </p:nvSpPr>
        <p:spPr>
          <a:xfrm>
            <a:off x="7406324" y="4791684"/>
            <a:ext cx="1913607" cy="1299406"/>
          </a:xfrm>
          <a:prstGeom prst="rect">
            <a:avLst/>
          </a:prstGeom>
        </p:spPr>
        <p:txBody>
          <a:bodyPr vert="horz" lIns="0" tIns="0" rIns="0" bIns="0" rtlCol="0">
            <a:noAutofit/>
          </a:bodyPr>
          <a:lstStyle>
            <a:lvl1pPr>
              <a:defRPr sz="1600" b="1" i="0">
                <a:solidFill>
                  <a:schemeClr val="bg2"/>
                </a:solidFill>
                <a:latin typeface="Graphik Semibold" panose="020B0503030202060203" pitchFamily="34" charset="77"/>
              </a:defRPr>
            </a:lvl1pPr>
            <a:lvl2pPr marL="0" indent="0">
              <a:buNone/>
              <a:defRPr sz="1200" b="0" i="0">
                <a:solidFill>
                  <a:schemeClr val="tx2"/>
                </a:solidFill>
                <a:latin typeface="Graphik" panose="020B0503030202060203" pitchFamily="34" charset="77"/>
              </a:defRPr>
            </a:lvl2pPr>
            <a:lvl3pPr marL="16933" indent="0">
              <a:buNone/>
              <a:tabLst/>
              <a:defRPr sz="1200" b="0" i="0">
                <a:latin typeface="Graphik" panose="020B0503030202060203" pitchFamily="34" charset="77"/>
              </a:defRPr>
            </a:lvl3pPr>
            <a:lvl4pPr marL="16933" indent="0">
              <a:buNone/>
              <a:tabLst/>
              <a:defRPr sz="1050" b="0" i="0">
                <a:latin typeface="Graphik" panose="020B0503030202060203" pitchFamily="34" charset="77"/>
              </a:defRPr>
            </a:lvl4pPr>
            <a:lvl5pPr marL="16933" indent="0">
              <a:buNone/>
              <a:tabLst/>
              <a:defRPr sz="1050" b="0" i="0">
                <a:latin typeface="Graphik" panose="020B0503030202060203" pitchFamily="34" charset="77"/>
              </a:defRPr>
            </a:lvl5pPr>
            <a:lvl6pPr>
              <a:defRPr sz="1200" b="0" i="0">
                <a:latin typeface="Graphik" panose="020B0503030202060203" pitchFamily="34" charset="77"/>
              </a:defRPr>
            </a:lvl6pPr>
            <a:lvl7pPr>
              <a:defRPr sz="1050" b="0" i="0">
                <a:latin typeface="Graphik" panose="020B0503030202060203" pitchFamily="34" charset="77"/>
              </a:defRPr>
            </a:lvl7pPr>
            <a:lvl9pPr>
              <a:defRPr sz="1050" b="0" i="0">
                <a:latin typeface="Graphik" panose="020B0503030202060203" pitchFamily="34" charset="77"/>
              </a:defRPr>
            </a:lvl9pPr>
          </a:lstStyle>
          <a:p>
            <a:pPr lvl="0"/>
            <a:r>
              <a:rPr lang="en-US"/>
              <a:t>First level (bullet)</a:t>
            </a:r>
          </a:p>
          <a:p>
            <a:pPr lvl="1"/>
            <a:r>
              <a:rPr lang="en-US"/>
              <a:t>Insert text here</a:t>
            </a:r>
          </a:p>
        </p:txBody>
      </p:sp>
      <p:sp>
        <p:nvSpPr>
          <p:cNvPr id="3" name="Text Placeholder 2">
            <a:extLst>
              <a:ext uri="{FF2B5EF4-FFF2-40B4-BE49-F238E27FC236}">
                <a16:creationId xmlns:a16="http://schemas.microsoft.com/office/drawing/2014/main" id="{6EE563D9-F425-062E-85B6-BFD1ECBB98D3}"/>
              </a:ext>
            </a:extLst>
          </p:cNvPr>
          <p:cNvSpPr>
            <a:spLocks noGrp="1"/>
          </p:cNvSpPr>
          <p:nvPr>
            <p:ph idx="13" hasCustomPrompt="1"/>
          </p:nvPr>
        </p:nvSpPr>
        <p:spPr>
          <a:xfrm>
            <a:off x="9726991" y="4791684"/>
            <a:ext cx="1913607" cy="1299406"/>
          </a:xfrm>
          <a:prstGeom prst="rect">
            <a:avLst/>
          </a:prstGeom>
        </p:spPr>
        <p:txBody>
          <a:bodyPr vert="horz" lIns="0" tIns="0" rIns="0" bIns="0" rtlCol="0">
            <a:noAutofit/>
          </a:bodyPr>
          <a:lstStyle>
            <a:lvl1pPr>
              <a:defRPr sz="1600" b="1" i="0">
                <a:solidFill>
                  <a:schemeClr val="bg2"/>
                </a:solidFill>
                <a:latin typeface="Graphik Semibold" panose="020B0503030202060203" pitchFamily="34" charset="77"/>
              </a:defRPr>
            </a:lvl1pPr>
            <a:lvl2pPr marL="0" indent="0">
              <a:buNone/>
              <a:defRPr sz="1200" b="0" i="0">
                <a:latin typeface="Graphik" panose="020B0503030202060203" pitchFamily="34" charset="77"/>
              </a:defRPr>
            </a:lvl2pPr>
            <a:lvl3pPr marL="16933" indent="0">
              <a:buNone/>
              <a:tabLst/>
              <a:defRPr sz="1200" b="0" i="0">
                <a:latin typeface="Graphik" panose="020B0503030202060203" pitchFamily="34" charset="77"/>
              </a:defRPr>
            </a:lvl3pPr>
            <a:lvl4pPr marL="16933" indent="0">
              <a:buNone/>
              <a:tabLst/>
              <a:defRPr sz="1050" b="0" i="0">
                <a:latin typeface="Graphik" panose="020B0503030202060203" pitchFamily="34" charset="77"/>
              </a:defRPr>
            </a:lvl4pPr>
            <a:lvl5pPr marL="16933" indent="0">
              <a:buNone/>
              <a:tabLst/>
              <a:defRPr sz="1050" b="0" i="0">
                <a:latin typeface="Graphik" panose="020B0503030202060203" pitchFamily="34" charset="77"/>
              </a:defRPr>
            </a:lvl5pPr>
            <a:lvl6pPr>
              <a:defRPr sz="1200" b="0" i="0">
                <a:latin typeface="Graphik" panose="020B0503030202060203" pitchFamily="34" charset="77"/>
              </a:defRPr>
            </a:lvl6pPr>
            <a:lvl7pPr>
              <a:defRPr sz="1050" b="0" i="0">
                <a:latin typeface="Graphik" panose="020B0503030202060203" pitchFamily="34" charset="77"/>
              </a:defRPr>
            </a:lvl7pPr>
            <a:lvl9pPr>
              <a:defRPr sz="1050" b="0" i="0">
                <a:latin typeface="Graphik" panose="020B0503030202060203" pitchFamily="34" charset="77"/>
              </a:defRPr>
            </a:lvl9pPr>
          </a:lstStyle>
          <a:p>
            <a:pPr lvl="0"/>
            <a:r>
              <a:rPr lang="en-US"/>
              <a:t>First level (bullet)</a:t>
            </a:r>
          </a:p>
          <a:p>
            <a:pPr lvl="1"/>
            <a:r>
              <a:rPr lang="en-US"/>
              <a:t>Insert text here</a:t>
            </a:r>
          </a:p>
        </p:txBody>
      </p:sp>
      <p:sp>
        <p:nvSpPr>
          <p:cNvPr id="4" name="Title 1">
            <a:extLst>
              <a:ext uri="{FF2B5EF4-FFF2-40B4-BE49-F238E27FC236}">
                <a16:creationId xmlns:a16="http://schemas.microsoft.com/office/drawing/2014/main" id="{B439FCDF-0209-75C7-EEFD-72F454BE9350}"/>
              </a:ext>
            </a:extLst>
          </p:cNvPr>
          <p:cNvSpPr>
            <a:spLocks noGrp="1"/>
          </p:cNvSpPr>
          <p:nvPr>
            <p:ph type="title"/>
          </p:nvPr>
        </p:nvSpPr>
        <p:spPr>
          <a:xfrm>
            <a:off x="565461" y="558086"/>
            <a:ext cx="11075678" cy="393954"/>
          </a:xfrm>
        </p:spPr>
        <p:txBody>
          <a:bodyPr/>
          <a:lstStyle/>
          <a:p>
            <a:r>
              <a:rPr lang="en-GB"/>
              <a:t>Click to edit Master title style</a:t>
            </a:r>
            <a:endParaRPr lang="en-US"/>
          </a:p>
        </p:txBody>
      </p:sp>
      <p:sp>
        <p:nvSpPr>
          <p:cNvPr id="6" name="Text Placeholder 3">
            <a:extLst>
              <a:ext uri="{FF2B5EF4-FFF2-40B4-BE49-F238E27FC236}">
                <a16:creationId xmlns:a16="http://schemas.microsoft.com/office/drawing/2014/main" id="{56063D68-A744-CDD7-FA67-D2E3EBBCDB1B}"/>
              </a:ext>
            </a:extLst>
          </p:cNvPr>
          <p:cNvSpPr>
            <a:spLocks noGrp="1"/>
          </p:cNvSpPr>
          <p:nvPr>
            <p:ph type="body" sz="quarter" idx="31" hasCustomPrompt="1"/>
          </p:nvPr>
        </p:nvSpPr>
        <p:spPr>
          <a:xfrm>
            <a:off x="2759508" y="1371602"/>
            <a:ext cx="721093"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4000" b="0">
                <a:solidFill>
                  <a:schemeClr val="tx1"/>
                </a:solidFill>
                <a:latin typeface="+mn-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cxnSp>
        <p:nvCxnSpPr>
          <p:cNvPr id="7" name="Straight Connector 6">
            <a:extLst>
              <a:ext uri="{FF2B5EF4-FFF2-40B4-BE49-F238E27FC236}">
                <a16:creationId xmlns:a16="http://schemas.microsoft.com/office/drawing/2014/main" id="{68764EE2-7F2F-45E2-82F3-AAF71D3EBFB5}"/>
              </a:ext>
              <a:ext uri="{C183D7F6-B498-43B3-948B-1728B52AA6E4}">
                <adec:decorative xmlns:adec="http://schemas.microsoft.com/office/drawing/2017/decorative" val="1"/>
              </a:ext>
            </a:extLst>
          </p:cNvPr>
          <p:cNvCxnSpPr/>
          <p:nvPr userDrawn="1"/>
        </p:nvCxnSpPr>
        <p:spPr>
          <a:xfrm>
            <a:off x="2562457" y="1371603"/>
            <a:ext cx="0" cy="4719487"/>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sp>
        <p:nvSpPr>
          <p:cNvPr id="20" name="Text Placeholder 3">
            <a:extLst>
              <a:ext uri="{FF2B5EF4-FFF2-40B4-BE49-F238E27FC236}">
                <a16:creationId xmlns:a16="http://schemas.microsoft.com/office/drawing/2014/main" id="{591D4CA2-E2F2-5487-46F9-665130B94BE8}"/>
              </a:ext>
            </a:extLst>
          </p:cNvPr>
          <p:cNvSpPr>
            <a:spLocks noGrp="1"/>
          </p:cNvSpPr>
          <p:nvPr>
            <p:ph type="body" sz="quarter" idx="35" hasCustomPrompt="1"/>
          </p:nvPr>
        </p:nvSpPr>
        <p:spPr>
          <a:xfrm>
            <a:off x="5080175" y="1371602"/>
            <a:ext cx="721093"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4000" b="0">
                <a:solidFill>
                  <a:schemeClr val="tx1"/>
                </a:solidFill>
                <a:latin typeface="+mn-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cxnSp>
        <p:nvCxnSpPr>
          <p:cNvPr id="21" name="Straight Connector 20">
            <a:extLst>
              <a:ext uri="{FF2B5EF4-FFF2-40B4-BE49-F238E27FC236}">
                <a16:creationId xmlns:a16="http://schemas.microsoft.com/office/drawing/2014/main" id="{3B5359CD-D0A3-6EBD-72CC-C75E6319FD1B}"/>
              </a:ext>
              <a:ext uri="{C183D7F6-B498-43B3-948B-1728B52AA6E4}">
                <adec:decorative xmlns:adec="http://schemas.microsoft.com/office/drawing/2017/decorative" val="1"/>
              </a:ext>
            </a:extLst>
          </p:cNvPr>
          <p:cNvCxnSpPr/>
          <p:nvPr userDrawn="1"/>
        </p:nvCxnSpPr>
        <p:spPr>
          <a:xfrm>
            <a:off x="4883124" y="1371603"/>
            <a:ext cx="0" cy="4719487"/>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sp>
        <p:nvSpPr>
          <p:cNvPr id="26" name="Text Placeholder 3">
            <a:extLst>
              <a:ext uri="{FF2B5EF4-FFF2-40B4-BE49-F238E27FC236}">
                <a16:creationId xmlns:a16="http://schemas.microsoft.com/office/drawing/2014/main" id="{414973FE-1A5A-4784-BBEF-55CFBBF298DC}"/>
              </a:ext>
            </a:extLst>
          </p:cNvPr>
          <p:cNvSpPr>
            <a:spLocks noGrp="1"/>
          </p:cNvSpPr>
          <p:nvPr>
            <p:ph type="body" sz="quarter" idx="36" hasCustomPrompt="1"/>
          </p:nvPr>
        </p:nvSpPr>
        <p:spPr>
          <a:xfrm>
            <a:off x="7406323" y="1371602"/>
            <a:ext cx="721093"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4000" b="0">
                <a:solidFill>
                  <a:schemeClr val="tx1"/>
                </a:solidFill>
                <a:latin typeface="+mn-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cxnSp>
        <p:nvCxnSpPr>
          <p:cNvPr id="27" name="Straight Connector 26">
            <a:extLst>
              <a:ext uri="{FF2B5EF4-FFF2-40B4-BE49-F238E27FC236}">
                <a16:creationId xmlns:a16="http://schemas.microsoft.com/office/drawing/2014/main" id="{DEC62542-3EC7-23B4-6810-D7943AD8A258}"/>
              </a:ext>
              <a:ext uri="{C183D7F6-B498-43B3-948B-1728B52AA6E4}">
                <adec:decorative xmlns:adec="http://schemas.microsoft.com/office/drawing/2017/decorative" val="1"/>
              </a:ext>
            </a:extLst>
          </p:cNvPr>
          <p:cNvCxnSpPr/>
          <p:nvPr userDrawn="1"/>
        </p:nvCxnSpPr>
        <p:spPr>
          <a:xfrm>
            <a:off x="7209272" y="1371603"/>
            <a:ext cx="0" cy="4719487"/>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sp>
        <p:nvSpPr>
          <p:cNvPr id="28" name="Text Placeholder 3">
            <a:extLst>
              <a:ext uri="{FF2B5EF4-FFF2-40B4-BE49-F238E27FC236}">
                <a16:creationId xmlns:a16="http://schemas.microsoft.com/office/drawing/2014/main" id="{E4DD7065-8DBD-BB8F-6299-198F246266BE}"/>
              </a:ext>
            </a:extLst>
          </p:cNvPr>
          <p:cNvSpPr>
            <a:spLocks noGrp="1"/>
          </p:cNvSpPr>
          <p:nvPr>
            <p:ph type="body" sz="quarter" idx="37" hasCustomPrompt="1"/>
          </p:nvPr>
        </p:nvSpPr>
        <p:spPr>
          <a:xfrm>
            <a:off x="9726990" y="1371602"/>
            <a:ext cx="721093"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4000" b="0">
                <a:solidFill>
                  <a:schemeClr val="tx1"/>
                </a:solidFill>
                <a:latin typeface="+mn-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cxnSp>
        <p:nvCxnSpPr>
          <p:cNvPr id="29" name="Straight Connector 28">
            <a:extLst>
              <a:ext uri="{FF2B5EF4-FFF2-40B4-BE49-F238E27FC236}">
                <a16:creationId xmlns:a16="http://schemas.microsoft.com/office/drawing/2014/main" id="{678B4AEA-422E-5B9F-1050-B102C345D5CB}"/>
              </a:ext>
              <a:ext uri="{C183D7F6-B498-43B3-948B-1728B52AA6E4}">
                <adec:decorative xmlns:adec="http://schemas.microsoft.com/office/drawing/2017/decorative" val="1"/>
              </a:ext>
            </a:extLst>
          </p:cNvPr>
          <p:cNvCxnSpPr/>
          <p:nvPr userDrawn="1"/>
        </p:nvCxnSpPr>
        <p:spPr>
          <a:xfrm>
            <a:off x="9529939" y="1371603"/>
            <a:ext cx="0" cy="4719487"/>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3632383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Agenda: imag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97204A-4462-2F62-F226-525C35783498}"/>
              </a:ext>
            </a:extLst>
          </p:cNvPr>
          <p:cNvSpPr>
            <a:spLocks noGrp="1"/>
          </p:cNvSpPr>
          <p:nvPr>
            <p:ph type="title"/>
          </p:nvPr>
        </p:nvSpPr>
        <p:spPr>
          <a:xfrm>
            <a:off x="565461" y="558086"/>
            <a:ext cx="11075678" cy="393954"/>
          </a:xfrm>
        </p:spPr>
        <p:txBody>
          <a:bodyPr/>
          <a:lstStyle/>
          <a:p>
            <a:r>
              <a:rPr lang="en-GB"/>
              <a:t>Click to edit Master title style</a:t>
            </a:r>
            <a:endParaRPr lang="en-US"/>
          </a:p>
        </p:txBody>
      </p:sp>
      <p:sp>
        <p:nvSpPr>
          <p:cNvPr id="3" name="Picture Placeholder 10">
            <a:extLst>
              <a:ext uri="{FF2B5EF4-FFF2-40B4-BE49-F238E27FC236}">
                <a16:creationId xmlns:a16="http://schemas.microsoft.com/office/drawing/2014/main" id="{49ACF502-3E74-91C2-B945-4A140A77E48E}"/>
              </a:ext>
            </a:extLst>
          </p:cNvPr>
          <p:cNvSpPr>
            <a:spLocks noGrp="1"/>
          </p:cNvSpPr>
          <p:nvPr>
            <p:ph type="pic" sz="quarter" idx="10"/>
          </p:nvPr>
        </p:nvSpPr>
        <p:spPr>
          <a:xfrm>
            <a:off x="-6350" y="1331548"/>
            <a:ext cx="3130551" cy="4812304"/>
          </a:xfrm>
          <a:solidFill>
            <a:schemeClr val="bg1">
              <a:lumMod val="95000"/>
            </a:schemeClr>
          </a:solidFill>
        </p:spPr>
        <p:txBody>
          <a:bodyPr anchor="ctr"/>
          <a:lstStyle>
            <a:lvl1pPr algn="ctr">
              <a:defRPr>
                <a:solidFill>
                  <a:schemeClr val="tx1"/>
                </a:solidFill>
              </a:defRPr>
            </a:lvl1pPr>
          </a:lstStyle>
          <a:p>
            <a:r>
              <a:rPr lang="en-GB"/>
              <a:t>Click icon to add picture</a:t>
            </a:r>
            <a:endParaRPr lang="en-US"/>
          </a:p>
        </p:txBody>
      </p:sp>
      <p:sp>
        <p:nvSpPr>
          <p:cNvPr id="16" name="Text Placeholder 15">
            <a:extLst>
              <a:ext uri="{FF2B5EF4-FFF2-40B4-BE49-F238E27FC236}">
                <a16:creationId xmlns:a16="http://schemas.microsoft.com/office/drawing/2014/main" id="{E6ED4F0B-36A9-C1D2-C829-FDA15A800F9D}"/>
              </a:ext>
            </a:extLst>
          </p:cNvPr>
          <p:cNvSpPr>
            <a:spLocks noGrp="1"/>
          </p:cNvSpPr>
          <p:nvPr>
            <p:ph type="body" sz="quarter" idx="14" hasCustomPrompt="1"/>
          </p:nvPr>
        </p:nvSpPr>
        <p:spPr>
          <a:xfrm>
            <a:off x="3326296" y="1399117"/>
            <a:ext cx="563754" cy="492443"/>
          </a:xfrm>
        </p:spPr>
        <p:txBody>
          <a:bodyPr wrap="square">
            <a:spAutoFit/>
          </a:bodyPr>
          <a:lstStyle>
            <a:lvl1pPr algn="r">
              <a:defRPr sz="1600">
                <a:latin typeface="+mj-lt"/>
              </a:defRPr>
            </a:lvl1pPr>
          </a:lstStyle>
          <a:p>
            <a:pPr lvl="0"/>
            <a:r>
              <a:rPr lang="en-US"/>
              <a:t>Click ##</a:t>
            </a:r>
          </a:p>
        </p:txBody>
      </p:sp>
      <p:sp>
        <p:nvSpPr>
          <p:cNvPr id="4" name="Text Placeholder 2">
            <a:extLst>
              <a:ext uri="{FF2B5EF4-FFF2-40B4-BE49-F238E27FC236}">
                <a16:creationId xmlns:a16="http://schemas.microsoft.com/office/drawing/2014/main" id="{E40A9406-C547-1F85-E71D-853495CEBBB9}"/>
              </a:ext>
            </a:extLst>
          </p:cNvPr>
          <p:cNvSpPr>
            <a:spLocks noGrp="1"/>
          </p:cNvSpPr>
          <p:nvPr>
            <p:ph idx="1" hasCustomPrompt="1"/>
          </p:nvPr>
        </p:nvSpPr>
        <p:spPr>
          <a:xfrm>
            <a:off x="4148043" y="1398093"/>
            <a:ext cx="6980401" cy="694100"/>
          </a:xfrm>
          <a:prstGeom prst="rect">
            <a:avLst/>
          </a:prstGeom>
        </p:spPr>
        <p:txBody>
          <a:bodyPr vert="horz" lIns="0" tIns="0" rIns="0" bIns="0" rtlCol="0">
            <a:noAutofit/>
          </a:bodyPr>
          <a:lstStyle>
            <a:lvl1pPr>
              <a:spcAft>
                <a:spcPts val="400"/>
              </a:spcAft>
              <a:defRPr sz="1600" b="1" i="0">
                <a:solidFill>
                  <a:schemeClr val="bg2"/>
                </a:solidFill>
                <a:latin typeface="Graphik Semibold" panose="020B0503030202060203" pitchFamily="34" charset="77"/>
              </a:defRPr>
            </a:lvl1pPr>
            <a:lvl2pPr marL="0" indent="0">
              <a:spcAft>
                <a:spcPts val="400"/>
              </a:spcAft>
              <a:buNone/>
              <a:defRPr sz="1200" b="0" i="0">
                <a:latin typeface="Graphik" panose="020B0503030202060203" pitchFamily="34" charset="77"/>
              </a:defRPr>
            </a:lvl2pPr>
            <a:lvl3pPr marL="10584" indent="0">
              <a:spcAft>
                <a:spcPts val="400"/>
              </a:spcAft>
              <a:buNone/>
              <a:tabLst/>
              <a:defRPr sz="1200" b="0" i="0">
                <a:latin typeface="Graphik" panose="020B0503030202060203" pitchFamily="34" charset="77"/>
              </a:defRPr>
            </a:lvl3pPr>
            <a:lvl4pPr marL="16933" indent="0">
              <a:buNone/>
              <a:tabLst/>
              <a:defRPr b="0" i="0">
                <a:latin typeface="Graphik" panose="020B0503030202060203" pitchFamily="34" charset="77"/>
              </a:defRPr>
            </a:lvl4pPr>
            <a:lvl5pPr marL="16933" indent="0">
              <a:buNone/>
              <a:tabLst/>
              <a:defRPr b="0" i="0">
                <a:latin typeface="Graphik" panose="020B0503030202060203" pitchFamily="34" charset="77"/>
              </a:defRPr>
            </a:lvl5pPr>
            <a:lvl6pPr>
              <a:defRPr sz="1600" b="0" i="0">
                <a:latin typeface="Graphik" panose="020B0503030202060203" pitchFamily="34" charset="77"/>
              </a:defRPr>
            </a:lvl6pPr>
            <a:lvl7pPr>
              <a:defRPr sz="1200" b="0" i="0">
                <a:latin typeface="Graphik" panose="020B0503030202060203" pitchFamily="34" charset="77"/>
              </a:defRPr>
            </a:lvl7pPr>
            <a:lvl9pPr>
              <a:defRPr sz="1200" b="0" i="0">
                <a:latin typeface="Graphik" panose="020B0503030202060203" pitchFamily="34" charset="77"/>
              </a:defRPr>
            </a:lvl9pPr>
          </a:lstStyle>
          <a:p>
            <a:pPr lvl="0"/>
            <a:r>
              <a:rPr lang="en-US"/>
              <a:t>First level (bullet)</a:t>
            </a:r>
          </a:p>
          <a:p>
            <a:pPr lvl="1"/>
            <a:r>
              <a:rPr lang="en-US"/>
              <a:t>Second level (bullet)</a:t>
            </a:r>
          </a:p>
          <a:p>
            <a:pPr lvl="2"/>
            <a:r>
              <a:rPr lang="en-US"/>
              <a:t>Third level (bullet)</a:t>
            </a:r>
          </a:p>
        </p:txBody>
      </p:sp>
      <p:sp>
        <p:nvSpPr>
          <p:cNvPr id="17" name="Text Placeholder 15">
            <a:extLst>
              <a:ext uri="{FF2B5EF4-FFF2-40B4-BE49-F238E27FC236}">
                <a16:creationId xmlns:a16="http://schemas.microsoft.com/office/drawing/2014/main" id="{F21C5D35-2D9B-01B4-73C2-EF565E27FB9D}"/>
              </a:ext>
            </a:extLst>
          </p:cNvPr>
          <p:cNvSpPr>
            <a:spLocks noGrp="1"/>
          </p:cNvSpPr>
          <p:nvPr>
            <p:ph type="body" sz="quarter" idx="15" hasCustomPrompt="1"/>
          </p:nvPr>
        </p:nvSpPr>
        <p:spPr>
          <a:xfrm>
            <a:off x="3326296" y="2376037"/>
            <a:ext cx="563754" cy="492443"/>
          </a:xfrm>
        </p:spPr>
        <p:txBody>
          <a:bodyPr wrap="square">
            <a:spAutoFit/>
          </a:bodyPr>
          <a:lstStyle>
            <a:lvl1pPr algn="r">
              <a:defRPr sz="1600">
                <a:latin typeface="+mj-lt"/>
              </a:defRPr>
            </a:lvl1pPr>
          </a:lstStyle>
          <a:p>
            <a:pPr lvl="0"/>
            <a:r>
              <a:rPr lang="en-US"/>
              <a:t>Click ##</a:t>
            </a:r>
          </a:p>
        </p:txBody>
      </p:sp>
      <p:sp>
        <p:nvSpPr>
          <p:cNvPr id="8" name="Text Placeholder 2">
            <a:extLst>
              <a:ext uri="{FF2B5EF4-FFF2-40B4-BE49-F238E27FC236}">
                <a16:creationId xmlns:a16="http://schemas.microsoft.com/office/drawing/2014/main" id="{C79B9814-F84A-3469-40B8-1C61FBBE11E2}"/>
              </a:ext>
            </a:extLst>
          </p:cNvPr>
          <p:cNvSpPr>
            <a:spLocks noGrp="1"/>
          </p:cNvSpPr>
          <p:nvPr>
            <p:ph idx="11" hasCustomPrompt="1"/>
          </p:nvPr>
        </p:nvSpPr>
        <p:spPr>
          <a:xfrm>
            <a:off x="4148043" y="2375233"/>
            <a:ext cx="6980401" cy="694100"/>
          </a:xfrm>
          <a:prstGeom prst="rect">
            <a:avLst/>
          </a:prstGeom>
        </p:spPr>
        <p:txBody>
          <a:bodyPr vert="horz" lIns="0" tIns="0" rIns="0" bIns="0" rtlCol="0">
            <a:noAutofit/>
          </a:bodyPr>
          <a:lstStyle>
            <a:lvl1pPr>
              <a:spcAft>
                <a:spcPts val="400"/>
              </a:spcAft>
              <a:defRPr sz="1600" b="1" i="0">
                <a:solidFill>
                  <a:schemeClr val="bg2"/>
                </a:solidFill>
                <a:latin typeface="Graphik Semibold" panose="020B0503030202060203" pitchFamily="34" charset="77"/>
              </a:defRPr>
            </a:lvl1pPr>
            <a:lvl2pPr marL="0" indent="0">
              <a:spcAft>
                <a:spcPts val="400"/>
              </a:spcAft>
              <a:buNone/>
              <a:defRPr sz="1200" b="0" i="0">
                <a:latin typeface="Graphik" panose="020B0503030202060203" pitchFamily="34" charset="77"/>
              </a:defRPr>
            </a:lvl2pPr>
            <a:lvl3pPr marL="10584" indent="0">
              <a:spcAft>
                <a:spcPts val="400"/>
              </a:spcAft>
              <a:buNone/>
              <a:tabLst/>
              <a:defRPr sz="1200" b="0" i="0">
                <a:latin typeface="Graphik" panose="020B0503030202060203" pitchFamily="34" charset="77"/>
              </a:defRPr>
            </a:lvl3pPr>
            <a:lvl4pPr marL="16933" indent="0">
              <a:buNone/>
              <a:tabLst/>
              <a:defRPr b="0" i="0">
                <a:latin typeface="Graphik" panose="020B0503030202060203" pitchFamily="34" charset="77"/>
              </a:defRPr>
            </a:lvl4pPr>
            <a:lvl5pPr marL="16933" indent="0">
              <a:buNone/>
              <a:tabLst/>
              <a:defRPr b="0" i="0">
                <a:latin typeface="Graphik" panose="020B0503030202060203" pitchFamily="34" charset="77"/>
              </a:defRPr>
            </a:lvl5pPr>
            <a:lvl6pPr>
              <a:defRPr sz="1600" b="0" i="0">
                <a:latin typeface="Graphik" panose="020B0503030202060203" pitchFamily="34" charset="77"/>
              </a:defRPr>
            </a:lvl6pPr>
            <a:lvl7pPr>
              <a:defRPr sz="1200" b="0" i="0">
                <a:latin typeface="Graphik" panose="020B0503030202060203" pitchFamily="34" charset="77"/>
              </a:defRPr>
            </a:lvl7pPr>
            <a:lvl9pPr>
              <a:defRPr sz="1200" b="0" i="0">
                <a:latin typeface="Graphik" panose="020B0503030202060203" pitchFamily="34" charset="77"/>
              </a:defRPr>
            </a:lvl9pPr>
          </a:lstStyle>
          <a:p>
            <a:pPr lvl="0"/>
            <a:r>
              <a:rPr lang="en-US"/>
              <a:t>First level (bullet)</a:t>
            </a:r>
          </a:p>
          <a:p>
            <a:pPr lvl="1"/>
            <a:r>
              <a:rPr lang="en-US"/>
              <a:t>Second level (bullet)</a:t>
            </a:r>
          </a:p>
          <a:p>
            <a:pPr lvl="2"/>
            <a:r>
              <a:rPr lang="en-US"/>
              <a:t>Third level (bullet)</a:t>
            </a:r>
          </a:p>
        </p:txBody>
      </p:sp>
      <p:sp>
        <p:nvSpPr>
          <p:cNvPr id="18" name="Text Placeholder 15">
            <a:extLst>
              <a:ext uri="{FF2B5EF4-FFF2-40B4-BE49-F238E27FC236}">
                <a16:creationId xmlns:a16="http://schemas.microsoft.com/office/drawing/2014/main" id="{731C7DC5-DAD9-9025-120D-FBB8C142A60F}"/>
              </a:ext>
            </a:extLst>
          </p:cNvPr>
          <p:cNvSpPr>
            <a:spLocks noGrp="1"/>
          </p:cNvSpPr>
          <p:nvPr>
            <p:ph type="body" sz="quarter" idx="16" hasCustomPrompt="1"/>
          </p:nvPr>
        </p:nvSpPr>
        <p:spPr>
          <a:xfrm>
            <a:off x="3326296" y="3350384"/>
            <a:ext cx="563754" cy="492443"/>
          </a:xfrm>
        </p:spPr>
        <p:txBody>
          <a:bodyPr wrap="square">
            <a:spAutoFit/>
          </a:bodyPr>
          <a:lstStyle>
            <a:lvl1pPr algn="r">
              <a:defRPr sz="1600">
                <a:latin typeface="+mj-lt"/>
              </a:defRPr>
            </a:lvl1pPr>
          </a:lstStyle>
          <a:p>
            <a:pPr lvl="0"/>
            <a:r>
              <a:rPr lang="en-US"/>
              <a:t>Click ##</a:t>
            </a:r>
          </a:p>
        </p:txBody>
      </p:sp>
      <p:sp>
        <p:nvSpPr>
          <p:cNvPr id="9" name="Text Placeholder 2">
            <a:extLst>
              <a:ext uri="{FF2B5EF4-FFF2-40B4-BE49-F238E27FC236}">
                <a16:creationId xmlns:a16="http://schemas.microsoft.com/office/drawing/2014/main" id="{DBE139AE-63B6-C2C1-4D09-17C298F69AB6}"/>
              </a:ext>
            </a:extLst>
          </p:cNvPr>
          <p:cNvSpPr>
            <a:spLocks noGrp="1"/>
          </p:cNvSpPr>
          <p:nvPr>
            <p:ph idx="12" hasCustomPrompt="1"/>
          </p:nvPr>
        </p:nvSpPr>
        <p:spPr>
          <a:xfrm>
            <a:off x="4148043" y="3352372"/>
            <a:ext cx="6980401" cy="694100"/>
          </a:xfrm>
          <a:prstGeom prst="rect">
            <a:avLst/>
          </a:prstGeom>
        </p:spPr>
        <p:txBody>
          <a:bodyPr vert="horz" lIns="0" tIns="0" rIns="0" bIns="0" rtlCol="0">
            <a:noAutofit/>
          </a:bodyPr>
          <a:lstStyle>
            <a:lvl1pPr>
              <a:spcAft>
                <a:spcPts val="400"/>
              </a:spcAft>
              <a:defRPr sz="1600" b="1" i="0">
                <a:solidFill>
                  <a:schemeClr val="bg2"/>
                </a:solidFill>
                <a:latin typeface="Graphik Semibold" panose="020B0503030202060203" pitchFamily="34" charset="77"/>
              </a:defRPr>
            </a:lvl1pPr>
            <a:lvl2pPr marL="0" indent="0">
              <a:spcAft>
                <a:spcPts val="400"/>
              </a:spcAft>
              <a:buNone/>
              <a:defRPr sz="1200" b="0" i="0">
                <a:latin typeface="Graphik" panose="020B0503030202060203" pitchFamily="34" charset="77"/>
              </a:defRPr>
            </a:lvl2pPr>
            <a:lvl3pPr marL="10584" indent="0">
              <a:spcAft>
                <a:spcPts val="400"/>
              </a:spcAft>
              <a:buNone/>
              <a:tabLst/>
              <a:defRPr sz="1200" b="0" i="0">
                <a:latin typeface="Graphik" panose="020B0503030202060203" pitchFamily="34" charset="77"/>
              </a:defRPr>
            </a:lvl3pPr>
            <a:lvl4pPr marL="16933" indent="0">
              <a:buNone/>
              <a:tabLst/>
              <a:defRPr b="0" i="0">
                <a:latin typeface="Graphik" panose="020B0503030202060203" pitchFamily="34" charset="77"/>
              </a:defRPr>
            </a:lvl4pPr>
            <a:lvl5pPr marL="16933" indent="0">
              <a:buNone/>
              <a:tabLst/>
              <a:defRPr b="0" i="0">
                <a:latin typeface="Graphik" panose="020B0503030202060203" pitchFamily="34" charset="77"/>
              </a:defRPr>
            </a:lvl5pPr>
            <a:lvl6pPr>
              <a:defRPr sz="1600" b="0" i="0">
                <a:latin typeface="Graphik" panose="020B0503030202060203" pitchFamily="34" charset="77"/>
              </a:defRPr>
            </a:lvl6pPr>
            <a:lvl7pPr>
              <a:defRPr sz="1200" b="0" i="0">
                <a:latin typeface="Graphik" panose="020B0503030202060203" pitchFamily="34" charset="77"/>
              </a:defRPr>
            </a:lvl7pPr>
            <a:lvl9pPr>
              <a:defRPr sz="1200" b="0" i="0">
                <a:latin typeface="Graphik" panose="020B0503030202060203" pitchFamily="34" charset="77"/>
              </a:defRPr>
            </a:lvl9pPr>
          </a:lstStyle>
          <a:p>
            <a:pPr lvl="0"/>
            <a:r>
              <a:rPr lang="en-US"/>
              <a:t>First level (bullet)</a:t>
            </a:r>
          </a:p>
          <a:p>
            <a:pPr lvl="1"/>
            <a:r>
              <a:rPr lang="en-US"/>
              <a:t>Second level (bullet)</a:t>
            </a:r>
          </a:p>
          <a:p>
            <a:pPr lvl="2"/>
            <a:r>
              <a:rPr lang="en-US"/>
              <a:t>Third level (bullet)</a:t>
            </a:r>
          </a:p>
        </p:txBody>
      </p:sp>
      <p:sp>
        <p:nvSpPr>
          <p:cNvPr id="19" name="Text Placeholder 15">
            <a:extLst>
              <a:ext uri="{FF2B5EF4-FFF2-40B4-BE49-F238E27FC236}">
                <a16:creationId xmlns:a16="http://schemas.microsoft.com/office/drawing/2014/main" id="{8EA33AE2-AAF8-CAB9-E244-AD70E24C3EB6}"/>
              </a:ext>
            </a:extLst>
          </p:cNvPr>
          <p:cNvSpPr>
            <a:spLocks noGrp="1"/>
          </p:cNvSpPr>
          <p:nvPr>
            <p:ph type="body" sz="quarter" idx="17" hasCustomPrompt="1"/>
          </p:nvPr>
        </p:nvSpPr>
        <p:spPr>
          <a:xfrm>
            <a:off x="3326296" y="4335521"/>
            <a:ext cx="563754" cy="492443"/>
          </a:xfrm>
        </p:spPr>
        <p:txBody>
          <a:bodyPr wrap="square">
            <a:spAutoFit/>
          </a:bodyPr>
          <a:lstStyle>
            <a:lvl1pPr algn="r">
              <a:defRPr sz="1600">
                <a:latin typeface="+mj-lt"/>
              </a:defRPr>
            </a:lvl1pPr>
          </a:lstStyle>
          <a:p>
            <a:pPr lvl="0"/>
            <a:r>
              <a:rPr lang="en-US"/>
              <a:t>Click ##</a:t>
            </a:r>
          </a:p>
        </p:txBody>
      </p:sp>
      <p:sp>
        <p:nvSpPr>
          <p:cNvPr id="10" name="Text Placeholder 2">
            <a:extLst>
              <a:ext uri="{FF2B5EF4-FFF2-40B4-BE49-F238E27FC236}">
                <a16:creationId xmlns:a16="http://schemas.microsoft.com/office/drawing/2014/main" id="{F7111FC3-B91A-E597-25A2-DCDF58B1DF3D}"/>
              </a:ext>
            </a:extLst>
          </p:cNvPr>
          <p:cNvSpPr>
            <a:spLocks noGrp="1"/>
          </p:cNvSpPr>
          <p:nvPr>
            <p:ph idx="13" hasCustomPrompt="1"/>
          </p:nvPr>
        </p:nvSpPr>
        <p:spPr>
          <a:xfrm>
            <a:off x="4148043" y="4329511"/>
            <a:ext cx="6980401" cy="694100"/>
          </a:xfrm>
          <a:prstGeom prst="rect">
            <a:avLst/>
          </a:prstGeom>
        </p:spPr>
        <p:txBody>
          <a:bodyPr vert="horz" lIns="0" tIns="0" rIns="0" bIns="0" rtlCol="0">
            <a:noAutofit/>
          </a:bodyPr>
          <a:lstStyle>
            <a:lvl1pPr>
              <a:spcAft>
                <a:spcPts val="400"/>
              </a:spcAft>
              <a:defRPr sz="1600" b="1" i="0">
                <a:solidFill>
                  <a:schemeClr val="bg2"/>
                </a:solidFill>
                <a:latin typeface="Graphik Semibold" panose="020B0503030202060203" pitchFamily="34" charset="77"/>
              </a:defRPr>
            </a:lvl1pPr>
            <a:lvl2pPr marL="0" indent="0">
              <a:spcAft>
                <a:spcPts val="400"/>
              </a:spcAft>
              <a:buNone/>
              <a:defRPr sz="1200" b="0" i="0">
                <a:latin typeface="Graphik" panose="020B0503030202060203" pitchFamily="34" charset="77"/>
              </a:defRPr>
            </a:lvl2pPr>
            <a:lvl3pPr marL="10584" indent="0">
              <a:spcAft>
                <a:spcPts val="400"/>
              </a:spcAft>
              <a:buNone/>
              <a:tabLst/>
              <a:defRPr sz="1200" b="0" i="0">
                <a:latin typeface="Graphik" panose="020B0503030202060203" pitchFamily="34" charset="77"/>
              </a:defRPr>
            </a:lvl3pPr>
            <a:lvl4pPr marL="16933" indent="0">
              <a:buNone/>
              <a:tabLst/>
              <a:defRPr b="0" i="0">
                <a:latin typeface="Graphik" panose="020B0503030202060203" pitchFamily="34" charset="77"/>
              </a:defRPr>
            </a:lvl4pPr>
            <a:lvl5pPr marL="16933" indent="0">
              <a:buNone/>
              <a:tabLst/>
              <a:defRPr b="0" i="0">
                <a:latin typeface="Graphik" panose="020B0503030202060203" pitchFamily="34" charset="77"/>
              </a:defRPr>
            </a:lvl5pPr>
            <a:lvl6pPr>
              <a:defRPr sz="1600" b="0" i="0">
                <a:latin typeface="Graphik" panose="020B0503030202060203" pitchFamily="34" charset="77"/>
              </a:defRPr>
            </a:lvl6pPr>
            <a:lvl7pPr>
              <a:defRPr sz="1200" b="0" i="0">
                <a:latin typeface="Graphik" panose="020B0503030202060203" pitchFamily="34" charset="77"/>
              </a:defRPr>
            </a:lvl7pPr>
            <a:lvl9pPr>
              <a:defRPr sz="1200" b="0" i="0">
                <a:latin typeface="Graphik" panose="020B0503030202060203" pitchFamily="34" charset="77"/>
              </a:defRPr>
            </a:lvl9pPr>
          </a:lstStyle>
          <a:p>
            <a:pPr lvl="0"/>
            <a:r>
              <a:rPr lang="en-US"/>
              <a:t>First level (bullet)</a:t>
            </a:r>
          </a:p>
          <a:p>
            <a:pPr lvl="1"/>
            <a:r>
              <a:rPr lang="en-US"/>
              <a:t>Second level (bullet)</a:t>
            </a:r>
          </a:p>
          <a:p>
            <a:pPr lvl="2"/>
            <a:r>
              <a:rPr lang="en-US"/>
              <a:t>Third level (bullet)</a:t>
            </a:r>
          </a:p>
        </p:txBody>
      </p:sp>
      <p:sp>
        <p:nvSpPr>
          <p:cNvPr id="6" name="Text Placeholder 15">
            <a:extLst>
              <a:ext uri="{FF2B5EF4-FFF2-40B4-BE49-F238E27FC236}">
                <a16:creationId xmlns:a16="http://schemas.microsoft.com/office/drawing/2014/main" id="{8EC9E534-1AD8-73C5-C5AC-15F48DA342B1}"/>
              </a:ext>
            </a:extLst>
          </p:cNvPr>
          <p:cNvSpPr>
            <a:spLocks noGrp="1"/>
          </p:cNvSpPr>
          <p:nvPr>
            <p:ph type="body" sz="quarter" idx="19" hasCustomPrompt="1"/>
          </p:nvPr>
        </p:nvSpPr>
        <p:spPr>
          <a:xfrm>
            <a:off x="3326296" y="5307673"/>
            <a:ext cx="563754" cy="492443"/>
          </a:xfrm>
        </p:spPr>
        <p:txBody>
          <a:bodyPr wrap="square">
            <a:spAutoFit/>
          </a:bodyPr>
          <a:lstStyle>
            <a:lvl1pPr algn="r">
              <a:defRPr sz="1600">
                <a:latin typeface="+mj-lt"/>
              </a:defRPr>
            </a:lvl1pPr>
          </a:lstStyle>
          <a:p>
            <a:pPr lvl="0"/>
            <a:r>
              <a:rPr lang="en-US"/>
              <a:t>Click ##</a:t>
            </a:r>
          </a:p>
        </p:txBody>
      </p:sp>
      <p:sp>
        <p:nvSpPr>
          <p:cNvPr id="5" name="Text Placeholder 2">
            <a:extLst>
              <a:ext uri="{FF2B5EF4-FFF2-40B4-BE49-F238E27FC236}">
                <a16:creationId xmlns:a16="http://schemas.microsoft.com/office/drawing/2014/main" id="{1702F099-923C-04BF-8A6D-959AE146329A}"/>
              </a:ext>
            </a:extLst>
          </p:cNvPr>
          <p:cNvSpPr>
            <a:spLocks noGrp="1"/>
          </p:cNvSpPr>
          <p:nvPr>
            <p:ph idx="18" hasCustomPrompt="1"/>
          </p:nvPr>
        </p:nvSpPr>
        <p:spPr>
          <a:xfrm>
            <a:off x="4148043" y="5306651"/>
            <a:ext cx="6980401" cy="694100"/>
          </a:xfrm>
          <a:prstGeom prst="rect">
            <a:avLst/>
          </a:prstGeom>
        </p:spPr>
        <p:txBody>
          <a:bodyPr vert="horz" lIns="0" tIns="0" rIns="0" bIns="0" rtlCol="0">
            <a:noAutofit/>
          </a:bodyPr>
          <a:lstStyle>
            <a:lvl1pPr>
              <a:spcAft>
                <a:spcPts val="400"/>
              </a:spcAft>
              <a:defRPr sz="1600" b="1" i="0">
                <a:solidFill>
                  <a:schemeClr val="bg2"/>
                </a:solidFill>
                <a:latin typeface="Graphik Semibold" panose="020B0503030202060203" pitchFamily="34" charset="77"/>
              </a:defRPr>
            </a:lvl1pPr>
            <a:lvl2pPr marL="0" indent="0">
              <a:spcAft>
                <a:spcPts val="400"/>
              </a:spcAft>
              <a:buNone/>
              <a:defRPr sz="1200" b="0" i="0">
                <a:latin typeface="Graphik" panose="020B0503030202060203" pitchFamily="34" charset="77"/>
              </a:defRPr>
            </a:lvl2pPr>
            <a:lvl3pPr marL="10584" indent="0">
              <a:spcAft>
                <a:spcPts val="400"/>
              </a:spcAft>
              <a:buNone/>
              <a:tabLst/>
              <a:defRPr sz="1200" b="0" i="0">
                <a:latin typeface="Graphik" panose="020B0503030202060203" pitchFamily="34" charset="77"/>
              </a:defRPr>
            </a:lvl3pPr>
            <a:lvl4pPr marL="16933" indent="0">
              <a:buNone/>
              <a:tabLst/>
              <a:defRPr b="0" i="0">
                <a:latin typeface="Graphik" panose="020B0503030202060203" pitchFamily="34" charset="77"/>
              </a:defRPr>
            </a:lvl4pPr>
            <a:lvl5pPr marL="16933" indent="0">
              <a:buNone/>
              <a:tabLst/>
              <a:defRPr b="0" i="0">
                <a:latin typeface="Graphik" panose="020B0503030202060203" pitchFamily="34" charset="77"/>
              </a:defRPr>
            </a:lvl5pPr>
            <a:lvl6pPr>
              <a:defRPr sz="1600" b="0" i="0">
                <a:latin typeface="Graphik" panose="020B0503030202060203" pitchFamily="34" charset="77"/>
              </a:defRPr>
            </a:lvl6pPr>
            <a:lvl7pPr>
              <a:defRPr sz="1200" b="0" i="0">
                <a:latin typeface="Graphik" panose="020B0503030202060203" pitchFamily="34" charset="77"/>
              </a:defRPr>
            </a:lvl7pPr>
            <a:lvl9pPr>
              <a:defRPr sz="1200" b="0" i="0">
                <a:latin typeface="Graphik" panose="020B0503030202060203" pitchFamily="34" charset="77"/>
              </a:defRPr>
            </a:lvl9pPr>
          </a:lstStyle>
          <a:p>
            <a:pPr lvl="0"/>
            <a:r>
              <a:rPr lang="en-US"/>
              <a:t>First level (bullet)</a:t>
            </a:r>
          </a:p>
          <a:p>
            <a:pPr lvl="1"/>
            <a:r>
              <a:rPr lang="en-US"/>
              <a:t>Second level (bullet)</a:t>
            </a:r>
          </a:p>
          <a:p>
            <a:pPr lvl="2"/>
            <a:r>
              <a:rPr lang="en-US"/>
              <a:t>Third level (bullet)</a:t>
            </a:r>
          </a:p>
        </p:txBody>
      </p:sp>
    </p:spTree>
    <p:extLst>
      <p:ext uri="{BB962C8B-B14F-4D97-AF65-F5344CB8AC3E}">
        <p14:creationId xmlns:p14="http://schemas.microsoft.com/office/powerpoint/2010/main" val="208052121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Section divider: gradient">
    <p:bg>
      <p:bgPr>
        <a:solidFill>
          <a:schemeClr val="accent3"/>
        </a:solidFill>
        <a:effectLst/>
      </p:bgPr>
    </p:bg>
    <p:spTree>
      <p:nvGrpSpPr>
        <p:cNvPr id="1" name=""/>
        <p:cNvGrpSpPr/>
        <p:nvPr/>
      </p:nvGrpSpPr>
      <p:grpSpPr>
        <a:xfrm>
          <a:off x="0" y="0"/>
          <a:ext cx="0" cy="0"/>
          <a:chOff x="0" y="0"/>
          <a:chExt cx="0" cy="0"/>
        </a:xfrm>
      </p:grpSpPr>
      <p:pic>
        <p:nvPicPr>
          <p:cNvPr id="4" name="Picture 3" descr="A purple and white blurry background&#10;&#10;AI-generated content may be incorrect.">
            <a:extLst>
              <a:ext uri="{FF2B5EF4-FFF2-40B4-BE49-F238E27FC236}">
                <a16:creationId xmlns:a16="http://schemas.microsoft.com/office/drawing/2014/main" id="{87111667-186F-DD25-9A4B-3608F196AB79}"/>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rot="5400000">
            <a:off x="2665522" y="-2667001"/>
            <a:ext cx="6857998" cy="12192000"/>
          </a:xfrm>
          <a:prstGeom prst="rect">
            <a:avLst/>
          </a:prstGeom>
        </p:spPr>
      </p:pic>
      <p:sp>
        <p:nvSpPr>
          <p:cNvPr id="17" name="Title 1">
            <a:extLst>
              <a:ext uri="{FF2B5EF4-FFF2-40B4-BE49-F238E27FC236}">
                <a16:creationId xmlns:a16="http://schemas.microsoft.com/office/drawing/2014/main" id="{2B28B826-EFF3-117E-A205-62F240EBE2CC}"/>
              </a:ext>
            </a:extLst>
          </p:cNvPr>
          <p:cNvSpPr>
            <a:spLocks noGrp="1"/>
          </p:cNvSpPr>
          <p:nvPr>
            <p:ph type="ctrTitle"/>
          </p:nvPr>
        </p:nvSpPr>
        <p:spPr bwMode="white">
          <a:xfrm>
            <a:off x="1182796" y="3776810"/>
            <a:ext cx="5715000" cy="1329595"/>
          </a:xfrm>
          <a:prstGeom prst="rect">
            <a:avLst/>
          </a:prstGeom>
        </p:spPr>
        <p:txBody>
          <a:bodyPr anchor="b"/>
          <a:lstStyle>
            <a:lvl1pPr algn="l">
              <a:lnSpc>
                <a:spcPct val="90000"/>
              </a:lnSpc>
              <a:defRPr sz="4800">
                <a:solidFill>
                  <a:schemeClr val="tx1"/>
                </a:solidFill>
              </a:defRPr>
            </a:lvl1pPr>
          </a:lstStyle>
          <a:p>
            <a:r>
              <a:rPr lang="en-GB"/>
              <a:t>Click to edit Master title style</a:t>
            </a:r>
            <a:endParaRPr lang="en-US"/>
          </a:p>
        </p:txBody>
      </p:sp>
      <p:sp>
        <p:nvSpPr>
          <p:cNvPr id="18" name="Subtitle 2">
            <a:extLst>
              <a:ext uri="{FF2B5EF4-FFF2-40B4-BE49-F238E27FC236}">
                <a16:creationId xmlns:a16="http://schemas.microsoft.com/office/drawing/2014/main" id="{31547BE7-16A3-D21E-ADAC-48D17CDF3008}"/>
              </a:ext>
            </a:extLst>
          </p:cNvPr>
          <p:cNvSpPr>
            <a:spLocks noGrp="1"/>
          </p:cNvSpPr>
          <p:nvPr>
            <p:ph type="subTitle" idx="1" hasCustomPrompt="1"/>
          </p:nvPr>
        </p:nvSpPr>
        <p:spPr bwMode="white">
          <a:xfrm>
            <a:off x="1182796" y="5219056"/>
            <a:ext cx="5715000" cy="1092845"/>
          </a:xfrm>
          <a:prstGeom prst="rect">
            <a:avLst/>
          </a:prstGeom>
        </p:spPr>
        <p:txBody>
          <a:bodyPr/>
          <a:lstStyle>
            <a:lvl1pPr marL="0" indent="0" algn="l">
              <a:lnSpc>
                <a:spcPct val="90000"/>
              </a:lnSpc>
              <a:spcAft>
                <a:spcPts val="0"/>
              </a:spcAft>
              <a:buNone/>
              <a:defRPr sz="1800" b="0" i="0" spc="0">
                <a:solidFill>
                  <a:schemeClr val="tx1"/>
                </a:solidFill>
                <a:latin typeface="Graphik" panose="020B0503030202060203" pitchFamily="34" charset="77"/>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pPr marL="0" lvl="0" indent="0" algn="l" defTabSz="914377" rtl="0" eaLnBrk="1" latinLnBrk="0" hangingPunct="1">
              <a:lnSpc>
                <a:spcPct val="100000"/>
              </a:lnSpc>
              <a:spcBef>
                <a:spcPts val="0"/>
              </a:spcBef>
              <a:spcAft>
                <a:spcPts val="0"/>
              </a:spcAft>
              <a:buFont typeface="Graphik" panose="020B0604020202020204" pitchFamily="34" charset="0"/>
              <a:buNone/>
            </a:pPr>
            <a:r>
              <a:rPr lang="en-GB"/>
              <a:t>Place subtitle here in </a:t>
            </a:r>
            <a:r>
              <a:rPr lang="en-GB" err="1"/>
              <a:t>Graphik</a:t>
            </a:r>
            <a:r>
              <a:rPr lang="en-GB"/>
              <a:t> regular</a:t>
            </a:r>
            <a:endParaRPr lang="en-US"/>
          </a:p>
        </p:txBody>
      </p:sp>
      <p:sp>
        <p:nvSpPr>
          <p:cNvPr id="2" name="Text Placeholder 8">
            <a:extLst>
              <a:ext uri="{FF2B5EF4-FFF2-40B4-BE49-F238E27FC236}">
                <a16:creationId xmlns:a16="http://schemas.microsoft.com/office/drawing/2014/main" id="{56C59DBC-B2E5-1892-B37B-68897D161976}"/>
              </a:ext>
            </a:extLst>
          </p:cNvPr>
          <p:cNvSpPr>
            <a:spLocks noGrp="1"/>
          </p:cNvSpPr>
          <p:nvPr>
            <p:ph type="body" sz="quarter" idx="11" hasCustomPrompt="1"/>
          </p:nvPr>
        </p:nvSpPr>
        <p:spPr>
          <a:xfrm>
            <a:off x="1189497" y="2433053"/>
            <a:ext cx="1150956" cy="1231106"/>
          </a:xfrm>
        </p:spPr>
        <p:txBody>
          <a:bodyPr wrap="none" anchor="b">
            <a:spAutoFit/>
          </a:bodyPr>
          <a:lstStyle>
            <a:lvl1pPr>
              <a:defRPr sz="8000">
                <a:latin typeface="+mj-lt"/>
              </a:defRPr>
            </a:lvl1pPr>
          </a:lstStyle>
          <a:p>
            <a:pPr lvl="0"/>
            <a:r>
              <a:rPr lang="pt-BR"/>
              <a:t>##</a:t>
            </a:r>
            <a:endParaRPr lang="en-AR"/>
          </a:p>
        </p:txBody>
      </p:sp>
      <p:sp>
        <p:nvSpPr>
          <p:cNvPr id="9" name="GTS_WH">
            <a:extLst>
              <a:ext uri="{FF2B5EF4-FFF2-40B4-BE49-F238E27FC236}">
                <a16:creationId xmlns:a16="http://schemas.microsoft.com/office/drawing/2014/main" id="{08C622A3-6AC3-418E-A8AE-75B117754CFC}"/>
              </a:ext>
              <a:ext uri="{C183D7F6-B498-43B3-948B-1728B52AA6E4}">
                <adec:decorative xmlns:adec="http://schemas.microsoft.com/office/drawing/2017/decorative" val="1"/>
              </a:ext>
            </a:extLst>
          </p:cNvPr>
          <p:cNvSpPr>
            <a:spLocks noChangeAspect="1"/>
          </p:cNvSpPr>
          <p:nvPr userDrawn="1"/>
        </p:nvSpPr>
        <p:spPr bwMode="white">
          <a:xfrm>
            <a:off x="10499353" y="5752334"/>
            <a:ext cx="509851" cy="559567"/>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Tree>
    <p:extLst>
      <p:ext uri="{BB962C8B-B14F-4D97-AF65-F5344CB8AC3E}">
        <p14:creationId xmlns:p14="http://schemas.microsoft.com/office/powerpoint/2010/main" val="104894731"/>
      </p:ext>
    </p:extLst>
  </p:cSld>
  <p:clrMapOvr>
    <a:overrideClrMapping bg1="dk1" tx1="lt1" bg2="dk2" tx2="lt2" accent1="accent1" accent2="accent2" accent3="accent3" accent4="accent4" accent5="accent5" accent6="accent6" hlink="hlink" folHlink="folHlink"/>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Section divider: image dark mode">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574352" y="4020089"/>
            <a:ext cx="4205323" cy="787908"/>
          </a:xfrm>
          <a:prstGeom prst="rect">
            <a:avLst/>
          </a:prstGeom>
        </p:spPr>
        <p:txBody>
          <a:bodyPr anchor="b" anchorCtr="0"/>
          <a:lstStyle>
            <a:lvl1pPr>
              <a:defRPr sz="3200">
                <a:solidFill>
                  <a:schemeClr val="tx1"/>
                </a:solidFill>
              </a:defRPr>
            </a:lvl1pPr>
          </a:lstStyle>
          <a:p>
            <a:r>
              <a:rPr lang="en-US"/>
              <a:t>Click to edit Section title style</a:t>
            </a:r>
          </a:p>
        </p:txBody>
      </p:sp>
      <p:sp>
        <p:nvSpPr>
          <p:cNvPr id="3" name="Text Placeholder 8">
            <a:extLst>
              <a:ext uri="{FF2B5EF4-FFF2-40B4-BE49-F238E27FC236}">
                <a16:creationId xmlns:a16="http://schemas.microsoft.com/office/drawing/2014/main" id="{1462BA77-FAF3-D3DC-18C0-2C2257012AB5}"/>
              </a:ext>
            </a:extLst>
          </p:cNvPr>
          <p:cNvSpPr>
            <a:spLocks noGrp="1"/>
          </p:cNvSpPr>
          <p:nvPr>
            <p:ph type="body" sz="quarter" idx="11" hasCustomPrompt="1"/>
          </p:nvPr>
        </p:nvSpPr>
        <p:spPr>
          <a:xfrm>
            <a:off x="574352" y="2576447"/>
            <a:ext cx="1150956" cy="1231106"/>
          </a:xfrm>
        </p:spPr>
        <p:txBody>
          <a:bodyPr wrap="none" anchor="b">
            <a:spAutoFit/>
          </a:bodyPr>
          <a:lstStyle>
            <a:lvl1pPr>
              <a:defRPr sz="8000">
                <a:latin typeface="+mj-lt"/>
              </a:defRPr>
            </a:lvl1pPr>
          </a:lstStyle>
          <a:p>
            <a:pPr lvl="0"/>
            <a:r>
              <a:rPr lang="pt-BR"/>
              <a:t>##</a:t>
            </a:r>
            <a:endParaRPr lang="en-AR"/>
          </a:p>
        </p:txBody>
      </p:sp>
      <p:sp>
        <p:nvSpPr>
          <p:cNvPr id="5" name="Text Placeholder 8">
            <a:extLst>
              <a:ext uri="{FF2B5EF4-FFF2-40B4-BE49-F238E27FC236}">
                <a16:creationId xmlns:a16="http://schemas.microsoft.com/office/drawing/2014/main" id="{772726BC-B615-3428-7DAF-2FCAE36D30B4}"/>
              </a:ext>
            </a:extLst>
          </p:cNvPr>
          <p:cNvSpPr>
            <a:spLocks noGrp="1"/>
          </p:cNvSpPr>
          <p:nvPr>
            <p:ph type="body" sz="quarter" idx="19" hasCustomPrompt="1"/>
          </p:nvPr>
        </p:nvSpPr>
        <p:spPr>
          <a:xfrm>
            <a:off x="574352" y="5080829"/>
            <a:ext cx="4205324" cy="787909"/>
          </a:xfrm>
          <a:prstGeom prst="rect">
            <a:avLst/>
          </a:prstGeom>
        </p:spPr>
        <p:txBody>
          <a:bodyPr/>
          <a:lstStyle>
            <a:lvl1pPr marL="0" indent="0">
              <a:lnSpc>
                <a:spcPct val="90000"/>
              </a:lnSpc>
              <a:spcAft>
                <a:spcPts val="600"/>
              </a:spcAft>
              <a:buNone/>
              <a:defRPr sz="1600" b="0" i="0">
                <a:solidFill>
                  <a:schemeClr val="accent2"/>
                </a:solidFill>
                <a:latin typeface="Graphik" panose="020B0503030202060203" pitchFamily="34" charset="77"/>
              </a:defRPr>
            </a:lvl1pPr>
            <a:lvl2pPr marL="0" indent="0">
              <a:spcAft>
                <a:spcPts val="600"/>
              </a:spcAft>
              <a:buNone/>
              <a:defRPr sz="2400">
                <a:latin typeface="GT Sectra Fine Rg" panose="00000500000000000000" pitchFamily="50" charset="0"/>
              </a:defRPr>
            </a:lvl2pPr>
            <a:lvl3pPr marL="0" indent="0">
              <a:spcAft>
                <a:spcPts val="600"/>
              </a:spcAft>
              <a:buNone/>
              <a:defRPr sz="2400">
                <a:latin typeface="GT Sectra Fine Rg" panose="00000500000000000000" pitchFamily="50" charset="0"/>
              </a:defRPr>
            </a:lvl3pPr>
            <a:lvl4pPr marL="0" indent="0">
              <a:spcAft>
                <a:spcPts val="600"/>
              </a:spcAft>
              <a:buNone/>
              <a:defRPr sz="2400">
                <a:latin typeface="GT Sectra Fine Rg" panose="00000500000000000000" pitchFamily="50" charset="0"/>
              </a:defRPr>
            </a:lvl4pPr>
            <a:lvl5pPr marL="0" indent="0">
              <a:spcAft>
                <a:spcPts val="600"/>
              </a:spcAft>
              <a:buNone/>
              <a:defRPr sz="2400">
                <a:latin typeface="GT Sectra Fine Rg" panose="00000500000000000000" pitchFamily="50" charset="0"/>
              </a:defRPr>
            </a:lvl5pPr>
          </a:lstStyle>
          <a:p>
            <a:pPr lvl="0"/>
            <a:r>
              <a:rPr lang="en-GB"/>
              <a:t>Place subtitle here in </a:t>
            </a:r>
            <a:r>
              <a:rPr lang="en-GB" err="1"/>
              <a:t>Graphik</a:t>
            </a:r>
            <a:r>
              <a:rPr lang="en-GB"/>
              <a:t> regular</a:t>
            </a:r>
            <a:endParaRPr lang="en-US"/>
          </a:p>
        </p:txBody>
      </p:sp>
      <p:sp>
        <p:nvSpPr>
          <p:cNvPr id="12" name="Picture Placeholder 18">
            <a:extLst>
              <a:ext uri="{FF2B5EF4-FFF2-40B4-BE49-F238E27FC236}">
                <a16:creationId xmlns:a16="http://schemas.microsoft.com/office/drawing/2014/main" id="{3996D868-07E7-4C6F-B00B-4026C634BAE0}"/>
              </a:ext>
            </a:extLst>
          </p:cNvPr>
          <p:cNvSpPr>
            <a:spLocks noGrp="1"/>
          </p:cNvSpPr>
          <p:nvPr>
            <p:ph type="pic" sz="quarter" idx="13" hasCustomPrompt="1"/>
          </p:nvPr>
        </p:nvSpPr>
        <p:spPr>
          <a:xfrm>
            <a:off x="5362807" y="549275"/>
            <a:ext cx="6278331" cy="5759449"/>
          </a:xfrm>
          <a:prstGeom prst="rect">
            <a:avLst/>
          </a:prstGeom>
          <a:solidFill>
            <a:schemeClr val="tx1">
              <a:lumMod val="95000"/>
            </a:schemeClr>
          </a:solidFill>
        </p:spPr>
        <p:txBody>
          <a:bodyPr tIns="274320" bIns="274320" anchor="ctr"/>
          <a:lstStyle>
            <a:lvl1pPr marL="0" indent="0" algn="ctr">
              <a:buNone/>
              <a:defRPr sz="1400" b="0" i="0">
                <a:solidFill>
                  <a:schemeClr val="bg1"/>
                </a:solidFill>
                <a:latin typeface="Graphik" panose="020B0503030202060203" pitchFamily="34" charset="77"/>
              </a:defRPr>
            </a:lvl1pPr>
          </a:lstStyle>
          <a:p>
            <a:r>
              <a:rPr lang="en-GB"/>
              <a:t>Drag picture to placeholder or click icon to add</a:t>
            </a:r>
            <a:endParaRPr lang="en-US"/>
          </a:p>
        </p:txBody>
      </p:sp>
      <p:sp>
        <p:nvSpPr>
          <p:cNvPr id="16" name="GTS_WH">
            <a:extLst>
              <a:ext uri="{FF2B5EF4-FFF2-40B4-BE49-F238E27FC236}">
                <a16:creationId xmlns:a16="http://schemas.microsoft.com/office/drawing/2014/main" id="{B99510A1-6B22-EF9F-A1BE-64088860C26E}"/>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
        <p:nvSpPr>
          <p:cNvPr id="4" name="copyright">
            <a:extLst>
              <a:ext uri="{FF2B5EF4-FFF2-40B4-BE49-F238E27FC236}">
                <a16:creationId xmlns:a16="http://schemas.microsoft.com/office/drawing/2014/main" id="{3BFEEF07-2489-1DF1-A61D-F05EF6756806}"/>
              </a:ext>
            </a:extLst>
          </p:cNvPr>
          <p:cNvSpPr txBox="1"/>
          <p:nvPr userDrawn="1"/>
        </p:nvSpPr>
        <p:spPr>
          <a:xfrm>
            <a:off x="9031909" y="6429853"/>
            <a:ext cx="2398092"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a:solidFill>
                  <a:srgbClr val="FFFFFF">
                    <a:alpha val="75000"/>
                  </a:srgbClr>
                </a:solidFill>
                <a:latin typeface="Graphik" panose="020B0503030202060203" pitchFamily="34" charset="77"/>
              </a:rPr>
              <a:t>Copyright © 2025 Accenture. All rights reserved.</a:t>
            </a:r>
            <a:endParaRPr lang="en-US" sz="1351" noProof="0">
              <a:solidFill>
                <a:srgbClr val="FFFFFF">
                  <a:alpha val="75000"/>
                </a:srgbClr>
              </a:solidFill>
              <a:latin typeface="Graphik" panose="020B0503030202060203" pitchFamily="34" charset="77"/>
            </a:endParaRPr>
          </a:p>
        </p:txBody>
      </p:sp>
      <p:sp>
        <p:nvSpPr>
          <p:cNvPr id="7" name="slide number automatic">
            <a:extLst>
              <a:ext uri="{FF2B5EF4-FFF2-40B4-BE49-F238E27FC236}">
                <a16:creationId xmlns:a16="http://schemas.microsoft.com/office/drawing/2014/main" id="{89017E74-C690-EF85-4C2D-25D3ED0FF55F}"/>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rgbClr val="FFFFFF">
                    <a:alpha val="75000"/>
                  </a:srgb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rgbClr val="FFFFFF">
                  <a:alpha val="75000"/>
                </a:srgbClr>
              </a:solidFill>
              <a:latin typeface="+mj-lt"/>
            </a:endParaRPr>
          </a:p>
        </p:txBody>
      </p:sp>
    </p:spTree>
    <p:extLst>
      <p:ext uri="{BB962C8B-B14F-4D97-AF65-F5344CB8AC3E}">
        <p14:creationId xmlns:p14="http://schemas.microsoft.com/office/powerpoint/2010/main" val="1939088038"/>
      </p:ext>
    </p:extLst>
  </p:cSld>
  <p:clrMapOvr>
    <a:overrideClrMapping bg1="dk1" tx1="lt1" bg2="dk2" tx2="lt2" accent1="accent1" accent2="accent2" accent3="accent3" accent4="accent4" accent5="accent5" accent6="accent6" hlink="hlink" folHlink="folHlink"/>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Section divider: image light mode">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1F18E800-DE3F-7813-356B-5ABD491337A5}"/>
              </a:ext>
            </a:extLst>
          </p:cNvPr>
          <p:cNvSpPr>
            <a:spLocks noGrp="1"/>
          </p:cNvSpPr>
          <p:nvPr>
            <p:ph type="title" hasCustomPrompt="1"/>
          </p:nvPr>
        </p:nvSpPr>
        <p:spPr>
          <a:xfrm>
            <a:off x="574352" y="4020089"/>
            <a:ext cx="4205323" cy="787908"/>
          </a:xfrm>
          <a:prstGeom prst="rect">
            <a:avLst/>
          </a:prstGeom>
        </p:spPr>
        <p:txBody>
          <a:bodyPr anchor="b" anchorCtr="0"/>
          <a:lstStyle>
            <a:lvl1pPr>
              <a:defRPr sz="3200">
                <a:solidFill>
                  <a:schemeClr val="tx1"/>
                </a:solidFill>
              </a:defRPr>
            </a:lvl1pPr>
          </a:lstStyle>
          <a:p>
            <a:r>
              <a:rPr lang="en-US"/>
              <a:t>Click to edit Section title style</a:t>
            </a:r>
          </a:p>
        </p:txBody>
      </p:sp>
      <p:sp>
        <p:nvSpPr>
          <p:cNvPr id="11" name="Picture Placeholder 18">
            <a:extLst>
              <a:ext uri="{FF2B5EF4-FFF2-40B4-BE49-F238E27FC236}">
                <a16:creationId xmlns:a16="http://schemas.microsoft.com/office/drawing/2014/main" id="{C1C7CFCC-2C79-7017-C82B-A74A23285174}"/>
              </a:ext>
            </a:extLst>
          </p:cNvPr>
          <p:cNvSpPr>
            <a:spLocks noGrp="1"/>
          </p:cNvSpPr>
          <p:nvPr>
            <p:ph type="pic" sz="quarter" idx="13" hasCustomPrompt="1"/>
          </p:nvPr>
        </p:nvSpPr>
        <p:spPr>
          <a:xfrm>
            <a:off x="5362807" y="549275"/>
            <a:ext cx="6278331" cy="5759449"/>
          </a:xfrm>
          <a:prstGeom prst="rect">
            <a:avLst/>
          </a:prstGeom>
          <a:solidFill>
            <a:schemeClr val="bg1">
              <a:lumMod val="95000"/>
            </a:schemeClr>
          </a:solidFill>
        </p:spPr>
        <p:txBody>
          <a:bodyPr tIns="274320" bIns="274320" anchor="ctr"/>
          <a:lstStyle>
            <a:lvl1pPr marL="0" indent="0" algn="ctr">
              <a:buNone/>
              <a:defRPr sz="1400" b="0" i="0">
                <a:solidFill>
                  <a:schemeClr val="tx1"/>
                </a:solidFill>
                <a:latin typeface="Graphik" panose="020B0503030202060203" pitchFamily="34" charset="77"/>
              </a:defRPr>
            </a:lvl1pPr>
          </a:lstStyle>
          <a:p>
            <a:r>
              <a:rPr lang="en-GB"/>
              <a:t>Drag picture to placeholder or click icon to add</a:t>
            </a:r>
            <a:endParaRPr lang="en-US"/>
          </a:p>
        </p:txBody>
      </p:sp>
      <p:sp>
        <p:nvSpPr>
          <p:cNvPr id="12" name="Text Placeholder 8">
            <a:extLst>
              <a:ext uri="{FF2B5EF4-FFF2-40B4-BE49-F238E27FC236}">
                <a16:creationId xmlns:a16="http://schemas.microsoft.com/office/drawing/2014/main" id="{A631764B-7AB2-0534-6571-AAD04310DAF4}"/>
              </a:ext>
            </a:extLst>
          </p:cNvPr>
          <p:cNvSpPr>
            <a:spLocks noGrp="1"/>
          </p:cNvSpPr>
          <p:nvPr>
            <p:ph type="body" sz="quarter" idx="19" hasCustomPrompt="1"/>
          </p:nvPr>
        </p:nvSpPr>
        <p:spPr>
          <a:xfrm>
            <a:off x="574352" y="5080829"/>
            <a:ext cx="4205324" cy="787909"/>
          </a:xfrm>
          <a:prstGeom prst="rect">
            <a:avLst/>
          </a:prstGeom>
        </p:spPr>
        <p:txBody>
          <a:bodyPr/>
          <a:lstStyle>
            <a:lvl1pPr marL="0" indent="0">
              <a:lnSpc>
                <a:spcPct val="90000"/>
              </a:lnSpc>
              <a:spcAft>
                <a:spcPts val="600"/>
              </a:spcAft>
              <a:buNone/>
              <a:defRPr sz="1600" b="0" i="0">
                <a:solidFill>
                  <a:schemeClr val="bg2"/>
                </a:solidFill>
                <a:latin typeface="Graphik" panose="020B0503030202060203" pitchFamily="34" charset="77"/>
              </a:defRPr>
            </a:lvl1pPr>
            <a:lvl2pPr marL="0" indent="0">
              <a:spcAft>
                <a:spcPts val="600"/>
              </a:spcAft>
              <a:buNone/>
              <a:defRPr sz="2400">
                <a:latin typeface="GT Sectra Fine Rg" panose="00000500000000000000" pitchFamily="50" charset="0"/>
              </a:defRPr>
            </a:lvl2pPr>
            <a:lvl3pPr marL="0" indent="0">
              <a:spcAft>
                <a:spcPts val="600"/>
              </a:spcAft>
              <a:buNone/>
              <a:defRPr sz="2400">
                <a:latin typeface="GT Sectra Fine Rg" panose="00000500000000000000" pitchFamily="50" charset="0"/>
              </a:defRPr>
            </a:lvl3pPr>
            <a:lvl4pPr marL="0" indent="0">
              <a:spcAft>
                <a:spcPts val="600"/>
              </a:spcAft>
              <a:buNone/>
              <a:defRPr sz="2400">
                <a:latin typeface="GT Sectra Fine Rg" panose="00000500000000000000" pitchFamily="50" charset="0"/>
              </a:defRPr>
            </a:lvl4pPr>
            <a:lvl5pPr marL="0" indent="0">
              <a:spcAft>
                <a:spcPts val="600"/>
              </a:spcAft>
              <a:buNone/>
              <a:defRPr sz="2400">
                <a:latin typeface="GT Sectra Fine Rg" panose="00000500000000000000" pitchFamily="50" charset="0"/>
              </a:defRPr>
            </a:lvl5pPr>
          </a:lstStyle>
          <a:p>
            <a:pPr lvl="0"/>
            <a:r>
              <a:rPr lang="en-GB"/>
              <a:t>Place subtitle here in </a:t>
            </a:r>
            <a:r>
              <a:rPr lang="en-GB" err="1"/>
              <a:t>Graphik</a:t>
            </a:r>
            <a:r>
              <a:rPr lang="en-GB"/>
              <a:t> regular</a:t>
            </a:r>
            <a:endParaRPr lang="en-US"/>
          </a:p>
        </p:txBody>
      </p:sp>
      <p:sp>
        <p:nvSpPr>
          <p:cNvPr id="3" name="Text Placeholder 8">
            <a:extLst>
              <a:ext uri="{FF2B5EF4-FFF2-40B4-BE49-F238E27FC236}">
                <a16:creationId xmlns:a16="http://schemas.microsoft.com/office/drawing/2014/main" id="{2823CF50-4615-0652-00EC-47F06086B36E}"/>
              </a:ext>
            </a:extLst>
          </p:cNvPr>
          <p:cNvSpPr>
            <a:spLocks noGrp="1"/>
          </p:cNvSpPr>
          <p:nvPr>
            <p:ph type="body" sz="quarter" idx="11" hasCustomPrompt="1"/>
          </p:nvPr>
        </p:nvSpPr>
        <p:spPr>
          <a:xfrm>
            <a:off x="574352" y="2576447"/>
            <a:ext cx="1150956" cy="1231106"/>
          </a:xfrm>
        </p:spPr>
        <p:txBody>
          <a:bodyPr wrap="none" anchor="b">
            <a:spAutoFit/>
          </a:bodyPr>
          <a:lstStyle>
            <a:lvl1pPr>
              <a:defRPr sz="8000">
                <a:latin typeface="+mj-lt"/>
              </a:defRPr>
            </a:lvl1pPr>
          </a:lstStyle>
          <a:p>
            <a:pPr lvl="0"/>
            <a:r>
              <a:rPr lang="pt-BR"/>
              <a:t>##</a:t>
            </a:r>
            <a:endParaRPr lang="en-AR"/>
          </a:p>
        </p:txBody>
      </p:sp>
    </p:spTree>
    <p:extLst>
      <p:ext uri="{BB962C8B-B14F-4D97-AF65-F5344CB8AC3E}">
        <p14:creationId xmlns:p14="http://schemas.microsoft.com/office/powerpoint/2010/main" val="376501052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Content: title only">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E215616-27C6-76EE-5488-166BFD01211E}"/>
              </a:ext>
            </a:extLst>
          </p:cNvPr>
          <p:cNvSpPr>
            <a:spLocks noGrp="1"/>
          </p:cNvSpPr>
          <p:nvPr>
            <p:ph type="title"/>
          </p:nvPr>
        </p:nvSpPr>
        <p:spPr>
          <a:xfrm>
            <a:off x="556467" y="572600"/>
            <a:ext cx="11084672" cy="393954"/>
          </a:xfrm>
        </p:spPr>
        <p:txBody>
          <a:bodyPr/>
          <a:lstStyle/>
          <a:p>
            <a:r>
              <a:rPr lang="en-GB"/>
              <a:t>Click to edit Master title style</a:t>
            </a:r>
            <a:endParaRPr lang="en-US"/>
          </a:p>
        </p:txBody>
      </p:sp>
    </p:spTree>
    <p:extLst>
      <p:ext uri="{BB962C8B-B14F-4D97-AF65-F5344CB8AC3E}">
        <p14:creationId xmlns:p14="http://schemas.microsoft.com/office/powerpoint/2010/main" val="26075642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Content: title only dark mode">
    <p:bg>
      <p:bgRef idx="1001">
        <a:schemeClr val="bg1"/>
      </p:bgRef>
    </p:bg>
    <p:spTree>
      <p:nvGrpSpPr>
        <p:cNvPr id="1" name=""/>
        <p:cNvGrpSpPr/>
        <p:nvPr/>
      </p:nvGrpSpPr>
      <p:grpSpPr>
        <a:xfrm>
          <a:off x="0" y="0"/>
          <a:ext cx="0" cy="0"/>
          <a:chOff x="0" y="0"/>
          <a:chExt cx="0" cy="0"/>
        </a:xfrm>
      </p:grpSpPr>
      <p:sp>
        <p:nvSpPr>
          <p:cNvPr id="5" name="GTS_WH">
            <a:extLst>
              <a:ext uri="{FF2B5EF4-FFF2-40B4-BE49-F238E27FC236}">
                <a16:creationId xmlns:a16="http://schemas.microsoft.com/office/drawing/2014/main" id="{5B94EC14-19BD-4059-DC76-FAB415316C6A}"/>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
        <p:nvSpPr>
          <p:cNvPr id="7" name="Title 2">
            <a:extLst>
              <a:ext uri="{FF2B5EF4-FFF2-40B4-BE49-F238E27FC236}">
                <a16:creationId xmlns:a16="http://schemas.microsoft.com/office/drawing/2014/main" id="{A7088337-B770-9033-B18E-F20E290B6743}"/>
              </a:ext>
            </a:extLst>
          </p:cNvPr>
          <p:cNvSpPr>
            <a:spLocks noGrp="1"/>
          </p:cNvSpPr>
          <p:nvPr>
            <p:ph type="title"/>
          </p:nvPr>
        </p:nvSpPr>
        <p:spPr>
          <a:xfrm>
            <a:off x="556467" y="572600"/>
            <a:ext cx="11084672" cy="393954"/>
          </a:xfrm>
        </p:spPr>
        <p:txBody>
          <a:bodyPr/>
          <a:lstStyle/>
          <a:p>
            <a:r>
              <a:rPr lang="en-GB"/>
              <a:t>Click to edit Master title style</a:t>
            </a:r>
            <a:endParaRPr lang="en-US"/>
          </a:p>
        </p:txBody>
      </p:sp>
    </p:spTree>
    <p:extLst>
      <p:ext uri="{BB962C8B-B14F-4D97-AF65-F5344CB8AC3E}">
        <p14:creationId xmlns:p14="http://schemas.microsoft.com/office/powerpoint/2010/main" val="4135540473"/>
      </p:ext>
    </p:extLst>
  </p:cSld>
  <p:clrMapOvr>
    <a:overrideClrMapping bg1="dk1" tx1="lt1" bg2="dk2" tx2="lt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Content: numbered bullets dark mode ">
    <p:bg>
      <p:bgRef idx="1001">
        <a:schemeClr val="bg1"/>
      </p:bgRef>
    </p:bg>
    <p:spTree>
      <p:nvGrpSpPr>
        <p:cNvPr id="1" name=""/>
        <p:cNvGrpSpPr/>
        <p:nvPr/>
      </p:nvGrpSpPr>
      <p:grpSpPr>
        <a:xfrm>
          <a:off x="0" y="0"/>
          <a:ext cx="0" cy="0"/>
          <a:chOff x="0" y="0"/>
          <a:chExt cx="0" cy="0"/>
        </a:xfrm>
      </p:grpSpPr>
      <p:sp>
        <p:nvSpPr>
          <p:cNvPr id="5" name="GTS_WH">
            <a:extLst>
              <a:ext uri="{FF2B5EF4-FFF2-40B4-BE49-F238E27FC236}">
                <a16:creationId xmlns:a16="http://schemas.microsoft.com/office/drawing/2014/main" id="{5B94EC14-19BD-4059-DC76-FAB415316C6A}"/>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solidFill>
                <a:schemeClr val="accent5"/>
              </a:solidFill>
              <a:latin typeface="Graphik" panose="020B0503030202060203" pitchFamily="34" charset="77"/>
            </a:endParaRPr>
          </a:p>
        </p:txBody>
      </p:sp>
      <p:sp>
        <p:nvSpPr>
          <p:cNvPr id="7" name="Title 2">
            <a:extLst>
              <a:ext uri="{FF2B5EF4-FFF2-40B4-BE49-F238E27FC236}">
                <a16:creationId xmlns:a16="http://schemas.microsoft.com/office/drawing/2014/main" id="{A7088337-B770-9033-B18E-F20E290B6743}"/>
              </a:ext>
            </a:extLst>
          </p:cNvPr>
          <p:cNvSpPr>
            <a:spLocks noGrp="1"/>
          </p:cNvSpPr>
          <p:nvPr>
            <p:ph type="title"/>
          </p:nvPr>
        </p:nvSpPr>
        <p:spPr>
          <a:xfrm>
            <a:off x="556467" y="572600"/>
            <a:ext cx="11084672" cy="393954"/>
          </a:xfrm>
        </p:spPr>
        <p:txBody>
          <a:bodyPr/>
          <a:lstStyle/>
          <a:p>
            <a:r>
              <a:rPr lang="en-GB"/>
              <a:t>Click to edit Master title style</a:t>
            </a:r>
            <a:endParaRPr lang="en-US"/>
          </a:p>
        </p:txBody>
      </p:sp>
      <p:sp>
        <p:nvSpPr>
          <p:cNvPr id="20" name="Text Placeholder 4">
            <a:extLst>
              <a:ext uri="{FF2B5EF4-FFF2-40B4-BE49-F238E27FC236}">
                <a16:creationId xmlns:a16="http://schemas.microsoft.com/office/drawing/2014/main" id="{B399DA3F-4572-D252-06D8-F77FDA3E4F31}"/>
              </a:ext>
            </a:extLst>
          </p:cNvPr>
          <p:cNvSpPr>
            <a:spLocks noGrp="1"/>
          </p:cNvSpPr>
          <p:nvPr>
            <p:ph type="body" sz="quarter" idx="16" hasCustomPrompt="1"/>
          </p:nvPr>
        </p:nvSpPr>
        <p:spPr>
          <a:xfrm>
            <a:off x="1968842" y="1866147"/>
            <a:ext cx="3226642" cy="485340"/>
          </a:xfrm>
          <a:prstGeom prst="rect">
            <a:avLst/>
          </a:prstGeom>
        </p:spPr>
        <p:txBody>
          <a:bodyPr anchor="t"/>
          <a:lstStyle>
            <a:lvl1pPr>
              <a:spcAft>
                <a:spcPts val="0"/>
              </a:spcAft>
              <a:buNone/>
              <a:defRPr lang="en-US" sz="1200" kern="1200" dirty="0">
                <a:solidFill>
                  <a:schemeClr val="tx1"/>
                </a:solidFill>
                <a:latin typeface="Graphik" panose="020B0503030202060203" pitchFamily="34" charset="77"/>
                <a:ea typeface="+mn-ea"/>
                <a:cs typeface="+mn-cs"/>
              </a:defRPr>
            </a:lvl1pPr>
          </a:lstStyle>
          <a:p>
            <a:pPr lvl="0"/>
            <a:r>
              <a:rPr lang="en-GB"/>
              <a:t>Insert text here</a:t>
            </a:r>
            <a:endParaRPr lang="en-US"/>
          </a:p>
        </p:txBody>
      </p:sp>
      <p:sp>
        <p:nvSpPr>
          <p:cNvPr id="21" name="Text Placeholder 9">
            <a:extLst>
              <a:ext uri="{FF2B5EF4-FFF2-40B4-BE49-F238E27FC236}">
                <a16:creationId xmlns:a16="http://schemas.microsoft.com/office/drawing/2014/main" id="{6325E3FE-E322-E468-99F4-AB54161673A1}"/>
              </a:ext>
            </a:extLst>
          </p:cNvPr>
          <p:cNvSpPr>
            <a:spLocks noGrp="1"/>
          </p:cNvSpPr>
          <p:nvPr>
            <p:ph type="body" sz="quarter" idx="32" hasCustomPrompt="1"/>
          </p:nvPr>
        </p:nvSpPr>
        <p:spPr>
          <a:xfrm>
            <a:off x="557213" y="1866147"/>
            <a:ext cx="1163099" cy="393954"/>
          </a:xfrm>
        </p:spPr>
        <p:txBody>
          <a:bodyPr/>
          <a:lstStyle>
            <a:lvl1pPr>
              <a:defRPr lang="en-AR" sz="1600" b="1" kern="1200" dirty="0">
                <a:solidFill>
                  <a:schemeClr val="accent2"/>
                </a:solidFill>
                <a:latin typeface="Graphik Semibold" panose="020B0503030202060203" pitchFamily="34" charset="77"/>
                <a:ea typeface="+mn-ea"/>
                <a:cs typeface="+mn-cs"/>
              </a:defRPr>
            </a:lvl1pPr>
          </a:lstStyle>
          <a:p>
            <a:pPr lvl="0"/>
            <a:r>
              <a:rPr lang="en-AR"/>
              <a:t>##</a:t>
            </a:r>
          </a:p>
        </p:txBody>
      </p:sp>
      <p:sp>
        <p:nvSpPr>
          <p:cNvPr id="22" name="Text Placeholder 4">
            <a:extLst>
              <a:ext uri="{FF2B5EF4-FFF2-40B4-BE49-F238E27FC236}">
                <a16:creationId xmlns:a16="http://schemas.microsoft.com/office/drawing/2014/main" id="{05F341DC-1615-BF26-3E11-E7C93BBCA3BD}"/>
              </a:ext>
            </a:extLst>
          </p:cNvPr>
          <p:cNvSpPr>
            <a:spLocks noGrp="1"/>
          </p:cNvSpPr>
          <p:nvPr>
            <p:ph type="body" sz="quarter" idx="33" hasCustomPrompt="1"/>
          </p:nvPr>
        </p:nvSpPr>
        <p:spPr>
          <a:xfrm>
            <a:off x="7765208" y="1866147"/>
            <a:ext cx="3226642" cy="485340"/>
          </a:xfrm>
          <a:prstGeom prst="rect">
            <a:avLst/>
          </a:prstGeom>
        </p:spPr>
        <p:txBody>
          <a:bodyPr anchor="t"/>
          <a:lstStyle>
            <a:lvl1pPr>
              <a:spcAft>
                <a:spcPts val="0"/>
              </a:spcAft>
              <a:buNone/>
              <a:defRPr lang="en-US" sz="1200" kern="1200" dirty="0">
                <a:solidFill>
                  <a:schemeClr val="tx1"/>
                </a:solidFill>
                <a:latin typeface="Graphik" panose="020B0503030202060203" pitchFamily="34" charset="77"/>
                <a:ea typeface="+mn-ea"/>
                <a:cs typeface="+mn-cs"/>
              </a:defRPr>
            </a:lvl1pPr>
          </a:lstStyle>
          <a:p>
            <a:pPr lvl="0"/>
            <a:r>
              <a:rPr lang="en-GB"/>
              <a:t>Insert text here</a:t>
            </a:r>
            <a:endParaRPr lang="en-US"/>
          </a:p>
        </p:txBody>
      </p:sp>
      <p:sp>
        <p:nvSpPr>
          <p:cNvPr id="23" name="Text Placeholder 9">
            <a:extLst>
              <a:ext uri="{FF2B5EF4-FFF2-40B4-BE49-F238E27FC236}">
                <a16:creationId xmlns:a16="http://schemas.microsoft.com/office/drawing/2014/main" id="{346A6073-19DD-BFEA-265B-416448C27FF5}"/>
              </a:ext>
            </a:extLst>
          </p:cNvPr>
          <p:cNvSpPr>
            <a:spLocks noGrp="1"/>
          </p:cNvSpPr>
          <p:nvPr>
            <p:ph type="body" sz="quarter" idx="34" hasCustomPrompt="1"/>
          </p:nvPr>
        </p:nvSpPr>
        <p:spPr>
          <a:xfrm>
            <a:off x="6353579" y="1866147"/>
            <a:ext cx="1163099" cy="393954"/>
          </a:xfrm>
        </p:spPr>
        <p:txBody>
          <a:bodyPr/>
          <a:lstStyle>
            <a:lvl1pPr>
              <a:defRPr lang="en-AR" sz="1600" b="1" kern="1200" dirty="0">
                <a:solidFill>
                  <a:schemeClr val="accent2"/>
                </a:solidFill>
                <a:latin typeface="Graphik Semibold" panose="020B0503030202060203" pitchFamily="34" charset="77"/>
                <a:ea typeface="+mn-ea"/>
                <a:cs typeface="+mn-cs"/>
              </a:defRPr>
            </a:lvl1pPr>
          </a:lstStyle>
          <a:p>
            <a:pPr lvl="0"/>
            <a:r>
              <a:rPr lang="en-AR"/>
              <a:t>##</a:t>
            </a:r>
          </a:p>
        </p:txBody>
      </p:sp>
      <p:sp>
        <p:nvSpPr>
          <p:cNvPr id="24" name="Text Placeholder 4">
            <a:extLst>
              <a:ext uri="{FF2B5EF4-FFF2-40B4-BE49-F238E27FC236}">
                <a16:creationId xmlns:a16="http://schemas.microsoft.com/office/drawing/2014/main" id="{CC817BB1-741A-B4D2-8998-7808F772A725}"/>
              </a:ext>
            </a:extLst>
          </p:cNvPr>
          <p:cNvSpPr>
            <a:spLocks noGrp="1"/>
          </p:cNvSpPr>
          <p:nvPr>
            <p:ph type="body" sz="quarter" idx="35" hasCustomPrompt="1"/>
          </p:nvPr>
        </p:nvSpPr>
        <p:spPr>
          <a:xfrm>
            <a:off x="1968842" y="2917024"/>
            <a:ext cx="3226642" cy="485340"/>
          </a:xfrm>
          <a:prstGeom prst="rect">
            <a:avLst/>
          </a:prstGeom>
        </p:spPr>
        <p:txBody>
          <a:bodyPr anchor="t"/>
          <a:lstStyle>
            <a:lvl1pPr>
              <a:spcAft>
                <a:spcPts val="0"/>
              </a:spcAft>
              <a:buNone/>
              <a:defRPr lang="en-US" sz="1200" kern="1200" dirty="0">
                <a:solidFill>
                  <a:schemeClr val="tx1"/>
                </a:solidFill>
                <a:latin typeface="Graphik" panose="020B0503030202060203" pitchFamily="34" charset="77"/>
                <a:ea typeface="+mn-ea"/>
                <a:cs typeface="+mn-cs"/>
              </a:defRPr>
            </a:lvl1pPr>
          </a:lstStyle>
          <a:p>
            <a:pPr lvl="0"/>
            <a:r>
              <a:rPr lang="en-GB"/>
              <a:t>Insert text here</a:t>
            </a:r>
            <a:endParaRPr lang="en-US"/>
          </a:p>
        </p:txBody>
      </p:sp>
      <p:sp>
        <p:nvSpPr>
          <p:cNvPr id="25" name="Text Placeholder 9">
            <a:extLst>
              <a:ext uri="{FF2B5EF4-FFF2-40B4-BE49-F238E27FC236}">
                <a16:creationId xmlns:a16="http://schemas.microsoft.com/office/drawing/2014/main" id="{81E65BC6-F788-3A86-EAB2-5E9C6AA562A6}"/>
              </a:ext>
            </a:extLst>
          </p:cNvPr>
          <p:cNvSpPr>
            <a:spLocks noGrp="1"/>
          </p:cNvSpPr>
          <p:nvPr>
            <p:ph type="body" sz="quarter" idx="36" hasCustomPrompt="1"/>
          </p:nvPr>
        </p:nvSpPr>
        <p:spPr>
          <a:xfrm>
            <a:off x="557213" y="2917024"/>
            <a:ext cx="1163099" cy="393954"/>
          </a:xfrm>
        </p:spPr>
        <p:txBody>
          <a:bodyPr/>
          <a:lstStyle>
            <a:lvl1pPr>
              <a:defRPr lang="en-AR" sz="1600" b="1" kern="1200" dirty="0">
                <a:solidFill>
                  <a:schemeClr val="accent2"/>
                </a:solidFill>
                <a:latin typeface="Graphik Semibold" panose="020B0503030202060203" pitchFamily="34" charset="77"/>
                <a:ea typeface="+mn-ea"/>
                <a:cs typeface="+mn-cs"/>
              </a:defRPr>
            </a:lvl1pPr>
          </a:lstStyle>
          <a:p>
            <a:pPr lvl="0"/>
            <a:r>
              <a:rPr lang="en-AR"/>
              <a:t>##</a:t>
            </a:r>
          </a:p>
        </p:txBody>
      </p:sp>
      <p:sp>
        <p:nvSpPr>
          <p:cNvPr id="26" name="Text Placeholder 4">
            <a:extLst>
              <a:ext uri="{FF2B5EF4-FFF2-40B4-BE49-F238E27FC236}">
                <a16:creationId xmlns:a16="http://schemas.microsoft.com/office/drawing/2014/main" id="{78A59011-034B-A4E1-6C3C-7B8CC2C9083E}"/>
              </a:ext>
            </a:extLst>
          </p:cNvPr>
          <p:cNvSpPr>
            <a:spLocks noGrp="1"/>
          </p:cNvSpPr>
          <p:nvPr>
            <p:ph type="body" sz="quarter" idx="37" hasCustomPrompt="1"/>
          </p:nvPr>
        </p:nvSpPr>
        <p:spPr>
          <a:xfrm>
            <a:off x="7765208" y="2917024"/>
            <a:ext cx="3226642" cy="485340"/>
          </a:xfrm>
          <a:prstGeom prst="rect">
            <a:avLst/>
          </a:prstGeom>
        </p:spPr>
        <p:txBody>
          <a:bodyPr anchor="t"/>
          <a:lstStyle>
            <a:lvl1pPr>
              <a:spcAft>
                <a:spcPts val="0"/>
              </a:spcAft>
              <a:buNone/>
              <a:defRPr lang="en-US" sz="1200" kern="1200" dirty="0">
                <a:solidFill>
                  <a:schemeClr val="tx1"/>
                </a:solidFill>
                <a:latin typeface="Graphik" panose="020B0503030202060203" pitchFamily="34" charset="77"/>
                <a:ea typeface="+mn-ea"/>
                <a:cs typeface="+mn-cs"/>
              </a:defRPr>
            </a:lvl1pPr>
          </a:lstStyle>
          <a:p>
            <a:pPr lvl="0"/>
            <a:r>
              <a:rPr lang="en-GB"/>
              <a:t>Insert text here</a:t>
            </a:r>
            <a:endParaRPr lang="en-US"/>
          </a:p>
        </p:txBody>
      </p:sp>
      <p:sp>
        <p:nvSpPr>
          <p:cNvPr id="27" name="Text Placeholder 9">
            <a:extLst>
              <a:ext uri="{FF2B5EF4-FFF2-40B4-BE49-F238E27FC236}">
                <a16:creationId xmlns:a16="http://schemas.microsoft.com/office/drawing/2014/main" id="{2995DA47-C5B7-57CE-BB2F-D8DF22C66EEB}"/>
              </a:ext>
            </a:extLst>
          </p:cNvPr>
          <p:cNvSpPr>
            <a:spLocks noGrp="1"/>
          </p:cNvSpPr>
          <p:nvPr>
            <p:ph type="body" sz="quarter" idx="38" hasCustomPrompt="1"/>
          </p:nvPr>
        </p:nvSpPr>
        <p:spPr>
          <a:xfrm>
            <a:off x="6353579" y="2917024"/>
            <a:ext cx="1163099" cy="393954"/>
          </a:xfrm>
        </p:spPr>
        <p:txBody>
          <a:bodyPr/>
          <a:lstStyle>
            <a:lvl1pPr>
              <a:defRPr lang="en-AR" sz="1600" b="1" kern="1200" dirty="0">
                <a:solidFill>
                  <a:schemeClr val="accent2"/>
                </a:solidFill>
                <a:latin typeface="Graphik Semibold" panose="020B0503030202060203" pitchFamily="34" charset="77"/>
                <a:ea typeface="+mn-ea"/>
                <a:cs typeface="+mn-cs"/>
              </a:defRPr>
            </a:lvl1pPr>
          </a:lstStyle>
          <a:p>
            <a:pPr lvl="0"/>
            <a:r>
              <a:rPr lang="en-AR"/>
              <a:t>##</a:t>
            </a:r>
          </a:p>
        </p:txBody>
      </p:sp>
      <p:sp>
        <p:nvSpPr>
          <p:cNvPr id="28" name="Text Placeholder 4">
            <a:extLst>
              <a:ext uri="{FF2B5EF4-FFF2-40B4-BE49-F238E27FC236}">
                <a16:creationId xmlns:a16="http://schemas.microsoft.com/office/drawing/2014/main" id="{3791AE70-D198-977B-3194-D99863B9AF2E}"/>
              </a:ext>
            </a:extLst>
          </p:cNvPr>
          <p:cNvSpPr>
            <a:spLocks noGrp="1"/>
          </p:cNvSpPr>
          <p:nvPr>
            <p:ph type="body" sz="quarter" idx="43" hasCustomPrompt="1"/>
          </p:nvPr>
        </p:nvSpPr>
        <p:spPr>
          <a:xfrm>
            <a:off x="1968842" y="3967901"/>
            <a:ext cx="3226642" cy="485340"/>
          </a:xfrm>
          <a:prstGeom prst="rect">
            <a:avLst/>
          </a:prstGeom>
        </p:spPr>
        <p:txBody>
          <a:bodyPr anchor="t"/>
          <a:lstStyle>
            <a:lvl1pPr>
              <a:spcAft>
                <a:spcPts val="0"/>
              </a:spcAft>
              <a:buNone/>
              <a:defRPr lang="en-US" sz="1200" kern="1200" dirty="0">
                <a:solidFill>
                  <a:schemeClr val="tx1"/>
                </a:solidFill>
                <a:latin typeface="Graphik" panose="020B0503030202060203" pitchFamily="34" charset="77"/>
                <a:ea typeface="+mn-ea"/>
                <a:cs typeface="+mn-cs"/>
              </a:defRPr>
            </a:lvl1pPr>
          </a:lstStyle>
          <a:p>
            <a:pPr lvl="0"/>
            <a:r>
              <a:rPr lang="en-GB"/>
              <a:t>Insert text here</a:t>
            </a:r>
            <a:endParaRPr lang="en-US"/>
          </a:p>
        </p:txBody>
      </p:sp>
      <p:sp>
        <p:nvSpPr>
          <p:cNvPr id="29" name="Text Placeholder 9">
            <a:extLst>
              <a:ext uri="{FF2B5EF4-FFF2-40B4-BE49-F238E27FC236}">
                <a16:creationId xmlns:a16="http://schemas.microsoft.com/office/drawing/2014/main" id="{55334FA3-2E0A-0615-2560-B2DC41B4690C}"/>
              </a:ext>
            </a:extLst>
          </p:cNvPr>
          <p:cNvSpPr>
            <a:spLocks noGrp="1"/>
          </p:cNvSpPr>
          <p:nvPr>
            <p:ph type="body" sz="quarter" idx="44" hasCustomPrompt="1"/>
          </p:nvPr>
        </p:nvSpPr>
        <p:spPr>
          <a:xfrm>
            <a:off x="557213" y="3967901"/>
            <a:ext cx="1163099" cy="393954"/>
          </a:xfrm>
        </p:spPr>
        <p:txBody>
          <a:bodyPr/>
          <a:lstStyle>
            <a:lvl1pPr>
              <a:defRPr lang="en-AR" sz="1600" b="1" kern="1200" dirty="0">
                <a:solidFill>
                  <a:schemeClr val="accent2"/>
                </a:solidFill>
                <a:latin typeface="Graphik Semibold" panose="020B0503030202060203" pitchFamily="34" charset="77"/>
                <a:ea typeface="+mn-ea"/>
                <a:cs typeface="+mn-cs"/>
              </a:defRPr>
            </a:lvl1pPr>
          </a:lstStyle>
          <a:p>
            <a:pPr lvl="0"/>
            <a:r>
              <a:rPr lang="en-AR"/>
              <a:t>##</a:t>
            </a:r>
          </a:p>
        </p:txBody>
      </p:sp>
      <p:sp>
        <p:nvSpPr>
          <p:cNvPr id="30" name="Text Placeholder 4">
            <a:extLst>
              <a:ext uri="{FF2B5EF4-FFF2-40B4-BE49-F238E27FC236}">
                <a16:creationId xmlns:a16="http://schemas.microsoft.com/office/drawing/2014/main" id="{5F5DE397-D6A0-D7D6-85BF-7FE7AFED826E}"/>
              </a:ext>
            </a:extLst>
          </p:cNvPr>
          <p:cNvSpPr>
            <a:spLocks noGrp="1"/>
          </p:cNvSpPr>
          <p:nvPr>
            <p:ph type="body" sz="quarter" idx="45" hasCustomPrompt="1"/>
          </p:nvPr>
        </p:nvSpPr>
        <p:spPr>
          <a:xfrm>
            <a:off x="7765208" y="3967901"/>
            <a:ext cx="3226642" cy="485340"/>
          </a:xfrm>
          <a:prstGeom prst="rect">
            <a:avLst/>
          </a:prstGeom>
        </p:spPr>
        <p:txBody>
          <a:bodyPr anchor="t"/>
          <a:lstStyle>
            <a:lvl1pPr>
              <a:spcAft>
                <a:spcPts val="0"/>
              </a:spcAft>
              <a:buNone/>
              <a:defRPr lang="en-US" sz="1200" kern="1200" dirty="0">
                <a:solidFill>
                  <a:schemeClr val="tx1"/>
                </a:solidFill>
                <a:latin typeface="Graphik" panose="020B0503030202060203" pitchFamily="34" charset="77"/>
                <a:ea typeface="+mn-ea"/>
                <a:cs typeface="+mn-cs"/>
              </a:defRPr>
            </a:lvl1pPr>
          </a:lstStyle>
          <a:p>
            <a:pPr lvl="0"/>
            <a:r>
              <a:rPr lang="en-GB"/>
              <a:t>Insert text here</a:t>
            </a:r>
            <a:endParaRPr lang="en-US"/>
          </a:p>
        </p:txBody>
      </p:sp>
      <p:sp>
        <p:nvSpPr>
          <p:cNvPr id="31" name="Text Placeholder 9">
            <a:extLst>
              <a:ext uri="{FF2B5EF4-FFF2-40B4-BE49-F238E27FC236}">
                <a16:creationId xmlns:a16="http://schemas.microsoft.com/office/drawing/2014/main" id="{E93286B5-3D1C-B060-1798-83F5D175BF03}"/>
              </a:ext>
            </a:extLst>
          </p:cNvPr>
          <p:cNvSpPr>
            <a:spLocks noGrp="1"/>
          </p:cNvSpPr>
          <p:nvPr>
            <p:ph type="body" sz="quarter" idx="46" hasCustomPrompt="1"/>
          </p:nvPr>
        </p:nvSpPr>
        <p:spPr>
          <a:xfrm>
            <a:off x="6353579" y="3967901"/>
            <a:ext cx="1163099" cy="393954"/>
          </a:xfrm>
        </p:spPr>
        <p:txBody>
          <a:bodyPr/>
          <a:lstStyle>
            <a:lvl1pPr>
              <a:defRPr lang="en-AR" sz="1600" b="1" kern="1200" dirty="0">
                <a:solidFill>
                  <a:schemeClr val="accent2"/>
                </a:solidFill>
                <a:latin typeface="Graphik Semibold" panose="020B0503030202060203" pitchFamily="34" charset="77"/>
                <a:ea typeface="+mn-ea"/>
                <a:cs typeface="+mn-cs"/>
              </a:defRPr>
            </a:lvl1pPr>
          </a:lstStyle>
          <a:p>
            <a:pPr lvl="0"/>
            <a:r>
              <a:rPr lang="en-AR"/>
              <a:t>##</a:t>
            </a:r>
          </a:p>
        </p:txBody>
      </p:sp>
      <p:sp>
        <p:nvSpPr>
          <p:cNvPr id="32" name="Text Placeholder 4">
            <a:extLst>
              <a:ext uri="{FF2B5EF4-FFF2-40B4-BE49-F238E27FC236}">
                <a16:creationId xmlns:a16="http://schemas.microsoft.com/office/drawing/2014/main" id="{B84C73AF-390F-770C-CE5B-5193037C14B1}"/>
              </a:ext>
            </a:extLst>
          </p:cNvPr>
          <p:cNvSpPr>
            <a:spLocks noGrp="1"/>
          </p:cNvSpPr>
          <p:nvPr>
            <p:ph type="body" sz="quarter" idx="51" hasCustomPrompt="1"/>
          </p:nvPr>
        </p:nvSpPr>
        <p:spPr>
          <a:xfrm>
            <a:off x="1968842" y="5021786"/>
            <a:ext cx="3226642" cy="485340"/>
          </a:xfrm>
          <a:prstGeom prst="rect">
            <a:avLst/>
          </a:prstGeom>
        </p:spPr>
        <p:txBody>
          <a:bodyPr anchor="t"/>
          <a:lstStyle>
            <a:lvl1pPr>
              <a:spcAft>
                <a:spcPts val="0"/>
              </a:spcAft>
              <a:buNone/>
              <a:defRPr lang="en-US" sz="1200" kern="1200" dirty="0">
                <a:solidFill>
                  <a:schemeClr val="tx1"/>
                </a:solidFill>
                <a:latin typeface="Graphik" panose="020B0503030202060203" pitchFamily="34" charset="77"/>
                <a:ea typeface="+mn-ea"/>
                <a:cs typeface="+mn-cs"/>
              </a:defRPr>
            </a:lvl1pPr>
          </a:lstStyle>
          <a:p>
            <a:pPr lvl="0"/>
            <a:r>
              <a:rPr lang="en-GB"/>
              <a:t>Insert text here</a:t>
            </a:r>
            <a:endParaRPr lang="en-US"/>
          </a:p>
        </p:txBody>
      </p:sp>
      <p:sp>
        <p:nvSpPr>
          <p:cNvPr id="33" name="Text Placeholder 9">
            <a:extLst>
              <a:ext uri="{FF2B5EF4-FFF2-40B4-BE49-F238E27FC236}">
                <a16:creationId xmlns:a16="http://schemas.microsoft.com/office/drawing/2014/main" id="{C7D3162B-A725-7B11-308B-B829F919CAF0}"/>
              </a:ext>
            </a:extLst>
          </p:cNvPr>
          <p:cNvSpPr>
            <a:spLocks noGrp="1"/>
          </p:cNvSpPr>
          <p:nvPr>
            <p:ph type="body" sz="quarter" idx="52" hasCustomPrompt="1"/>
          </p:nvPr>
        </p:nvSpPr>
        <p:spPr>
          <a:xfrm>
            <a:off x="557213" y="5021786"/>
            <a:ext cx="1163099" cy="393954"/>
          </a:xfrm>
        </p:spPr>
        <p:txBody>
          <a:bodyPr/>
          <a:lstStyle>
            <a:lvl1pPr>
              <a:defRPr lang="en-AR" sz="1600" b="1" kern="1200" dirty="0">
                <a:solidFill>
                  <a:schemeClr val="accent2"/>
                </a:solidFill>
                <a:latin typeface="Graphik Semibold" panose="020B0503030202060203" pitchFamily="34" charset="77"/>
                <a:ea typeface="+mn-ea"/>
                <a:cs typeface="+mn-cs"/>
              </a:defRPr>
            </a:lvl1pPr>
          </a:lstStyle>
          <a:p>
            <a:pPr lvl="0"/>
            <a:r>
              <a:rPr lang="en-AR"/>
              <a:t>##</a:t>
            </a:r>
          </a:p>
        </p:txBody>
      </p:sp>
      <p:sp>
        <p:nvSpPr>
          <p:cNvPr id="34" name="Text Placeholder 4">
            <a:extLst>
              <a:ext uri="{FF2B5EF4-FFF2-40B4-BE49-F238E27FC236}">
                <a16:creationId xmlns:a16="http://schemas.microsoft.com/office/drawing/2014/main" id="{F1036F6C-1EB0-4671-DED0-7D383AB6A059}"/>
              </a:ext>
            </a:extLst>
          </p:cNvPr>
          <p:cNvSpPr>
            <a:spLocks noGrp="1"/>
          </p:cNvSpPr>
          <p:nvPr>
            <p:ph type="body" sz="quarter" idx="53" hasCustomPrompt="1"/>
          </p:nvPr>
        </p:nvSpPr>
        <p:spPr>
          <a:xfrm>
            <a:off x="7765208" y="5021786"/>
            <a:ext cx="3226642" cy="485340"/>
          </a:xfrm>
          <a:prstGeom prst="rect">
            <a:avLst/>
          </a:prstGeom>
        </p:spPr>
        <p:txBody>
          <a:bodyPr anchor="t"/>
          <a:lstStyle>
            <a:lvl1pPr>
              <a:spcAft>
                <a:spcPts val="0"/>
              </a:spcAft>
              <a:buNone/>
              <a:defRPr lang="en-US" sz="1200" kern="1200" dirty="0">
                <a:solidFill>
                  <a:schemeClr val="tx1"/>
                </a:solidFill>
                <a:latin typeface="Graphik" panose="020B0503030202060203" pitchFamily="34" charset="77"/>
                <a:ea typeface="+mn-ea"/>
                <a:cs typeface="+mn-cs"/>
              </a:defRPr>
            </a:lvl1pPr>
          </a:lstStyle>
          <a:p>
            <a:pPr lvl="0"/>
            <a:r>
              <a:rPr lang="en-GB"/>
              <a:t>Insert text here</a:t>
            </a:r>
            <a:endParaRPr lang="en-US"/>
          </a:p>
        </p:txBody>
      </p:sp>
      <p:sp>
        <p:nvSpPr>
          <p:cNvPr id="35" name="Text Placeholder 9">
            <a:extLst>
              <a:ext uri="{FF2B5EF4-FFF2-40B4-BE49-F238E27FC236}">
                <a16:creationId xmlns:a16="http://schemas.microsoft.com/office/drawing/2014/main" id="{0C635698-D554-679D-6A5E-E4E69ABF662E}"/>
              </a:ext>
            </a:extLst>
          </p:cNvPr>
          <p:cNvSpPr>
            <a:spLocks noGrp="1"/>
          </p:cNvSpPr>
          <p:nvPr>
            <p:ph type="body" sz="quarter" idx="54" hasCustomPrompt="1"/>
          </p:nvPr>
        </p:nvSpPr>
        <p:spPr>
          <a:xfrm>
            <a:off x="6353579" y="5021786"/>
            <a:ext cx="1163099" cy="393954"/>
          </a:xfrm>
        </p:spPr>
        <p:txBody>
          <a:bodyPr/>
          <a:lstStyle>
            <a:lvl1pPr>
              <a:defRPr lang="en-AR" sz="1600" b="1" kern="1200" dirty="0">
                <a:solidFill>
                  <a:schemeClr val="accent2"/>
                </a:solidFill>
                <a:latin typeface="Graphik Semibold" panose="020B0503030202060203" pitchFamily="34" charset="77"/>
                <a:ea typeface="+mn-ea"/>
                <a:cs typeface="+mn-cs"/>
              </a:defRPr>
            </a:lvl1pPr>
          </a:lstStyle>
          <a:p>
            <a:pPr lvl="0"/>
            <a:r>
              <a:rPr lang="en-AR"/>
              <a:t>##</a:t>
            </a:r>
          </a:p>
        </p:txBody>
      </p:sp>
    </p:spTree>
    <p:extLst>
      <p:ext uri="{BB962C8B-B14F-4D97-AF65-F5344CB8AC3E}">
        <p14:creationId xmlns:p14="http://schemas.microsoft.com/office/powerpoint/2010/main" val="3844544960"/>
      </p:ext>
    </p:extLst>
  </p:cSld>
  <p:clrMapOvr>
    <a:overrideClrMapping bg1="dk1" tx1="lt1" bg2="dk2" tx2="lt2" accent1="accent1" accent2="accent2" accent3="accent3" accent4="accent4" accent5="accent5" accent6="accent6" hlink="hlink" folHlink="folHlink"/>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Content: numbered bullets light mode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E215616-27C6-76EE-5488-166BFD01211E}"/>
              </a:ext>
            </a:extLst>
          </p:cNvPr>
          <p:cNvSpPr>
            <a:spLocks noGrp="1"/>
          </p:cNvSpPr>
          <p:nvPr>
            <p:ph type="title"/>
          </p:nvPr>
        </p:nvSpPr>
        <p:spPr>
          <a:xfrm>
            <a:off x="556467" y="572600"/>
            <a:ext cx="11084672" cy="393954"/>
          </a:xfrm>
        </p:spPr>
        <p:txBody>
          <a:bodyPr/>
          <a:lstStyle/>
          <a:p>
            <a:r>
              <a:rPr lang="en-GB"/>
              <a:t>Click to edit Master title style</a:t>
            </a:r>
            <a:endParaRPr lang="en-US"/>
          </a:p>
        </p:txBody>
      </p:sp>
      <p:sp>
        <p:nvSpPr>
          <p:cNvPr id="11" name="Text Placeholder 4">
            <a:extLst>
              <a:ext uri="{FF2B5EF4-FFF2-40B4-BE49-F238E27FC236}">
                <a16:creationId xmlns:a16="http://schemas.microsoft.com/office/drawing/2014/main" id="{77491F38-EA5D-D7B9-CAB2-157B785C367F}"/>
              </a:ext>
            </a:extLst>
          </p:cNvPr>
          <p:cNvSpPr>
            <a:spLocks noGrp="1"/>
          </p:cNvSpPr>
          <p:nvPr>
            <p:ph type="body" sz="quarter" idx="16" hasCustomPrompt="1"/>
          </p:nvPr>
        </p:nvSpPr>
        <p:spPr>
          <a:xfrm>
            <a:off x="1968842" y="1866147"/>
            <a:ext cx="3226642" cy="485340"/>
          </a:xfrm>
          <a:prstGeom prst="rect">
            <a:avLst/>
          </a:prstGeom>
        </p:spPr>
        <p:txBody>
          <a:bodyPr anchor="t"/>
          <a:lstStyle>
            <a:lvl1pPr>
              <a:spcAft>
                <a:spcPts val="0"/>
              </a:spcAft>
              <a:buNone/>
              <a:defRPr lang="en-US" sz="1200" kern="1200" dirty="0">
                <a:solidFill>
                  <a:srgbClr val="000000"/>
                </a:solidFill>
                <a:latin typeface="Graphik" panose="020B0503030202060203" pitchFamily="34" charset="77"/>
                <a:ea typeface="+mn-ea"/>
                <a:cs typeface="+mn-cs"/>
              </a:defRPr>
            </a:lvl1pPr>
          </a:lstStyle>
          <a:p>
            <a:pPr lvl="0"/>
            <a:r>
              <a:rPr lang="en-GB"/>
              <a:t>Insert text here</a:t>
            </a:r>
            <a:endParaRPr lang="en-US"/>
          </a:p>
        </p:txBody>
      </p:sp>
      <p:sp>
        <p:nvSpPr>
          <p:cNvPr id="12" name="Text Placeholder 9">
            <a:extLst>
              <a:ext uri="{FF2B5EF4-FFF2-40B4-BE49-F238E27FC236}">
                <a16:creationId xmlns:a16="http://schemas.microsoft.com/office/drawing/2014/main" id="{62419F48-27CD-9483-1EC7-3FB199CA40D7}"/>
              </a:ext>
            </a:extLst>
          </p:cNvPr>
          <p:cNvSpPr>
            <a:spLocks noGrp="1"/>
          </p:cNvSpPr>
          <p:nvPr>
            <p:ph type="body" sz="quarter" idx="32" hasCustomPrompt="1"/>
          </p:nvPr>
        </p:nvSpPr>
        <p:spPr>
          <a:xfrm>
            <a:off x="557213" y="1866147"/>
            <a:ext cx="1163099" cy="393954"/>
          </a:xfrm>
        </p:spPr>
        <p:txBody>
          <a:bodyPr/>
          <a:lstStyle>
            <a:lvl1pPr>
              <a:defRPr lang="en-AR" sz="1600" b="1" kern="1200" dirty="0">
                <a:solidFill>
                  <a:schemeClr val="bg2"/>
                </a:solidFill>
                <a:latin typeface="Graphik Semibold" panose="020B0503030202060203" pitchFamily="34" charset="77"/>
                <a:ea typeface="+mn-ea"/>
                <a:cs typeface="+mn-cs"/>
              </a:defRPr>
            </a:lvl1pPr>
          </a:lstStyle>
          <a:p>
            <a:pPr lvl="0"/>
            <a:r>
              <a:rPr lang="en-AR"/>
              <a:t>##</a:t>
            </a:r>
          </a:p>
        </p:txBody>
      </p:sp>
      <p:sp>
        <p:nvSpPr>
          <p:cNvPr id="15" name="Text Placeholder 4">
            <a:extLst>
              <a:ext uri="{FF2B5EF4-FFF2-40B4-BE49-F238E27FC236}">
                <a16:creationId xmlns:a16="http://schemas.microsoft.com/office/drawing/2014/main" id="{08345CBF-50C2-FB65-17ED-3D6DA4271AC9}"/>
              </a:ext>
            </a:extLst>
          </p:cNvPr>
          <p:cNvSpPr>
            <a:spLocks noGrp="1"/>
          </p:cNvSpPr>
          <p:nvPr>
            <p:ph type="body" sz="quarter" idx="33" hasCustomPrompt="1"/>
          </p:nvPr>
        </p:nvSpPr>
        <p:spPr>
          <a:xfrm>
            <a:off x="7765208" y="1866147"/>
            <a:ext cx="3226642" cy="485340"/>
          </a:xfrm>
          <a:prstGeom prst="rect">
            <a:avLst/>
          </a:prstGeom>
        </p:spPr>
        <p:txBody>
          <a:bodyPr anchor="t"/>
          <a:lstStyle>
            <a:lvl1pPr>
              <a:spcAft>
                <a:spcPts val="0"/>
              </a:spcAft>
              <a:buNone/>
              <a:defRPr lang="en-US" sz="1200" kern="1200" dirty="0">
                <a:solidFill>
                  <a:srgbClr val="000000"/>
                </a:solidFill>
                <a:latin typeface="Graphik" panose="020B0503030202060203" pitchFamily="34" charset="77"/>
                <a:ea typeface="+mn-ea"/>
                <a:cs typeface="+mn-cs"/>
              </a:defRPr>
            </a:lvl1pPr>
          </a:lstStyle>
          <a:p>
            <a:pPr lvl="0"/>
            <a:r>
              <a:rPr lang="en-GB"/>
              <a:t>Insert text here</a:t>
            </a:r>
            <a:endParaRPr lang="en-US"/>
          </a:p>
        </p:txBody>
      </p:sp>
      <p:sp>
        <p:nvSpPr>
          <p:cNvPr id="16" name="Text Placeholder 9">
            <a:extLst>
              <a:ext uri="{FF2B5EF4-FFF2-40B4-BE49-F238E27FC236}">
                <a16:creationId xmlns:a16="http://schemas.microsoft.com/office/drawing/2014/main" id="{4AFE20C7-1104-B877-56C6-12779547D579}"/>
              </a:ext>
            </a:extLst>
          </p:cNvPr>
          <p:cNvSpPr>
            <a:spLocks noGrp="1"/>
          </p:cNvSpPr>
          <p:nvPr>
            <p:ph type="body" sz="quarter" idx="34" hasCustomPrompt="1"/>
          </p:nvPr>
        </p:nvSpPr>
        <p:spPr>
          <a:xfrm>
            <a:off x="6353579" y="1866147"/>
            <a:ext cx="1163099" cy="393954"/>
          </a:xfrm>
        </p:spPr>
        <p:txBody>
          <a:bodyPr/>
          <a:lstStyle>
            <a:lvl1pPr>
              <a:defRPr lang="en-AR" sz="1600" b="1" kern="1200" dirty="0">
                <a:solidFill>
                  <a:schemeClr val="bg2"/>
                </a:solidFill>
                <a:latin typeface="Graphik Semibold" panose="020B0503030202060203" pitchFamily="34" charset="77"/>
                <a:ea typeface="+mn-ea"/>
                <a:cs typeface="+mn-cs"/>
              </a:defRPr>
            </a:lvl1pPr>
          </a:lstStyle>
          <a:p>
            <a:pPr lvl="0"/>
            <a:r>
              <a:rPr lang="en-AR"/>
              <a:t>##</a:t>
            </a:r>
          </a:p>
        </p:txBody>
      </p:sp>
      <p:sp>
        <p:nvSpPr>
          <p:cNvPr id="17" name="Text Placeholder 4">
            <a:extLst>
              <a:ext uri="{FF2B5EF4-FFF2-40B4-BE49-F238E27FC236}">
                <a16:creationId xmlns:a16="http://schemas.microsoft.com/office/drawing/2014/main" id="{888AF1FA-5C2F-7A4F-3490-6716382D7C62}"/>
              </a:ext>
            </a:extLst>
          </p:cNvPr>
          <p:cNvSpPr>
            <a:spLocks noGrp="1"/>
          </p:cNvSpPr>
          <p:nvPr>
            <p:ph type="body" sz="quarter" idx="35" hasCustomPrompt="1"/>
          </p:nvPr>
        </p:nvSpPr>
        <p:spPr>
          <a:xfrm>
            <a:off x="1968842" y="2917024"/>
            <a:ext cx="3226642" cy="485340"/>
          </a:xfrm>
          <a:prstGeom prst="rect">
            <a:avLst/>
          </a:prstGeom>
        </p:spPr>
        <p:txBody>
          <a:bodyPr anchor="t"/>
          <a:lstStyle>
            <a:lvl1pPr>
              <a:spcAft>
                <a:spcPts val="0"/>
              </a:spcAft>
              <a:buNone/>
              <a:defRPr lang="en-US" sz="1200" kern="1200" dirty="0">
                <a:solidFill>
                  <a:srgbClr val="000000"/>
                </a:solidFill>
                <a:latin typeface="Graphik" panose="020B0503030202060203" pitchFamily="34" charset="77"/>
                <a:ea typeface="+mn-ea"/>
                <a:cs typeface="+mn-cs"/>
              </a:defRPr>
            </a:lvl1pPr>
          </a:lstStyle>
          <a:p>
            <a:pPr lvl="0"/>
            <a:r>
              <a:rPr lang="en-GB"/>
              <a:t>Insert text here</a:t>
            </a:r>
            <a:endParaRPr lang="en-US"/>
          </a:p>
        </p:txBody>
      </p:sp>
      <p:sp>
        <p:nvSpPr>
          <p:cNvPr id="18" name="Text Placeholder 9">
            <a:extLst>
              <a:ext uri="{FF2B5EF4-FFF2-40B4-BE49-F238E27FC236}">
                <a16:creationId xmlns:a16="http://schemas.microsoft.com/office/drawing/2014/main" id="{270E8484-BCCD-6724-FC4D-BC84FAAE73CC}"/>
              </a:ext>
            </a:extLst>
          </p:cNvPr>
          <p:cNvSpPr>
            <a:spLocks noGrp="1"/>
          </p:cNvSpPr>
          <p:nvPr>
            <p:ph type="body" sz="quarter" idx="36" hasCustomPrompt="1"/>
          </p:nvPr>
        </p:nvSpPr>
        <p:spPr>
          <a:xfrm>
            <a:off x="557213" y="2917024"/>
            <a:ext cx="1163099" cy="393954"/>
          </a:xfrm>
        </p:spPr>
        <p:txBody>
          <a:bodyPr/>
          <a:lstStyle>
            <a:lvl1pPr>
              <a:defRPr lang="en-AR" sz="1600" b="1" kern="1200" dirty="0">
                <a:solidFill>
                  <a:schemeClr val="bg2"/>
                </a:solidFill>
                <a:latin typeface="Graphik Semibold" panose="020B0503030202060203" pitchFamily="34" charset="77"/>
                <a:ea typeface="+mn-ea"/>
                <a:cs typeface="+mn-cs"/>
              </a:defRPr>
            </a:lvl1pPr>
          </a:lstStyle>
          <a:p>
            <a:pPr lvl="0"/>
            <a:r>
              <a:rPr lang="en-AR"/>
              <a:t>##</a:t>
            </a:r>
          </a:p>
        </p:txBody>
      </p:sp>
      <p:sp>
        <p:nvSpPr>
          <p:cNvPr id="19" name="Text Placeholder 4">
            <a:extLst>
              <a:ext uri="{FF2B5EF4-FFF2-40B4-BE49-F238E27FC236}">
                <a16:creationId xmlns:a16="http://schemas.microsoft.com/office/drawing/2014/main" id="{0F859FF9-60D5-2DBD-4D3D-49BD3A4EC22C}"/>
              </a:ext>
            </a:extLst>
          </p:cNvPr>
          <p:cNvSpPr>
            <a:spLocks noGrp="1"/>
          </p:cNvSpPr>
          <p:nvPr>
            <p:ph type="body" sz="quarter" idx="37" hasCustomPrompt="1"/>
          </p:nvPr>
        </p:nvSpPr>
        <p:spPr>
          <a:xfrm>
            <a:off x="7765208" y="2917024"/>
            <a:ext cx="3226642" cy="485340"/>
          </a:xfrm>
          <a:prstGeom prst="rect">
            <a:avLst/>
          </a:prstGeom>
        </p:spPr>
        <p:txBody>
          <a:bodyPr anchor="t"/>
          <a:lstStyle>
            <a:lvl1pPr>
              <a:spcAft>
                <a:spcPts val="0"/>
              </a:spcAft>
              <a:buNone/>
              <a:defRPr lang="en-US" sz="1200" kern="1200" dirty="0">
                <a:solidFill>
                  <a:srgbClr val="000000"/>
                </a:solidFill>
                <a:latin typeface="Graphik" panose="020B0503030202060203" pitchFamily="34" charset="77"/>
                <a:ea typeface="+mn-ea"/>
                <a:cs typeface="+mn-cs"/>
              </a:defRPr>
            </a:lvl1pPr>
          </a:lstStyle>
          <a:p>
            <a:pPr lvl="0"/>
            <a:r>
              <a:rPr lang="en-GB"/>
              <a:t>Insert text here</a:t>
            </a:r>
            <a:endParaRPr lang="en-US"/>
          </a:p>
        </p:txBody>
      </p:sp>
      <p:sp>
        <p:nvSpPr>
          <p:cNvPr id="20" name="Text Placeholder 9">
            <a:extLst>
              <a:ext uri="{FF2B5EF4-FFF2-40B4-BE49-F238E27FC236}">
                <a16:creationId xmlns:a16="http://schemas.microsoft.com/office/drawing/2014/main" id="{698D04DC-A35C-18BC-A09D-06ED6125A3FF}"/>
              </a:ext>
            </a:extLst>
          </p:cNvPr>
          <p:cNvSpPr>
            <a:spLocks noGrp="1"/>
          </p:cNvSpPr>
          <p:nvPr>
            <p:ph type="body" sz="quarter" idx="38" hasCustomPrompt="1"/>
          </p:nvPr>
        </p:nvSpPr>
        <p:spPr>
          <a:xfrm>
            <a:off x="6353579" y="2917024"/>
            <a:ext cx="1163099" cy="393954"/>
          </a:xfrm>
        </p:spPr>
        <p:txBody>
          <a:bodyPr/>
          <a:lstStyle>
            <a:lvl1pPr>
              <a:defRPr lang="en-AR" sz="1600" b="1" kern="1200" dirty="0">
                <a:solidFill>
                  <a:schemeClr val="bg2"/>
                </a:solidFill>
                <a:latin typeface="Graphik Semibold" panose="020B0503030202060203" pitchFamily="34" charset="77"/>
                <a:ea typeface="+mn-ea"/>
                <a:cs typeface="+mn-cs"/>
              </a:defRPr>
            </a:lvl1pPr>
          </a:lstStyle>
          <a:p>
            <a:pPr lvl="0"/>
            <a:r>
              <a:rPr lang="en-AR"/>
              <a:t>##</a:t>
            </a:r>
          </a:p>
        </p:txBody>
      </p:sp>
      <p:sp>
        <p:nvSpPr>
          <p:cNvPr id="25" name="Text Placeholder 4">
            <a:extLst>
              <a:ext uri="{FF2B5EF4-FFF2-40B4-BE49-F238E27FC236}">
                <a16:creationId xmlns:a16="http://schemas.microsoft.com/office/drawing/2014/main" id="{7AC48787-061F-65B7-CA0E-CA985E032C3F}"/>
              </a:ext>
            </a:extLst>
          </p:cNvPr>
          <p:cNvSpPr>
            <a:spLocks noGrp="1"/>
          </p:cNvSpPr>
          <p:nvPr>
            <p:ph type="body" sz="quarter" idx="43" hasCustomPrompt="1"/>
          </p:nvPr>
        </p:nvSpPr>
        <p:spPr>
          <a:xfrm>
            <a:off x="1968842" y="3967901"/>
            <a:ext cx="3226642" cy="485340"/>
          </a:xfrm>
          <a:prstGeom prst="rect">
            <a:avLst/>
          </a:prstGeom>
        </p:spPr>
        <p:txBody>
          <a:bodyPr anchor="t"/>
          <a:lstStyle>
            <a:lvl1pPr>
              <a:spcAft>
                <a:spcPts val="0"/>
              </a:spcAft>
              <a:buNone/>
              <a:defRPr lang="en-US" sz="1200" kern="1200" dirty="0">
                <a:solidFill>
                  <a:srgbClr val="000000"/>
                </a:solidFill>
                <a:latin typeface="Graphik" panose="020B0503030202060203" pitchFamily="34" charset="77"/>
                <a:ea typeface="+mn-ea"/>
                <a:cs typeface="+mn-cs"/>
              </a:defRPr>
            </a:lvl1pPr>
          </a:lstStyle>
          <a:p>
            <a:pPr lvl="0"/>
            <a:r>
              <a:rPr lang="en-GB"/>
              <a:t>Insert text here</a:t>
            </a:r>
            <a:endParaRPr lang="en-US"/>
          </a:p>
        </p:txBody>
      </p:sp>
      <p:sp>
        <p:nvSpPr>
          <p:cNvPr id="26" name="Text Placeholder 9">
            <a:extLst>
              <a:ext uri="{FF2B5EF4-FFF2-40B4-BE49-F238E27FC236}">
                <a16:creationId xmlns:a16="http://schemas.microsoft.com/office/drawing/2014/main" id="{40C38646-2C59-7604-F628-AACD4C03C391}"/>
              </a:ext>
            </a:extLst>
          </p:cNvPr>
          <p:cNvSpPr>
            <a:spLocks noGrp="1"/>
          </p:cNvSpPr>
          <p:nvPr>
            <p:ph type="body" sz="quarter" idx="44" hasCustomPrompt="1"/>
          </p:nvPr>
        </p:nvSpPr>
        <p:spPr>
          <a:xfrm>
            <a:off x="557213" y="3967901"/>
            <a:ext cx="1163099" cy="393954"/>
          </a:xfrm>
        </p:spPr>
        <p:txBody>
          <a:bodyPr/>
          <a:lstStyle>
            <a:lvl1pPr>
              <a:defRPr lang="en-AR" sz="1600" b="1" kern="1200" dirty="0">
                <a:solidFill>
                  <a:schemeClr val="bg2"/>
                </a:solidFill>
                <a:latin typeface="Graphik Semibold" panose="020B0503030202060203" pitchFamily="34" charset="77"/>
                <a:ea typeface="+mn-ea"/>
                <a:cs typeface="+mn-cs"/>
              </a:defRPr>
            </a:lvl1pPr>
          </a:lstStyle>
          <a:p>
            <a:pPr lvl="0"/>
            <a:r>
              <a:rPr lang="en-AR"/>
              <a:t>##</a:t>
            </a:r>
          </a:p>
        </p:txBody>
      </p:sp>
      <p:sp>
        <p:nvSpPr>
          <p:cNvPr id="27" name="Text Placeholder 4">
            <a:extLst>
              <a:ext uri="{FF2B5EF4-FFF2-40B4-BE49-F238E27FC236}">
                <a16:creationId xmlns:a16="http://schemas.microsoft.com/office/drawing/2014/main" id="{08AF3CEC-3718-6D4C-CF1D-F7582BAC7136}"/>
              </a:ext>
            </a:extLst>
          </p:cNvPr>
          <p:cNvSpPr>
            <a:spLocks noGrp="1"/>
          </p:cNvSpPr>
          <p:nvPr>
            <p:ph type="body" sz="quarter" idx="45" hasCustomPrompt="1"/>
          </p:nvPr>
        </p:nvSpPr>
        <p:spPr>
          <a:xfrm>
            <a:off x="7765208" y="3967901"/>
            <a:ext cx="3226642" cy="485340"/>
          </a:xfrm>
          <a:prstGeom prst="rect">
            <a:avLst/>
          </a:prstGeom>
        </p:spPr>
        <p:txBody>
          <a:bodyPr anchor="t"/>
          <a:lstStyle>
            <a:lvl1pPr>
              <a:spcAft>
                <a:spcPts val="0"/>
              </a:spcAft>
              <a:buNone/>
              <a:defRPr lang="en-US" sz="1200" kern="1200" dirty="0">
                <a:solidFill>
                  <a:srgbClr val="000000"/>
                </a:solidFill>
                <a:latin typeface="Graphik" panose="020B0503030202060203" pitchFamily="34" charset="77"/>
                <a:ea typeface="+mn-ea"/>
                <a:cs typeface="+mn-cs"/>
              </a:defRPr>
            </a:lvl1pPr>
          </a:lstStyle>
          <a:p>
            <a:pPr lvl="0"/>
            <a:r>
              <a:rPr lang="en-GB"/>
              <a:t>Insert text here</a:t>
            </a:r>
            <a:endParaRPr lang="en-US"/>
          </a:p>
        </p:txBody>
      </p:sp>
      <p:sp>
        <p:nvSpPr>
          <p:cNvPr id="28" name="Text Placeholder 9">
            <a:extLst>
              <a:ext uri="{FF2B5EF4-FFF2-40B4-BE49-F238E27FC236}">
                <a16:creationId xmlns:a16="http://schemas.microsoft.com/office/drawing/2014/main" id="{9BE62818-1BA0-8973-B3E1-B2AA7A6835E1}"/>
              </a:ext>
            </a:extLst>
          </p:cNvPr>
          <p:cNvSpPr>
            <a:spLocks noGrp="1"/>
          </p:cNvSpPr>
          <p:nvPr>
            <p:ph type="body" sz="quarter" idx="46" hasCustomPrompt="1"/>
          </p:nvPr>
        </p:nvSpPr>
        <p:spPr>
          <a:xfrm>
            <a:off x="6353579" y="3967901"/>
            <a:ext cx="1163099" cy="393954"/>
          </a:xfrm>
        </p:spPr>
        <p:txBody>
          <a:bodyPr/>
          <a:lstStyle>
            <a:lvl1pPr>
              <a:defRPr lang="en-AR" sz="1600" b="1" kern="1200" dirty="0">
                <a:solidFill>
                  <a:schemeClr val="bg2"/>
                </a:solidFill>
                <a:latin typeface="Graphik Semibold" panose="020B0503030202060203" pitchFamily="34" charset="77"/>
                <a:ea typeface="+mn-ea"/>
                <a:cs typeface="+mn-cs"/>
              </a:defRPr>
            </a:lvl1pPr>
          </a:lstStyle>
          <a:p>
            <a:pPr lvl="0"/>
            <a:r>
              <a:rPr lang="en-AR"/>
              <a:t>##</a:t>
            </a:r>
          </a:p>
        </p:txBody>
      </p:sp>
      <p:sp>
        <p:nvSpPr>
          <p:cNvPr id="35" name="Text Placeholder 4">
            <a:extLst>
              <a:ext uri="{FF2B5EF4-FFF2-40B4-BE49-F238E27FC236}">
                <a16:creationId xmlns:a16="http://schemas.microsoft.com/office/drawing/2014/main" id="{11860888-916F-055D-8C9B-DC5AE56B0E7C}"/>
              </a:ext>
            </a:extLst>
          </p:cNvPr>
          <p:cNvSpPr>
            <a:spLocks noGrp="1"/>
          </p:cNvSpPr>
          <p:nvPr>
            <p:ph type="body" sz="quarter" idx="51" hasCustomPrompt="1"/>
          </p:nvPr>
        </p:nvSpPr>
        <p:spPr>
          <a:xfrm>
            <a:off x="1968842" y="5021786"/>
            <a:ext cx="3226642" cy="485340"/>
          </a:xfrm>
          <a:prstGeom prst="rect">
            <a:avLst/>
          </a:prstGeom>
        </p:spPr>
        <p:txBody>
          <a:bodyPr anchor="t"/>
          <a:lstStyle>
            <a:lvl1pPr>
              <a:spcAft>
                <a:spcPts val="0"/>
              </a:spcAft>
              <a:buNone/>
              <a:defRPr lang="en-US" sz="1200" kern="1200" dirty="0">
                <a:solidFill>
                  <a:srgbClr val="000000"/>
                </a:solidFill>
                <a:latin typeface="Graphik" panose="020B0503030202060203" pitchFamily="34" charset="77"/>
                <a:ea typeface="+mn-ea"/>
                <a:cs typeface="+mn-cs"/>
              </a:defRPr>
            </a:lvl1pPr>
          </a:lstStyle>
          <a:p>
            <a:pPr lvl="0"/>
            <a:r>
              <a:rPr lang="en-GB"/>
              <a:t>Insert text here</a:t>
            </a:r>
            <a:endParaRPr lang="en-US"/>
          </a:p>
        </p:txBody>
      </p:sp>
      <p:sp>
        <p:nvSpPr>
          <p:cNvPr id="36" name="Text Placeholder 9">
            <a:extLst>
              <a:ext uri="{FF2B5EF4-FFF2-40B4-BE49-F238E27FC236}">
                <a16:creationId xmlns:a16="http://schemas.microsoft.com/office/drawing/2014/main" id="{6C40C10B-9AA5-FB91-4468-195612A4AAB4}"/>
              </a:ext>
            </a:extLst>
          </p:cNvPr>
          <p:cNvSpPr>
            <a:spLocks noGrp="1"/>
          </p:cNvSpPr>
          <p:nvPr>
            <p:ph type="body" sz="quarter" idx="52" hasCustomPrompt="1"/>
          </p:nvPr>
        </p:nvSpPr>
        <p:spPr>
          <a:xfrm>
            <a:off x="557213" y="5021786"/>
            <a:ext cx="1163099" cy="393954"/>
          </a:xfrm>
        </p:spPr>
        <p:txBody>
          <a:bodyPr/>
          <a:lstStyle>
            <a:lvl1pPr>
              <a:defRPr lang="en-AR" sz="1600" b="1" kern="1200" dirty="0">
                <a:solidFill>
                  <a:schemeClr val="bg2"/>
                </a:solidFill>
                <a:latin typeface="Graphik Semibold" panose="020B0503030202060203" pitchFamily="34" charset="77"/>
                <a:ea typeface="+mn-ea"/>
                <a:cs typeface="+mn-cs"/>
              </a:defRPr>
            </a:lvl1pPr>
          </a:lstStyle>
          <a:p>
            <a:pPr lvl="0"/>
            <a:r>
              <a:rPr lang="en-AR"/>
              <a:t>##</a:t>
            </a:r>
          </a:p>
        </p:txBody>
      </p:sp>
      <p:sp>
        <p:nvSpPr>
          <p:cNvPr id="37" name="Text Placeholder 4">
            <a:extLst>
              <a:ext uri="{FF2B5EF4-FFF2-40B4-BE49-F238E27FC236}">
                <a16:creationId xmlns:a16="http://schemas.microsoft.com/office/drawing/2014/main" id="{E87FBBF5-4C4B-2BA9-7671-182C65D1DBA6}"/>
              </a:ext>
            </a:extLst>
          </p:cNvPr>
          <p:cNvSpPr>
            <a:spLocks noGrp="1"/>
          </p:cNvSpPr>
          <p:nvPr>
            <p:ph type="body" sz="quarter" idx="53" hasCustomPrompt="1"/>
          </p:nvPr>
        </p:nvSpPr>
        <p:spPr>
          <a:xfrm>
            <a:off x="7765208" y="5021786"/>
            <a:ext cx="3226642" cy="485340"/>
          </a:xfrm>
          <a:prstGeom prst="rect">
            <a:avLst/>
          </a:prstGeom>
        </p:spPr>
        <p:txBody>
          <a:bodyPr anchor="t"/>
          <a:lstStyle>
            <a:lvl1pPr>
              <a:spcAft>
                <a:spcPts val="0"/>
              </a:spcAft>
              <a:buNone/>
              <a:defRPr lang="en-US" sz="1200" kern="1200" dirty="0">
                <a:solidFill>
                  <a:srgbClr val="000000"/>
                </a:solidFill>
                <a:latin typeface="Graphik" panose="020B0503030202060203" pitchFamily="34" charset="77"/>
                <a:ea typeface="+mn-ea"/>
                <a:cs typeface="+mn-cs"/>
              </a:defRPr>
            </a:lvl1pPr>
          </a:lstStyle>
          <a:p>
            <a:pPr lvl="0"/>
            <a:r>
              <a:rPr lang="en-GB"/>
              <a:t>Insert text here</a:t>
            </a:r>
            <a:endParaRPr lang="en-US"/>
          </a:p>
        </p:txBody>
      </p:sp>
      <p:sp>
        <p:nvSpPr>
          <p:cNvPr id="38" name="Text Placeholder 9">
            <a:extLst>
              <a:ext uri="{FF2B5EF4-FFF2-40B4-BE49-F238E27FC236}">
                <a16:creationId xmlns:a16="http://schemas.microsoft.com/office/drawing/2014/main" id="{E3CD5EEB-45B3-CF04-96A5-62C5367B83CA}"/>
              </a:ext>
            </a:extLst>
          </p:cNvPr>
          <p:cNvSpPr>
            <a:spLocks noGrp="1"/>
          </p:cNvSpPr>
          <p:nvPr>
            <p:ph type="body" sz="quarter" idx="54" hasCustomPrompt="1"/>
          </p:nvPr>
        </p:nvSpPr>
        <p:spPr>
          <a:xfrm>
            <a:off x="6353579" y="5021786"/>
            <a:ext cx="1163099" cy="393954"/>
          </a:xfrm>
        </p:spPr>
        <p:txBody>
          <a:bodyPr/>
          <a:lstStyle>
            <a:lvl1pPr>
              <a:defRPr lang="en-AR" sz="1600" b="1" kern="1200" dirty="0">
                <a:solidFill>
                  <a:schemeClr val="bg2"/>
                </a:solidFill>
                <a:latin typeface="Graphik Semibold" panose="020B0503030202060203" pitchFamily="34" charset="77"/>
                <a:ea typeface="+mn-ea"/>
                <a:cs typeface="+mn-cs"/>
              </a:defRPr>
            </a:lvl1pPr>
          </a:lstStyle>
          <a:p>
            <a:pPr lvl="0"/>
            <a:r>
              <a:rPr lang="en-AR"/>
              <a:t>##</a:t>
            </a:r>
          </a:p>
        </p:txBody>
      </p:sp>
    </p:spTree>
    <p:extLst>
      <p:ext uri="{BB962C8B-B14F-4D97-AF65-F5344CB8AC3E}">
        <p14:creationId xmlns:p14="http://schemas.microsoft.com/office/powerpoint/2010/main" val="1330442255"/>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Content 1: light mode">
    <p:spTree>
      <p:nvGrpSpPr>
        <p:cNvPr id="1" name=""/>
        <p:cNvGrpSpPr/>
        <p:nvPr/>
      </p:nvGrpSpPr>
      <p:grpSpPr>
        <a:xfrm>
          <a:off x="0" y="0"/>
          <a:ext cx="0" cy="0"/>
          <a:chOff x="0" y="0"/>
          <a:chExt cx="0" cy="0"/>
        </a:xfrm>
      </p:grpSpPr>
      <p:sp>
        <p:nvSpPr>
          <p:cNvPr id="4" name="Title 2">
            <a:extLst>
              <a:ext uri="{FF2B5EF4-FFF2-40B4-BE49-F238E27FC236}">
                <a16:creationId xmlns:a16="http://schemas.microsoft.com/office/drawing/2014/main" id="{5E6475EA-05F8-881F-8077-6C5A702451D9}"/>
              </a:ext>
            </a:extLst>
          </p:cNvPr>
          <p:cNvSpPr>
            <a:spLocks noGrp="1"/>
          </p:cNvSpPr>
          <p:nvPr>
            <p:ph type="title"/>
          </p:nvPr>
        </p:nvSpPr>
        <p:spPr>
          <a:xfrm>
            <a:off x="556467" y="572600"/>
            <a:ext cx="11084672" cy="393954"/>
          </a:xfrm>
        </p:spPr>
        <p:txBody>
          <a:bodyPr/>
          <a:lstStyle/>
          <a:p>
            <a:r>
              <a:rPr lang="en-GB"/>
              <a:t>Click to edit Master title style</a:t>
            </a:r>
            <a:endParaRPr lang="en-US"/>
          </a:p>
        </p:txBody>
      </p:sp>
      <p:sp>
        <p:nvSpPr>
          <p:cNvPr id="17" name="Text Placeholder 2">
            <a:extLst>
              <a:ext uri="{FF2B5EF4-FFF2-40B4-BE49-F238E27FC236}">
                <a16:creationId xmlns:a16="http://schemas.microsoft.com/office/drawing/2014/main" id="{23D344E3-E54F-25F8-2F2F-980511EB6BDF}"/>
              </a:ext>
            </a:extLst>
          </p:cNvPr>
          <p:cNvSpPr>
            <a:spLocks noGrp="1"/>
          </p:cNvSpPr>
          <p:nvPr>
            <p:ph idx="1" hasCustomPrompt="1"/>
          </p:nvPr>
        </p:nvSpPr>
        <p:spPr>
          <a:xfrm>
            <a:off x="563412" y="1371601"/>
            <a:ext cx="11077726" cy="4757738"/>
          </a:xfrm>
          <a:prstGeom prst="rect">
            <a:avLst/>
          </a:prstGeom>
        </p:spPr>
        <p:txBody>
          <a:bodyPr vert="horz" lIns="0" tIns="0" rIns="0" bIns="0" rtlCol="0">
            <a:noAutofit/>
          </a:bodyPr>
          <a:lstStyle>
            <a:lvl1pPr>
              <a:defRPr sz="1400" b="0" i="0">
                <a:latin typeface="Graphik" panose="020B0503030202060203" pitchFamily="34" charset="77"/>
              </a:defRPr>
            </a:lvl1pPr>
            <a:lvl2pPr>
              <a:defRPr sz="1400" b="0" i="0">
                <a:latin typeface="Graphik" panose="020B0503030202060203" pitchFamily="34" charset="77"/>
              </a:defRPr>
            </a:lvl2pPr>
            <a:lvl3pPr>
              <a:defRPr sz="1400" b="0" i="0">
                <a:latin typeface="Graphik" panose="020B0503030202060203" pitchFamily="34" charset="77"/>
              </a:defRPr>
            </a:lvl3pPr>
            <a:lvl4pPr>
              <a:defRPr sz="1050" b="0" i="0">
                <a:latin typeface="Graphik" panose="020B0503030202060203" pitchFamily="34" charset="77"/>
              </a:defRPr>
            </a:lvl4pPr>
            <a:lvl5pPr>
              <a:defRPr sz="1050" b="0" i="0">
                <a:latin typeface="Graphik" panose="020B0503030202060203" pitchFamily="34" charset="77"/>
              </a:defRPr>
            </a:lvl5pPr>
            <a:lvl6pPr>
              <a:defRPr sz="1400" b="0" i="0">
                <a:latin typeface="Graphik" panose="020B0503030202060203" pitchFamily="34" charset="77"/>
              </a:defRPr>
            </a:lvl6pPr>
            <a:lvl7pPr>
              <a:defRPr sz="1100" b="0" i="0">
                <a:latin typeface="Graphik" panose="020B0503030202060203" pitchFamily="34" charset="77"/>
              </a:defRPr>
            </a:lvl7pPr>
            <a:lvl9pPr>
              <a:defRPr sz="1100" b="0" i="0">
                <a:latin typeface="Graphik" panose="020B0503030202060203" pitchFamily="34" charset="77"/>
              </a:defRPr>
            </a:lvl9pPr>
          </a:lstStyle>
          <a:p>
            <a:pPr lvl="0"/>
            <a:r>
              <a:rPr lang="en-US"/>
              <a:t>First level (bullet)</a:t>
            </a:r>
          </a:p>
          <a:p>
            <a:pPr lvl="1"/>
            <a:r>
              <a:rPr lang="en-US"/>
              <a:t>Second level (bullet)</a:t>
            </a:r>
          </a:p>
          <a:p>
            <a:pPr lvl="2"/>
            <a:r>
              <a:rPr lang="en-US"/>
              <a:t>Third level (bullet)</a:t>
            </a:r>
          </a:p>
          <a:p>
            <a:pPr lvl="3"/>
            <a:r>
              <a:rPr lang="en-US"/>
              <a:t>Fourth level (bullet)</a:t>
            </a:r>
          </a:p>
          <a:p>
            <a:pPr lvl="4"/>
            <a:r>
              <a:rPr lang="en-US"/>
              <a:t>Fifth level (bullet)</a:t>
            </a:r>
          </a:p>
          <a:p>
            <a:pPr lvl="5"/>
            <a:r>
              <a:rPr lang="en-US"/>
              <a:t>Sixth level (copy)</a:t>
            </a:r>
          </a:p>
          <a:p>
            <a:pPr lvl="6"/>
            <a:r>
              <a:rPr lang="en-US"/>
              <a:t>Seventh level (small copy)</a:t>
            </a:r>
          </a:p>
          <a:p>
            <a:pPr lvl="8"/>
            <a:r>
              <a:rPr lang="en-US"/>
              <a:t>Ninth level (footnotes and citations)</a:t>
            </a:r>
          </a:p>
        </p:txBody>
      </p:sp>
    </p:spTree>
    <p:extLst>
      <p:ext uri="{BB962C8B-B14F-4D97-AF65-F5344CB8AC3E}">
        <p14:creationId xmlns:p14="http://schemas.microsoft.com/office/powerpoint/2010/main" val="202251960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Content 1: purple">
    <p:bg>
      <p:bgPr>
        <a:solidFill>
          <a:srgbClr val="450073"/>
        </a:solidFill>
        <a:effectLst/>
      </p:bgPr>
    </p:bg>
    <p:spTree>
      <p:nvGrpSpPr>
        <p:cNvPr id="1" name=""/>
        <p:cNvGrpSpPr/>
        <p:nvPr/>
      </p:nvGrpSpPr>
      <p:grpSpPr>
        <a:xfrm>
          <a:off x="0" y="0"/>
          <a:ext cx="0" cy="0"/>
          <a:chOff x="0" y="0"/>
          <a:chExt cx="0" cy="0"/>
        </a:xfrm>
      </p:grpSpPr>
      <p:sp>
        <p:nvSpPr>
          <p:cNvPr id="11" name="GTS_WH">
            <a:extLst>
              <a:ext uri="{FF2B5EF4-FFF2-40B4-BE49-F238E27FC236}">
                <a16:creationId xmlns:a16="http://schemas.microsoft.com/office/drawing/2014/main" id="{5EFDEB3F-4743-43EA-A121-ED3CB6054C7F}"/>
              </a:ext>
              <a:ext uri="{C183D7F6-B498-43B3-948B-1728B52AA6E4}">
                <adec:decorative xmlns:adec="http://schemas.microsoft.com/office/drawing/2017/decorative" val="1"/>
              </a:ext>
            </a:extLst>
          </p:cNvPr>
          <p:cNvSpPr>
            <a:spLocks noChangeAspect="1"/>
          </p:cNvSpPr>
          <p:nvPr userDrawn="1"/>
        </p:nvSpPr>
        <p:spPr bwMode="black">
          <a:xfrm>
            <a:off x="56341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
        <p:nvSpPr>
          <p:cNvPr id="6" name="Text Placeholder 2">
            <a:extLst>
              <a:ext uri="{FF2B5EF4-FFF2-40B4-BE49-F238E27FC236}">
                <a16:creationId xmlns:a16="http://schemas.microsoft.com/office/drawing/2014/main" id="{72BD5E18-7BA8-5728-2FF2-876642FDAD1A}"/>
              </a:ext>
            </a:extLst>
          </p:cNvPr>
          <p:cNvSpPr>
            <a:spLocks noGrp="1"/>
          </p:cNvSpPr>
          <p:nvPr>
            <p:ph idx="1" hasCustomPrompt="1"/>
          </p:nvPr>
        </p:nvSpPr>
        <p:spPr>
          <a:xfrm>
            <a:off x="563411" y="1371601"/>
            <a:ext cx="11077727" cy="4757738"/>
          </a:xfrm>
          <a:prstGeom prst="rect">
            <a:avLst/>
          </a:prstGeom>
        </p:spPr>
        <p:txBody>
          <a:bodyPr vert="horz" lIns="0" tIns="0" rIns="0" bIns="0" rtlCol="0">
            <a:noAutofit/>
          </a:bodyPr>
          <a:lstStyle>
            <a:lvl1pPr>
              <a:defRPr sz="1400" b="0" i="0">
                <a:solidFill>
                  <a:schemeClr val="tx1"/>
                </a:solidFill>
                <a:latin typeface="Graphik" panose="020B0503030202060203" pitchFamily="34" charset="77"/>
              </a:defRPr>
            </a:lvl1pPr>
            <a:lvl2pPr>
              <a:defRPr sz="1400" b="0" i="0">
                <a:solidFill>
                  <a:schemeClr val="tx1"/>
                </a:solidFill>
                <a:latin typeface="Graphik" panose="020B0503030202060203" pitchFamily="34" charset="77"/>
              </a:defRPr>
            </a:lvl2pPr>
            <a:lvl3pPr>
              <a:defRPr sz="1400" b="0" i="0">
                <a:solidFill>
                  <a:schemeClr val="tx1"/>
                </a:solidFill>
                <a:latin typeface="Graphik" panose="020B0503030202060203" pitchFamily="34" charset="77"/>
              </a:defRPr>
            </a:lvl3pPr>
            <a:lvl4pPr>
              <a:defRPr sz="1050" b="0" i="0">
                <a:solidFill>
                  <a:schemeClr val="tx1"/>
                </a:solidFill>
                <a:latin typeface="Graphik" panose="020B0503030202060203" pitchFamily="34" charset="77"/>
              </a:defRPr>
            </a:lvl4pPr>
            <a:lvl5pPr>
              <a:defRPr sz="1050" b="0" i="0">
                <a:solidFill>
                  <a:schemeClr val="tx1"/>
                </a:solidFill>
                <a:latin typeface="Graphik" panose="020B0503030202060203" pitchFamily="34" charset="77"/>
              </a:defRPr>
            </a:lvl5pPr>
            <a:lvl6pPr>
              <a:defRPr sz="1400" b="0" i="0">
                <a:solidFill>
                  <a:schemeClr val="tx1"/>
                </a:solidFill>
                <a:latin typeface="Graphik" panose="020B0503030202060203" pitchFamily="34" charset="77"/>
              </a:defRPr>
            </a:lvl6pPr>
            <a:lvl7pPr>
              <a:defRPr sz="1100" b="0" i="0">
                <a:solidFill>
                  <a:schemeClr val="tx1"/>
                </a:solidFill>
                <a:latin typeface="Graphik" panose="020B0503030202060203" pitchFamily="34" charset="77"/>
              </a:defRPr>
            </a:lvl7pPr>
            <a:lvl9pPr>
              <a:defRPr sz="1100" b="0" i="0">
                <a:solidFill>
                  <a:schemeClr val="tx1"/>
                </a:solidFill>
                <a:latin typeface="Graphik" panose="020B0503030202060203" pitchFamily="34" charset="77"/>
              </a:defRPr>
            </a:lvl9pPr>
          </a:lstStyle>
          <a:p>
            <a:pPr lvl="0"/>
            <a:r>
              <a:rPr lang="en-US"/>
              <a:t>First level (bullet)</a:t>
            </a:r>
          </a:p>
          <a:p>
            <a:pPr lvl="1"/>
            <a:r>
              <a:rPr lang="en-US"/>
              <a:t>Second level (bullet)</a:t>
            </a:r>
          </a:p>
          <a:p>
            <a:pPr lvl="2"/>
            <a:r>
              <a:rPr lang="en-US"/>
              <a:t>Third level (bullet)</a:t>
            </a:r>
          </a:p>
          <a:p>
            <a:pPr lvl="3"/>
            <a:r>
              <a:rPr lang="en-US"/>
              <a:t>Fourth level (bullet)</a:t>
            </a:r>
          </a:p>
          <a:p>
            <a:pPr lvl="4"/>
            <a:r>
              <a:rPr lang="en-US"/>
              <a:t>Fifth level (bullet)</a:t>
            </a:r>
          </a:p>
          <a:p>
            <a:pPr lvl="5"/>
            <a:r>
              <a:rPr lang="en-US"/>
              <a:t>Sixth level (copy)</a:t>
            </a:r>
          </a:p>
          <a:p>
            <a:pPr lvl="6"/>
            <a:r>
              <a:rPr lang="en-US"/>
              <a:t>Seventh level (small copy)</a:t>
            </a:r>
          </a:p>
          <a:p>
            <a:pPr lvl="8"/>
            <a:r>
              <a:rPr lang="en-US"/>
              <a:t>Ninth level (footnotes and citations)</a:t>
            </a:r>
          </a:p>
        </p:txBody>
      </p:sp>
      <p:sp>
        <p:nvSpPr>
          <p:cNvPr id="3" name="Title 2">
            <a:extLst>
              <a:ext uri="{FF2B5EF4-FFF2-40B4-BE49-F238E27FC236}">
                <a16:creationId xmlns:a16="http://schemas.microsoft.com/office/drawing/2014/main" id="{45C11A26-2DA7-C2CB-5CA4-C2226E694332}"/>
              </a:ext>
            </a:extLst>
          </p:cNvPr>
          <p:cNvSpPr>
            <a:spLocks noGrp="1"/>
          </p:cNvSpPr>
          <p:nvPr>
            <p:ph type="title"/>
          </p:nvPr>
        </p:nvSpPr>
        <p:spPr>
          <a:xfrm>
            <a:off x="556467" y="572600"/>
            <a:ext cx="11077728" cy="393954"/>
          </a:xfrm>
        </p:spPr>
        <p:txBody>
          <a:bodyPr/>
          <a:lstStyle/>
          <a:p>
            <a:r>
              <a:rPr lang="en-GB"/>
              <a:t>Click to edit Master title style</a:t>
            </a:r>
            <a:endParaRPr lang="en-US"/>
          </a:p>
        </p:txBody>
      </p:sp>
    </p:spTree>
    <p:extLst>
      <p:ext uri="{BB962C8B-B14F-4D97-AF65-F5344CB8AC3E}">
        <p14:creationId xmlns:p14="http://schemas.microsoft.com/office/powerpoint/2010/main" val="4099560547"/>
      </p:ext>
    </p:extLst>
  </p:cSld>
  <p:clrMapOvr>
    <a:overrideClrMapping bg1="dk1" tx1="lt1" bg2="dk2" tx2="lt2" accent1="accent1" accent2="accent2" accent3="accent3" accent4="accent4" accent5="accent5" accent6="accent6" hlink="hlink" folHlink="folHlink"/>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Content1: dark mode">
    <p:bg>
      <p:bgPr>
        <a:solidFill>
          <a:srgbClr val="000000"/>
        </a:solidFill>
        <a:effectLst/>
      </p:bgPr>
    </p:bg>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198A5B9C-C3DA-AD99-4E28-C97B8A81C3CC}"/>
              </a:ext>
            </a:extLst>
          </p:cNvPr>
          <p:cNvSpPr>
            <a:spLocks noGrp="1"/>
          </p:cNvSpPr>
          <p:nvPr>
            <p:ph type="title"/>
          </p:nvPr>
        </p:nvSpPr>
        <p:spPr>
          <a:xfrm>
            <a:off x="556467" y="572600"/>
            <a:ext cx="11084672" cy="393954"/>
          </a:xfrm>
        </p:spPr>
        <p:txBody>
          <a:bodyPr/>
          <a:lstStyle>
            <a:lvl1pPr>
              <a:defRPr>
                <a:solidFill>
                  <a:schemeClr val="bg1"/>
                </a:solidFill>
              </a:defRPr>
            </a:lvl1pPr>
          </a:lstStyle>
          <a:p>
            <a:r>
              <a:rPr lang="en-GB"/>
              <a:t>Click to edit Master title style</a:t>
            </a:r>
            <a:endParaRPr lang="en-US"/>
          </a:p>
        </p:txBody>
      </p:sp>
      <p:sp>
        <p:nvSpPr>
          <p:cNvPr id="17" name="Text Placeholder 2">
            <a:extLst>
              <a:ext uri="{FF2B5EF4-FFF2-40B4-BE49-F238E27FC236}">
                <a16:creationId xmlns:a16="http://schemas.microsoft.com/office/drawing/2014/main" id="{23D344E3-E54F-25F8-2F2F-980511EB6BDF}"/>
              </a:ext>
            </a:extLst>
          </p:cNvPr>
          <p:cNvSpPr>
            <a:spLocks noGrp="1"/>
          </p:cNvSpPr>
          <p:nvPr>
            <p:ph idx="1" hasCustomPrompt="1"/>
          </p:nvPr>
        </p:nvSpPr>
        <p:spPr>
          <a:xfrm>
            <a:off x="563411" y="1371601"/>
            <a:ext cx="11084673" cy="4757738"/>
          </a:xfrm>
          <a:prstGeom prst="rect">
            <a:avLst/>
          </a:prstGeom>
        </p:spPr>
        <p:txBody>
          <a:bodyPr vert="horz" lIns="0" tIns="0" rIns="0" bIns="0" rtlCol="0">
            <a:noAutofit/>
          </a:bodyPr>
          <a:lstStyle>
            <a:lvl1pPr>
              <a:defRPr sz="1400" b="0" i="0">
                <a:solidFill>
                  <a:srgbClr val="FFFFFF"/>
                </a:solidFill>
                <a:latin typeface="Graphik" panose="020B0503030202060203" pitchFamily="34" charset="77"/>
              </a:defRPr>
            </a:lvl1pPr>
            <a:lvl2pPr>
              <a:defRPr sz="1400" b="0" i="0">
                <a:solidFill>
                  <a:srgbClr val="FFFFFF"/>
                </a:solidFill>
                <a:latin typeface="Graphik" panose="020B0503030202060203" pitchFamily="34" charset="77"/>
              </a:defRPr>
            </a:lvl2pPr>
            <a:lvl3pPr>
              <a:defRPr sz="1400" b="0" i="0">
                <a:solidFill>
                  <a:srgbClr val="FFFFFF"/>
                </a:solidFill>
                <a:latin typeface="Graphik" panose="020B0503030202060203" pitchFamily="34" charset="77"/>
              </a:defRPr>
            </a:lvl3pPr>
            <a:lvl4pPr>
              <a:defRPr sz="1050" b="0" i="0">
                <a:solidFill>
                  <a:srgbClr val="FFFFFF"/>
                </a:solidFill>
                <a:latin typeface="Graphik" panose="020B0503030202060203" pitchFamily="34" charset="77"/>
              </a:defRPr>
            </a:lvl4pPr>
            <a:lvl5pPr>
              <a:defRPr sz="1050" b="0" i="0">
                <a:solidFill>
                  <a:srgbClr val="FFFFFF"/>
                </a:solidFill>
                <a:latin typeface="Graphik" panose="020B0503030202060203" pitchFamily="34" charset="77"/>
              </a:defRPr>
            </a:lvl5pPr>
            <a:lvl6pPr>
              <a:defRPr sz="1400" b="0" i="0">
                <a:solidFill>
                  <a:srgbClr val="FFFFFF"/>
                </a:solidFill>
                <a:latin typeface="Graphik" panose="020B0503030202060203" pitchFamily="34" charset="77"/>
              </a:defRPr>
            </a:lvl6pPr>
            <a:lvl7pPr>
              <a:defRPr sz="1100" b="0" i="0">
                <a:solidFill>
                  <a:srgbClr val="FFFFFF"/>
                </a:solidFill>
                <a:latin typeface="Graphik" panose="020B0503030202060203" pitchFamily="34" charset="77"/>
              </a:defRPr>
            </a:lvl7pPr>
            <a:lvl9pPr>
              <a:defRPr sz="1100" b="0" i="0">
                <a:solidFill>
                  <a:srgbClr val="FFFFFF"/>
                </a:solidFill>
                <a:latin typeface="Graphik" panose="020B0503030202060203" pitchFamily="34" charset="77"/>
              </a:defRPr>
            </a:lvl9pPr>
          </a:lstStyle>
          <a:p>
            <a:pPr lvl="0"/>
            <a:r>
              <a:rPr lang="en-US"/>
              <a:t>First level (bullet)</a:t>
            </a:r>
          </a:p>
          <a:p>
            <a:pPr lvl="1"/>
            <a:r>
              <a:rPr lang="en-US"/>
              <a:t>Second level (bullet)</a:t>
            </a:r>
          </a:p>
          <a:p>
            <a:pPr lvl="2"/>
            <a:r>
              <a:rPr lang="en-US"/>
              <a:t>Third level (bullet)</a:t>
            </a:r>
          </a:p>
          <a:p>
            <a:pPr lvl="3"/>
            <a:r>
              <a:rPr lang="en-US"/>
              <a:t>Fourth level (bullet)</a:t>
            </a:r>
          </a:p>
          <a:p>
            <a:pPr lvl="4"/>
            <a:r>
              <a:rPr lang="en-US"/>
              <a:t>Fifth level (bullet)</a:t>
            </a:r>
          </a:p>
          <a:p>
            <a:pPr lvl="5"/>
            <a:r>
              <a:rPr lang="en-US"/>
              <a:t>Sixth level (copy)</a:t>
            </a:r>
          </a:p>
          <a:p>
            <a:pPr lvl="6"/>
            <a:r>
              <a:rPr lang="en-US"/>
              <a:t>Seventh level (small copy)</a:t>
            </a:r>
          </a:p>
          <a:p>
            <a:pPr lvl="8"/>
            <a:r>
              <a:rPr lang="en-US"/>
              <a:t>Ninth level (footnotes and citations)</a:t>
            </a:r>
          </a:p>
        </p:txBody>
      </p:sp>
      <p:sp>
        <p:nvSpPr>
          <p:cNvPr id="4" name="GTS_WH">
            <a:extLst>
              <a:ext uri="{FF2B5EF4-FFF2-40B4-BE49-F238E27FC236}">
                <a16:creationId xmlns:a16="http://schemas.microsoft.com/office/drawing/2014/main" id="{7F75177E-60CD-488F-76CA-383DF4BA8EAB}"/>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Tree>
    <p:extLst>
      <p:ext uri="{BB962C8B-B14F-4D97-AF65-F5344CB8AC3E}">
        <p14:creationId xmlns:p14="http://schemas.microsoft.com/office/powerpoint/2010/main" val="2297606770"/>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Content 2: light mod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9C6DC0A-3CA3-F5A5-5E70-94036764CF84}"/>
              </a:ext>
            </a:extLst>
          </p:cNvPr>
          <p:cNvSpPr>
            <a:spLocks noGrp="1"/>
          </p:cNvSpPr>
          <p:nvPr>
            <p:ph type="title"/>
          </p:nvPr>
        </p:nvSpPr>
        <p:spPr>
          <a:xfrm>
            <a:off x="556467" y="572600"/>
            <a:ext cx="11084672" cy="393954"/>
          </a:xfrm>
        </p:spPr>
        <p:txBody>
          <a:bodyPr/>
          <a:lstStyle/>
          <a:p>
            <a:r>
              <a:rPr lang="en-GB"/>
              <a:t>Click to edit Master title style</a:t>
            </a:r>
            <a:endParaRPr lang="en-US"/>
          </a:p>
        </p:txBody>
      </p:sp>
      <p:sp>
        <p:nvSpPr>
          <p:cNvPr id="6" name="Text Placeholder 3">
            <a:extLst>
              <a:ext uri="{FF2B5EF4-FFF2-40B4-BE49-F238E27FC236}">
                <a16:creationId xmlns:a16="http://schemas.microsoft.com/office/drawing/2014/main" id="{0EC44ACB-E461-9710-1A88-433105BDF5D8}"/>
              </a:ext>
            </a:extLst>
          </p:cNvPr>
          <p:cNvSpPr>
            <a:spLocks noGrp="1"/>
          </p:cNvSpPr>
          <p:nvPr>
            <p:ph type="body" sz="quarter" idx="26" hasCustomPrompt="1"/>
          </p:nvPr>
        </p:nvSpPr>
        <p:spPr>
          <a:xfrm>
            <a:off x="563411" y="1109663"/>
            <a:ext cx="11084673" cy="384048"/>
          </a:xfrm>
          <a:prstGeom prst="rect">
            <a:avLst/>
          </a:prstGeom>
        </p:spPr>
        <p:txBody>
          <a:bodyPr anchor="t"/>
          <a:lstStyle>
            <a:lvl1pPr marL="0" indent="0">
              <a:spcAft>
                <a:spcPts val="0"/>
              </a:spcAft>
              <a:buNone/>
              <a:defRPr sz="1800" b="0" i="0">
                <a:solidFill>
                  <a:schemeClr val="tx1"/>
                </a:solidFill>
                <a:latin typeface="Graphik" panose="020B0503030202060203" pitchFamily="34" charset="77"/>
              </a:defRPr>
            </a:lvl1pPr>
          </a:lstStyle>
          <a:p>
            <a:pPr lvl="0"/>
            <a:r>
              <a:rPr lang="en-GB"/>
              <a:t>Place subtitle here in </a:t>
            </a:r>
            <a:r>
              <a:rPr lang="en-GB" err="1"/>
              <a:t>Graphik</a:t>
            </a:r>
            <a:r>
              <a:rPr lang="en-GB"/>
              <a:t> regular</a:t>
            </a:r>
            <a:endParaRPr lang="en-US"/>
          </a:p>
        </p:txBody>
      </p:sp>
      <p:sp>
        <p:nvSpPr>
          <p:cNvPr id="2" name="Text Placeholder 2">
            <a:extLst>
              <a:ext uri="{FF2B5EF4-FFF2-40B4-BE49-F238E27FC236}">
                <a16:creationId xmlns:a16="http://schemas.microsoft.com/office/drawing/2014/main" id="{E013B68F-B365-32C6-C8B6-66516407E205}"/>
              </a:ext>
            </a:extLst>
          </p:cNvPr>
          <p:cNvSpPr>
            <a:spLocks noGrp="1"/>
          </p:cNvSpPr>
          <p:nvPr>
            <p:ph idx="1" hasCustomPrompt="1"/>
          </p:nvPr>
        </p:nvSpPr>
        <p:spPr>
          <a:xfrm>
            <a:off x="563411" y="1684021"/>
            <a:ext cx="11077727" cy="4445317"/>
          </a:xfrm>
          <a:prstGeom prst="rect">
            <a:avLst/>
          </a:prstGeom>
        </p:spPr>
        <p:txBody>
          <a:bodyPr vert="horz" lIns="0" tIns="0" rIns="0" bIns="0" rtlCol="0">
            <a:noAutofit/>
          </a:bodyPr>
          <a:lstStyle>
            <a:lvl1pPr>
              <a:defRPr sz="1400" b="0" i="0">
                <a:latin typeface="Graphik" panose="020B0503030202060203" pitchFamily="34" charset="77"/>
              </a:defRPr>
            </a:lvl1pPr>
            <a:lvl2pPr>
              <a:defRPr sz="1400" b="0" i="0">
                <a:latin typeface="Graphik" panose="020B0503030202060203" pitchFamily="34" charset="77"/>
              </a:defRPr>
            </a:lvl2pPr>
            <a:lvl3pPr>
              <a:defRPr sz="1400" b="0" i="0">
                <a:latin typeface="Graphik" panose="020B0503030202060203" pitchFamily="34" charset="77"/>
              </a:defRPr>
            </a:lvl3pPr>
            <a:lvl4pPr>
              <a:defRPr sz="1050" b="0" i="0">
                <a:latin typeface="Graphik" panose="020B0503030202060203" pitchFamily="34" charset="77"/>
              </a:defRPr>
            </a:lvl4pPr>
            <a:lvl5pPr>
              <a:defRPr sz="1050" b="0" i="0">
                <a:latin typeface="Graphik" panose="020B0503030202060203" pitchFamily="34" charset="77"/>
              </a:defRPr>
            </a:lvl5pPr>
            <a:lvl6pPr>
              <a:defRPr sz="1400" b="0" i="0">
                <a:latin typeface="Graphik" panose="020B0503030202060203" pitchFamily="34" charset="77"/>
              </a:defRPr>
            </a:lvl6pPr>
            <a:lvl7pPr>
              <a:defRPr sz="1100" b="0" i="0">
                <a:latin typeface="Graphik" panose="020B0503030202060203" pitchFamily="34" charset="77"/>
              </a:defRPr>
            </a:lvl7pPr>
            <a:lvl9pPr>
              <a:defRPr sz="1100" b="0" i="0">
                <a:latin typeface="Graphik" panose="020B0503030202060203" pitchFamily="34" charset="77"/>
              </a:defRPr>
            </a:lvl9pPr>
          </a:lstStyle>
          <a:p>
            <a:pPr lvl="0"/>
            <a:r>
              <a:rPr lang="en-US"/>
              <a:t>First level (bullet)</a:t>
            </a:r>
          </a:p>
          <a:p>
            <a:pPr lvl="1"/>
            <a:r>
              <a:rPr lang="en-US"/>
              <a:t>Second level (bullet)</a:t>
            </a:r>
          </a:p>
          <a:p>
            <a:pPr lvl="2"/>
            <a:r>
              <a:rPr lang="en-US"/>
              <a:t>Third level (bullet)</a:t>
            </a:r>
          </a:p>
          <a:p>
            <a:pPr lvl="3"/>
            <a:r>
              <a:rPr lang="en-US"/>
              <a:t>Fourth level (bullet)</a:t>
            </a:r>
          </a:p>
          <a:p>
            <a:pPr lvl="4"/>
            <a:r>
              <a:rPr lang="en-US"/>
              <a:t>Fifth level (bullet)</a:t>
            </a:r>
          </a:p>
          <a:p>
            <a:pPr lvl="5"/>
            <a:r>
              <a:rPr lang="en-US"/>
              <a:t>Sixth level (copy)</a:t>
            </a:r>
          </a:p>
          <a:p>
            <a:pPr lvl="6"/>
            <a:r>
              <a:rPr lang="en-US"/>
              <a:t>Seventh level (small copy)</a:t>
            </a:r>
          </a:p>
          <a:p>
            <a:pPr lvl="8"/>
            <a:r>
              <a:rPr lang="en-US"/>
              <a:t>Ninth level (footnotes and citations)</a:t>
            </a:r>
          </a:p>
        </p:txBody>
      </p:sp>
    </p:spTree>
    <p:extLst>
      <p:ext uri="{BB962C8B-B14F-4D97-AF65-F5344CB8AC3E}">
        <p14:creationId xmlns:p14="http://schemas.microsoft.com/office/powerpoint/2010/main" val="546719337"/>
      </p:ext>
    </p:extLst>
  </p:cSld>
  <p:clrMapOvr>
    <a:masterClrMapping/>
  </p:clrMapOvr>
  <p:extLst>
    <p:ext uri="{DCECCB84-F9BA-43D5-87BE-67443E8EF086}">
      <p15:sldGuideLst xmlns:p15="http://schemas.microsoft.com/office/powerpoint/2012/main">
        <p15:guide id="1" orient="horz" pos="699">
          <p15:clr>
            <a:srgbClr val="547EBF"/>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Content 2: dark mode">
    <p:bg>
      <p:bgPr>
        <a:solidFill>
          <a:srgbClr val="000000"/>
        </a:solidFill>
        <a:effectLst/>
      </p:bgPr>
    </p:bg>
    <p:spTree>
      <p:nvGrpSpPr>
        <p:cNvPr id="1" name=""/>
        <p:cNvGrpSpPr/>
        <p:nvPr/>
      </p:nvGrpSpPr>
      <p:grpSpPr>
        <a:xfrm>
          <a:off x="0" y="0"/>
          <a:ext cx="0" cy="0"/>
          <a:chOff x="0" y="0"/>
          <a:chExt cx="0" cy="0"/>
        </a:xfrm>
      </p:grpSpPr>
      <p:sp>
        <p:nvSpPr>
          <p:cNvPr id="12" name="Title 2">
            <a:extLst>
              <a:ext uri="{FF2B5EF4-FFF2-40B4-BE49-F238E27FC236}">
                <a16:creationId xmlns:a16="http://schemas.microsoft.com/office/drawing/2014/main" id="{DB73B016-14F1-76F3-AF33-93292F228360}"/>
              </a:ext>
            </a:extLst>
          </p:cNvPr>
          <p:cNvSpPr>
            <a:spLocks noGrp="1"/>
          </p:cNvSpPr>
          <p:nvPr>
            <p:ph type="title"/>
          </p:nvPr>
        </p:nvSpPr>
        <p:spPr>
          <a:xfrm>
            <a:off x="556467" y="572600"/>
            <a:ext cx="11084672" cy="393954"/>
          </a:xfrm>
        </p:spPr>
        <p:txBody>
          <a:bodyPr/>
          <a:lstStyle>
            <a:lvl1pPr>
              <a:defRPr>
                <a:solidFill>
                  <a:schemeClr val="bg1"/>
                </a:solidFill>
              </a:defRPr>
            </a:lvl1pPr>
          </a:lstStyle>
          <a:p>
            <a:r>
              <a:rPr lang="en-GB"/>
              <a:t>Click to edit Master title style</a:t>
            </a:r>
            <a:endParaRPr lang="en-US"/>
          </a:p>
        </p:txBody>
      </p:sp>
      <p:sp>
        <p:nvSpPr>
          <p:cNvPr id="11" name="Text Placeholder 3">
            <a:extLst>
              <a:ext uri="{FF2B5EF4-FFF2-40B4-BE49-F238E27FC236}">
                <a16:creationId xmlns:a16="http://schemas.microsoft.com/office/drawing/2014/main" id="{0C3F8CBC-7C73-A273-514B-A95005E2DFE9}"/>
              </a:ext>
            </a:extLst>
          </p:cNvPr>
          <p:cNvSpPr>
            <a:spLocks noGrp="1"/>
          </p:cNvSpPr>
          <p:nvPr>
            <p:ph type="body" sz="quarter" idx="26" hasCustomPrompt="1"/>
          </p:nvPr>
        </p:nvSpPr>
        <p:spPr>
          <a:xfrm>
            <a:off x="563412" y="1109663"/>
            <a:ext cx="11084672" cy="384048"/>
          </a:xfrm>
          <a:prstGeom prst="rect">
            <a:avLst/>
          </a:prstGeom>
        </p:spPr>
        <p:txBody>
          <a:bodyPr anchor="t"/>
          <a:lstStyle>
            <a:lvl1pPr marL="0" indent="0">
              <a:spcAft>
                <a:spcPts val="0"/>
              </a:spcAft>
              <a:buNone/>
              <a:defRPr sz="1800" b="0" i="0">
                <a:solidFill>
                  <a:schemeClr val="bg1"/>
                </a:solidFill>
                <a:latin typeface="Graphik" panose="020B0503030202060203" pitchFamily="34" charset="77"/>
              </a:defRPr>
            </a:lvl1pPr>
          </a:lstStyle>
          <a:p>
            <a:pPr lvl="0"/>
            <a:r>
              <a:rPr lang="en-GB"/>
              <a:t>Place subtitle here in </a:t>
            </a:r>
            <a:r>
              <a:rPr lang="en-GB" err="1"/>
              <a:t>Graphik</a:t>
            </a:r>
            <a:r>
              <a:rPr lang="en-GB"/>
              <a:t> regular</a:t>
            </a:r>
            <a:endParaRPr lang="en-US"/>
          </a:p>
        </p:txBody>
      </p:sp>
      <p:sp>
        <p:nvSpPr>
          <p:cNvPr id="2" name="Text Placeholder 2">
            <a:extLst>
              <a:ext uri="{FF2B5EF4-FFF2-40B4-BE49-F238E27FC236}">
                <a16:creationId xmlns:a16="http://schemas.microsoft.com/office/drawing/2014/main" id="{E013B68F-B365-32C6-C8B6-66516407E205}"/>
              </a:ext>
            </a:extLst>
          </p:cNvPr>
          <p:cNvSpPr>
            <a:spLocks noGrp="1"/>
          </p:cNvSpPr>
          <p:nvPr>
            <p:ph idx="1" hasCustomPrompt="1"/>
          </p:nvPr>
        </p:nvSpPr>
        <p:spPr>
          <a:xfrm>
            <a:off x="563411" y="1684021"/>
            <a:ext cx="11077727" cy="4445317"/>
          </a:xfrm>
          <a:prstGeom prst="rect">
            <a:avLst/>
          </a:prstGeom>
        </p:spPr>
        <p:txBody>
          <a:bodyPr vert="horz" lIns="0" tIns="0" rIns="0" bIns="0" rtlCol="0">
            <a:noAutofit/>
          </a:bodyPr>
          <a:lstStyle>
            <a:lvl1pPr>
              <a:defRPr sz="1400" b="0" i="0">
                <a:solidFill>
                  <a:srgbClr val="FFFFFF"/>
                </a:solidFill>
                <a:latin typeface="Graphik" panose="020B0503030202060203" pitchFamily="34" charset="77"/>
              </a:defRPr>
            </a:lvl1pPr>
            <a:lvl2pPr>
              <a:defRPr sz="1400" b="0" i="0">
                <a:solidFill>
                  <a:srgbClr val="FFFFFF"/>
                </a:solidFill>
                <a:latin typeface="Graphik" panose="020B0503030202060203" pitchFamily="34" charset="77"/>
              </a:defRPr>
            </a:lvl2pPr>
            <a:lvl3pPr>
              <a:defRPr sz="1400" b="0" i="0">
                <a:solidFill>
                  <a:srgbClr val="FFFFFF"/>
                </a:solidFill>
                <a:latin typeface="Graphik" panose="020B0503030202060203" pitchFamily="34" charset="77"/>
              </a:defRPr>
            </a:lvl3pPr>
            <a:lvl4pPr>
              <a:defRPr sz="1050" b="0" i="0">
                <a:solidFill>
                  <a:srgbClr val="FFFFFF"/>
                </a:solidFill>
                <a:latin typeface="Graphik" panose="020B0503030202060203" pitchFamily="34" charset="77"/>
              </a:defRPr>
            </a:lvl4pPr>
            <a:lvl5pPr>
              <a:defRPr sz="1050" b="0" i="0">
                <a:solidFill>
                  <a:srgbClr val="FFFFFF"/>
                </a:solidFill>
                <a:latin typeface="Graphik" panose="020B0503030202060203" pitchFamily="34" charset="77"/>
              </a:defRPr>
            </a:lvl5pPr>
            <a:lvl6pPr>
              <a:defRPr sz="1400" b="0" i="0">
                <a:solidFill>
                  <a:srgbClr val="FFFFFF"/>
                </a:solidFill>
                <a:latin typeface="Graphik" panose="020B0503030202060203" pitchFamily="34" charset="77"/>
              </a:defRPr>
            </a:lvl6pPr>
            <a:lvl7pPr>
              <a:defRPr sz="1100" b="0" i="0">
                <a:solidFill>
                  <a:srgbClr val="FFFFFF"/>
                </a:solidFill>
                <a:latin typeface="Graphik" panose="020B0503030202060203" pitchFamily="34" charset="77"/>
              </a:defRPr>
            </a:lvl7pPr>
            <a:lvl9pPr>
              <a:defRPr sz="1100" b="0" i="0">
                <a:solidFill>
                  <a:srgbClr val="FFFFFF"/>
                </a:solidFill>
                <a:latin typeface="Graphik" panose="020B0503030202060203" pitchFamily="34" charset="77"/>
              </a:defRPr>
            </a:lvl9pPr>
          </a:lstStyle>
          <a:p>
            <a:pPr lvl="0"/>
            <a:r>
              <a:rPr lang="en-US"/>
              <a:t>First level (bullet)</a:t>
            </a:r>
          </a:p>
          <a:p>
            <a:pPr lvl="1"/>
            <a:r>
              <a:rPr lang="en-US"/>
              <a:t>Second level (bullet)</a:t>
            </a:r>
          </a:p>
          <a:p>
            <a:pPr lvl="2"/>
            <a:r>
              <a:rPr lang="en-US"/>
              <a:t>Third level (bullet)</a:t>
            </a:r>
          </a:p>
          <a:p>
            <a:pPr lvl="3"/>
            <a:r>
              <a:rPr lang="en-US"/>
              <a:t>Fourth level (bullet)</a:t>
            </a:r>
          </a:p>
          <a:p>
            <a:pPr lvl="4"/>
            <a:r>
              <a:rPr lang="en-US"/>
              <a:t>Fifth level (bullet)</a:t>
            </a:r>
          </a:p>
          <a:p>
            <a:pPr lvl="5"/>
            <a:r>
              <a:rPr lang="en-US"/>
              <a:t>Sixth level (copy)</a:t>
            </a:r>
          </a:p>
          <a:p>
            <a:pPr lvl="6"/>
            <a:r>
              <a:rPr lang="en-US"/>
              <a:t>Seventh level (small copy)</a:t>
            </a:r>
          </a:p>
          <a:p>
            <a:pPr lvl="8"/>
            <a:r>
              <a:rPr lang="en-US"/>
              <a:t>Ninth level (footnotes and citations)</a:t>
            </a:r>
          </a:p>
        </p:txBody>
      </p:sp>
      <p:sp>
        <p:nvSpPr>
          <p:cNvPr id="4" name="GTS_WH">
            <a:extLst>
              <a:ext uri="{FF2B5EF4-FFF2-40B4-BE49-F238E27FC236}">
                <a16:creationId xmlns:a16="http://schemas.microsoft.com/office/drawing/2014/main" id="{BDF14360-0E2D-7FE6-A174-E8EA0610C689}"/>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Tree>
    <p:extLst>
      <p:ext uri="{BB962C8B-B14F-4D97-AF65-F5344CB8AC3E}">
        <p14:creationId xmlns:p14="http://schemas.microsoft.com/office/powerpoint/2010/main" val="354471621"/>
      </p:ext>
    </p:extLst>
  </p:cSld>
  <p:clrMapOvr>
    <a:masterClrMapping/>
  </p:clrMapOvr>
  <p:extLst>
    <p:ext uri="{DCECCB84-F9BA-43D5-87BE-67443E8EF086}">
      <p15:sldGuideLst xmlns:p15="http://schemas.microsoft.com/office/powerpoint/2012/main">
        <p15:guide id="1" orient="horz" pos="699">
          <p15:clr>
            <a:srgbClr val="547EBF"/>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Content: 2 columns ">
    <p:spTree>
      <p:nvGrpSpPr>
        <p:cNvPr id="1" name=""/>
        <p:cNvGrpSpPr/>
        <p:nvPr/>
      </p:nvGrpSpPr>
      <p:grpSpPr>
        <a:xfrm>
          <a:off x="0" y="0"/>
          <a:ext cx="0" cy="0"/>
          <a:chOff x="0" y="0"/>
          <a:chExt cx="0" cy="0"/>
        </a:xfrm>
      </p:grpSpPr>
      <p:sp>
        <p:nvSpPr>
          <p:cNvPr id="4" name="Title 2">
            <a:extLst>
              <a:ext uri="{FF2B5EF4-FFF2-40B4-BE49-F238E27FC236}">
                <a16:creationId xmlns:a16="http://schemas.microsoft.com/office/drawing/2014/main" id="{48701463-9442-1142-516A-46496479961A}"/>
              </a:ext>
            </a:extLst>
          </p:cNvPr>
          <p:cNvSpPr>
            <a:spLocks noGrp="1"/>
          </p:cNvSpPr>
          <p:nvPr>
            <p:ph type="title"/>
          </p:nvPr>
        </p:nvSpPr>
        <p:spPr>
          <a:xfrm>
            <a:off x="556467" y="572600"/>
            <a:ext cx="11084672" cy="393954"/>
          </a:xfrm>
        </p:spPr>
        <p:txBody>
          <a:bodyPr/>
          <a:lstStyle/>
          <a:p>
            <a:r>
              <a:rPr lang="en-GB"/>
              <a:t>Click to edit Master title style</a:t>
            </a:r>
            <a:endParaRPr lang="en-US"/>
          </a:p>
        </p:txBody>
      </p:sp>
      <p:sp>
        <p:nvSpPr>
          <p:cNvPr id="7" name="Content Placeholder 4">
            <a:extLst>
              <a:ext uri="{FF2B5EF4-FFF2-40B4-BE49-F238E27FC236}">
                <a16:creationId xmlns:a16="http://schemas.microsoft.com/office/drawing/2014/main" id="{9917C584-C28F-B584-7B0F-55FA025AE20A}"/>
              </a:ext>
            </a:extLst>
          </p:cNvPr>
          <p:cNvSpPr>
            <a:spLocks noGrp="1"/>
          </p:cNvSpPr>
          <p:nvPr>
            <p:ph sz="half" idx="23" hasCustomPrompt="1"/>
          </p:nvPr>
        </p:nvSpPr>
        <p:spPr>
          <a:xfrm>
            <a:off x="563411" y="1371600"/>
            <a:ext cx="5366829" cy="4757738"/>
          </a:xfrm>
          <a:prstGeom prst="rect">
            <a:avLst/>
          </a:prstGeom>
        </p:spPr>
        <p:txBody>
          <a:bodyPr/>
          <a:lstStyle>
            <a:lvl1pPr>
              <a:spcAft>
                <a:spcPts val="600"/>
              </a:spcAft>
              <a:defRPr sz="1400" b="0" i="0">
                <a:latin typeface="Graphik" panose="020B0503030202060203" pitchFamily="34" charset="77"/>
              </a:defRPr>
            </a:lvl1pPr>
            <a:lvl2pPr>
              <a:spcAft>
                <a:spcPts val="600"/>
              </a:spcAft>
              <a:defRPr sz="1400" b="0" i="0">
                <a:latin typeface="Graphik" panose="020B0503030202060203" pitchFamily="34" charset="77"/>
              </a:defRPr>
            </a:lvl2pPr>
            <a:lvl3pPr>
              <a:spcAft>
                <a:spcPts val="600"/>
              </a:spcAft>
              <a:defRPr sz="1400" b="0" i="0">
                <a:latin typeface="Graphik" panose="020B0503030202060203" pitchFamily="34" charset="77"/>
              </a:defRPr>
            </a:lvl3pPr>
            <a:lvl4pPr>
              <a:spcAft>
                <a:spcPts val="600"/>
              </a:spcAft>
              <a:defRPr sz="1200" b="0" i="0">
                <a:latin typeface="Graphik" panose="020B0503030202060203" pitchFamily="34" charset="77"/>
              </a:defRPr>
            </a:lvl4pPr>
            <a:lvl5pPr>
              <a:spcAft>
                <a:spcPts val="600"/>
              </a:spcAft>
              <a:defRPr sz="1200" b="0" i="0">
                <a:latin typeface="Graphik" panose="020B0503030202060203" pitchFamily="34" charset="77"/>
              </a:defRPr>
            </a:lvl5pPr>
            <a:lvl6pPr>
              <a:defRPr sz="1100" b="0" i="0">
                <a:latin typeface="Graphik" panose="020B0503030202060203" pitchFamily="34" charset="77"/>
              </a:defRPr>
            </a:lvl6pPr>
          </a:lstStyle>
          <a:p>
            <a:pPr lvl="0"/>
            <a:r>
              <a:rPr lang="en-US"/>
              <a:t>Place text here</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
        <p:nvSpPr>
          <p:cNvPr id="8" name="Content Placeholder 4">
            <a:extLst>
              <a:ext uri="{FF2B5EF4-FFF2-40B4-BE49-F238E27FC236}">
                <a16:creationId xmlns:a16="http://schemas.microsoft.com/office/drawing/2014/main" id="{6042C45C-90BD-45D8-3274-EC8F9C34884E}"/>
              </a:ext>
            </a:extLst>
          </p:cNvPr>
          <p:cNvSpPr>
            <a:spLocks noGrp="1"/>
          </p:cNvSpPr>
          <p:nvPr>
            <p:ph sz="half" idx="27" hasCustomPrompt="1"/>
          </p:nvPr>
        </p:nvSpPr>
        <p:spPr>
          <a:xfrm>
            <a:off x="6274309" y="1371600"/>
            <a:ext cx="5366829" cy="4757738"/>
          </a:xfrm>
          <a:prstGeom prst="rect">
            <a:avLst/>
          </a:prstGeom>
        </p:spPr>
        <p:txBody>
          <a:bodyPr/>
          <a:lstStyle>
            <a:lvl1pPr>
              <a:spcAft>
                <a:spcPts val="600"/>
              </a:spcAft>
              <a:defRPr sz="1400" b="0" i="0">
                <a:latin typeface="Graphik" panose="020B0503030202060203" pitchFamily="34" charset="77"/>
              </a:defRPr>
            </a:lvl1pPr>
            <a:lvl2pPr>
              <a:spcAft>
                <a:spcPts val="600"/>
              </a:spcAft>
              <a:defRPr sz="1400" b="0" i="0">
                <a:latin typeface="Graphik" panose="020B0503030202060203" pitchFamily="34" charset="77"/>
              </a:defRPr>
            </a:lvl2pPr>
            <a:lvl3pPr>
              <a:spcAft>
                <a:spcPts val="600"/>
              </a:spcAft>
              <a:defRPr sz="1400" b="0" i="0">
                <a:latin typeface="Graphik" panose="020B0503030202060203" pitchFamily="34" charset="77"/>
              </a:defRPr>
            </a:lvl3pPr>
            <a:lvl4pPr>
              <a:spcAft>
                <a:spcPts val="600"/>
              </a:spcAft>
              <a:defRPr sz="1200" b="0" i="0">
                <a:latin typeface="Graphik" panose="020B0503030202060203" pitchFamily="34" charset="77"/>
              </a:defRPr>
            </a:lvl4pPr>
            <a:lvl5pPr>
              <a:spcAft>
                <a:spcPts val="600"/>
              </a:spcAft>
              <a:defRPr sz="1200" b="0" i="0">
                <a:latin typeface="Graphik" panose="020B0503030202060203" pitchFamily="34" charset="77"/>
              </a:defRPr>
            </a:lvl5pPr>
            <a:lvl6pPr>
              <a:defRPr sz="1100" b="0" i="0">
                <a:latin typeface="Graphik" panose="020B0503030202060203" pitchFamily="34" charset="77"/>
              </a:defRPr>
            </a:lvl6pPr>
          </a:lstStyle>
          <a:p>
            <a:pPr lvl="0"/>
            <a:r>
              <a:rPr lang="en-US"/>
              <a:t>Place text here</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Tree>
    <p:extLst>
      <p:ext uri="{BB962C8B-B14F-4D97-AF65-F5344CB8AC3E}">
        <p14:creationId xmlns:p14="http://schemas.microsoft.com/office/powerpoint/2010/main" val="3636527163"/>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Content: 2 columns + subtitle">
    <p:spTree>
      <p:nvGrpSpPr>
        <p:cNvPr id="1" name=""/>
        <p:cNvGrpSpPr/>
        <p:nvPr/>
      </p:nvGrpSpPr>
      <p:grpSpPr>
        <a:xfrm>
          <a:off x="0" y="0"/>
          <a:ext cx="0" cy="0"/>
          <a:chOff x="0" y="0"/>
          <a:chExt cx="0" cy="0"/>
        </a:xfrm>
      </p:grpSpPr>
      <p:sp>
        <p:nvSpPr>
          <p:cNvPr id="5" name="Title 2">
            <a:extLst>
              <a:ext uri="{FF2B5EF4-FFF2-40B4-BE49-F238E27FC236}">
                <a16:creationId xmlns:a16="http://schemas.microsoft.com/office/drawing/2014/main" id="{4ADD1F44-0234-2D57-4413-4FC6C13C9526}"/>
              </a:ext>
            </a:extLst>
          </p:cNvPr>
          <p:cNvSpPr>
            <a:spLocks noGrp="1"/>
          </p:cNvSpPr>
          <p:nvPr>
            <p:ph type="title"/>
          </p:nvPr>
        </p:nvSpPr>
        <p:spPr>
          <a:xfrm>
            <a:off x="556467" y="572600"/>
            <a:ext cx="11084672" cy="393954"/>
          </a:xfrm>
        </p:spPr>
        <p:txBody>
          <a:bodyPr/>
          <a:lstStyle/>
          <a:p>
            <a:r>
              <a:rPr lang="en-GB"/>
              <a:t>Click to edit Master title style</a:t>
            </a:r>
            <a:endParaRPr lang="en-US"/>
          </a:p>
        </p:txBody>
      </p:sp>
      <p:sp>
        <p:nvSpPr>
          <p:cNvPr id="3" name="Text Placeholder 3">
            <a:extLst>
              <a:ext uri="{FF2B5EF4-FFF2-40B4-BE49-F238E27FC236}">
                <a16:creationId xmlns:a16="http://schemas.microsoft.com/office/drawing/2014/main" id="{A3A63DC6-F1D4-F48E-63CC-C7FB269035DD}"/>
              </a:ext>
            </a:extLst>
          </p:cNvPr>
          <p:cNvSpPr>
            <a:spLocks noGrp="1"/>
          </p:cNvSpPr>
          <p:nvPr>
            <p:ph type="body" sz="quarter" idx="26" hasCustomPrompt="1"/>
          </p:nvPr>
        </p:nvSpPr>
        <p:spPr>
          <a:xfrm>
            <a:off x="563411" y="1109663"/>
            <a:ext cx="11084673" cy="384048"/>
          </a:xfrm>
          <a:prstGeom prst="rect">
            <a:avLst/>
          </a:prstGeom>
        </p:spPr>
        <p:txBody>
          <a:bodyPr anchor="t"/>
          <a:lstStyle>
            <a:lvl1pPr marL="0" indent="0">
              <a:spcAft>
                <a:spcPts val="0"/>
              </a:spcAft>
              <a:buNone/>
              <a:defRPr sz="1800" b="0" i="0">
                <a:solidFill>
                  <a:schemeClr val="bg2"/>
                </a:solidFill>
                <a:latin typeface="Graphik" panose="020B0503030202060203" pitchFamily="34" charset="77"/>
              </a:defRPr>
            </a:lvl1pPr>
          </a:lstStyle>
          <a:p>
            <a:pPr lvl="0"/>
            <a:r>
              <a:rPr lang="en-GB"/>
              <a:t>Place subtitle here in </a:t>
            </a:r>
            <a:r>
              <a:rPr lang="en-GB" err="1"/>
              <a:t>Graphik</a:t>
            </a:r>
            <a:r>
              <a:rPr lang="en-GB"/>
              <a:t> regular</a:t>
            </a:r>
            <a:endParaRPr lang="en-US"/>
          </a:p>
        </p:txBody>
      </p:sp>
      <p:sp>
        <p:nvSpPr>
          <p:cNvPr id="11" name="Content Placeholder 4">
            <a:extLst>
              <a:ext uri="{FF2B5EF4-FFF2-40B4-BE49-F238E27FC236}">
                <a16:creationId xmlns:a16="http://schemas.microsoft.com/office/drawing/2014/main" id="{D1F96AC0-D13D-0E71-5754-A36D3204D2CE}"/>
              </a:ext>
            </a:extLst>
          </p:cNvPr>
          <p:cNvSpPr>
            <a:spLocks noGrp="1"/>
          </p:cNvSpPr>
          <p:nvPr>
            <p:ph sz="half" idx="23" hasCustomPrompt="1"/>
          </p:nvPr>
        </p:nvSpPr>
        <p:spPr>
          <a:xfrm>
            <a:off x="563411" y="1844675"/>
            <a:ext cx="5366829" cy="4284663"/>
          </a:xfrm>
          <a:prstGeom prst="rect">
            <a:avLst/>
          </a:prstGeom>
        </p:spPr>
        <p:txBody>
          <a:bodyPr/>
          <a:lstStyle>
            <a:lvl1pPr>
              <a:spcAft>
                <a:spcPts val="600"/>
              </a:spcAft>
              <a:defRPr sz="1400" b="0" i="0">
                <a:latin typeface="Graphik" panose="020B0503030202060203" pitchFamily="34" charset="77"/>
              </a:defRPr>
            </a:lvl1pPr>
            <a:lvl2pPr>
              <a:spcAft>
                <a:spcPts val="600"/>
              </a:spcAft>
              <a:defRPr sz="1400" b="0" i="0">
                <a:latin typeface="Graphik" panose="020B0503030202060203" pitchFamily="34" charset="77"/>
              </a:defRPr>
            </a:lvl2pPr>
            <a:lvl3pPr>
              <a:spcAft>
                <a:spcPts val="600"/>
              </a:spcAft>
              <a:defRPr sz="1400" b="0" i="0">
                <a:latin typeface="Graphik" panose="020B0503030202060203" pitchFamily="34" charset="77"/>
              </a:defRPr>
            </a:lvl3pPr>
            <a:lvl4pPr>
              <a:spcAft>
                <a:spcPts val="600"/>
              </a:spcAft>
              <a:defRPr sz="1200" b="0" i="0">
                <a:latin typeface="Graphik" panose="020B0503030202060203" pitchFamily="34" charset="77"/>
              </a:defRPr>
            </a:lvl4pPr>
            <a:lvl5pPr>
              <a:spcAft>
                <a:spcPts val="600"/>
              </a:spcAft>
              <a:defRPr sz="1200" b="0" i="0">
                <a:latin typeface="Graphik" panose="020B0503030202060203" pitchFamily="34" charset="77"/>
              </a:defRPr>
            </a:lvl5pPr>
            <a:lvl6pPr>
              <a:defRPr sz="1400" b="0" i="0">
                <a:latin typeface="Graphik" panose="020B0503030202060203" pitchFamily="34" charset="77"/>
              </a:defRPr>
            </a:lvl6pPr>
          </a:lstStyle>
          <a:p>
            <a:pPr lvl="0"/>
            <a:r>
              <a:rPr lang="en-US"/>
              <a:t>Place text here</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
        <p:nvSpPr>
          <p:cNvPr id="12" name="Content Placeholder 4">
            <a:extLst>
              <a:ext uri="{FF2B5EF4-FFF2-40B4-BE49-F238E27FC236}">
                <a16:creationId xmlns:a16="http://schemas.microsoft.com/office/drawing/2014/main" id="{32746C65-211F-F944-7DC6-636860898795}"/>
              </a:ext>
            </a:extLst>
          </p:cNvPr>
          <p:cNvSpPr>
            <a:spLocks noGrp="1"/>
          </p:cNvSpPr>
          <p:nvPr>
            <p:ph sz="half" idx="27" hasCustomPrompt="1"/>
          </p:nvPr>
        </p:nvSpPr>
        <p:spPr>
          <a:xfrm>
            <a:off x="6274309" y="1844675"/>
            <a:ext cx="5366829" cy="4284663"/>
          </a:xfrm>
          <a:prstGeom prst="rect">
            <a:avLst/>
          </a:prstGeom>
        </p:spPr>
        <p:txBody>
          <a:bodyPr/>
          <a:lstStyle>
            <a:lvl1pPr>
              <a:spcAft>
                <a:spcPts val="600"/>
              </a:spcAft>
              <a:defRPr sz="1400" b="0" i="0">
                <a:latin typeface="Graphik" panose="020B0503030202060203" pitchFamily="34" charset="77"/>
              </a:defRPr>
            </a:lvl1pPr>
            <a:lvl2pPr>
              <a:spcAft>
                <a:spcPts val="600"/>
              </a:spcAft>
              <a:defRPr sz="1400" b="0" i="0">
                <a:latin typeface="Graphik" panose="020B0503030202060203" pitchFamily="34" charset="77"/>
              </a:defRPr>
            </a:lvl2pPr>
            <a:lvl3pPr>
              <a:spcAft>
                <a:spcPts val="600"/>
              </a:spcAft>
              <a:defRPr sz="1400" b="0" i="0">
                <a:latin typeface="Graphik" panose="020B0503030202060203" pitchFamily="34" charset="77"/>
              </a:defRPr>
            </a:lvl3pPr>
            <a:lvl4pPr>
              <a:spcAft>
                <a:spcPts val="600"/>
              </a:spcAft>
              <a:defRPr sz="1200" b="0" i="0">
                <a:latin typeface="Graphik" panose="020B0503030202060203" pitchFamily="34" charset="77"/>
              </a:defRPr>
            </a:lvl4pPr>
            <a:lvl5pPr>
              <a:spcAft>
                <a:spcPts val="600"/>
              </a:spcAft>
              <a:defRPr sz="1200" b="0" i="0">
                <a:latin typeface="Graphik" panose="020B0503030202060203" pitchFamily="34" charset="77"/>
              </a:defRPr>
            </a:lvl5pPr>
            <a:lvl6pPr>
              <a:defRPr sz="1400" b="0" i="0">
                <a:latin typeface="Graphik" panose="020B0503030202060203" pitchFamily="34" charset="77"/>
              </a:defRPr>
            </a:lvl6pPr>
          </a:lstStyle>
          <a:p>
            <a:pPr lvl="0"/>
            <a:r>
              <a:rPr lang="en-US"/>
              <a:t>Place text here</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Tree>
    <p:extLst>
      <p:ext uri="{BB962C8B-B14F-4D97-AF65-F5344CB8AC3E}">
        <p14:creationId xmlns:p14="http://schemas.microsoft.com/office/powerpoint/2010/main" val="1976679589"/>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Content: 1 column + image">
    <p:spTree>
      <p:nvGrpSpPr>
        <p:cNvPr id="1" name=""/>
        <p:cNvGrpSpPr/>
        <p:nvPr/>
      </p:nvGrpSpPr>
      <p:grpSpPr>
        <a:xfrm>
          <a:off x="0" y="0"/>
          <a:ext cx="0" cy="0"/>
          <a:chOff x="0" y="0"/>
          <a:chExt cx="0" cy="0"/>
        </a:xfrm>
      </p:grpSpPr>
      <p:sp>
        <p:nvSpPr>
          <p:cNvPr id="4" name="Title 2">
            <a:extLst>
              <a:ext uri="{FF2B5EF4-FFF2-40B4-BE49-F238E27FC236}">
                <a16:creationId xmlns:a16="http://schemas.microsoft.com/office/drawing/2014/main" id="{2E7AEC39-79BA-E7A3-BBD2-6D1623631EAD}"/>
              </a:ext>
            </a:extLst>
          </p:cNvPr>
          <p:cNvSpPr>
            <a:spLocks noGrp="1"/>
          </p:cNvSpPr>
          <p:nvPr>
            <p:ph type="title"/>
          </p:nvPr>
        </p:nvSpPr>
        <p:spPr>
          <a:xfrm>
            <a:off x="556466" y="572600"/>
            <a:ext cx="4958430" cy="393954"/>
          </a:xfrm>
        </p:spPr>
        <p:txBody>
          <a:bodyPr/>
          <a:lstStyle/>
          <a:p>
            <a:r>
              <a:rPr lang="en-GB"/>
              <a:t>Click to edit Master title style</a:t>
            </a:r>
            <a:endParaRPr lang="en-US"/>
          </a:p>
        </p:txBody>
      </p:sp>
      <p:sp>
        <p:nvSpPr>
          <p:cNvPr id="2" name="Text Placeholder 3">
            <a:extLst>
              <a:ext uri="{FF2B5EF4-FFF2-40B4-BE49-F238E27FC236}">
                <a16:creationId xmlns:a16="http://schemas.microsoft.com/office/drawing/2014/main" id="{76AA3A1C-64F6-5ED3-5870-9290D090DB50}"/>
              </a:ext>
            </a:extLst>
          </p:cNvPr>
          <p:cNvSpPr>
            <a:spLocks noGrp="1"/>
          </p:cNvSpPr>
          <p:nvPr>
            <p:ph type="body" sz="quarter" idx="26" hasCustomPrompt="1"/>
          </p:nvPr>
        </p:nvSpPr>
        <p:spPr>
          <a:xfrm>
            <a:off x="563411" y="1609787"/>
            <a:ext cx="4958430" cy="384048"/>
          </a:xfrm>
          <a:prstGeom prst="rect">
            <a:avLst/>
          </a:prstGeom>
        </p:spPr>
        <p:txBody>
          <a:bodyPr anchor="t"/>
          <a:lstStyle>
            <a:lvl1pPr marL="0" indent="0">
              <a:spcAft>
                <a:spcPts val="0"/>
              </a:spcAft>
              <a:buNone/>
              <a:defRPr sz="1800" b="0" i="0">
                <a:solidFill>
                  <a:schemeClr val="bg2"/>
                </a:solidFill>
                <a:latin typeface="Graphik" panose="020B0503030202060203" pitchFamily="34" charset="77"/>
              </a:defRPr>
            </a:lvl1pPr>
          </a:lstStyle>
          <a:p>
            <a:pPr lvl="0"/>
            <a:r>
              <a:rPr lang="en-GB"/>
              <a:t>Place subtitle here in </a:t>
            </a:r>
            <a:r>
              <a:rPr lang="en-GB" err="1"/>
              <a:t>Graphik</a:t>
            </a:r>
            <a:r>
              <a:rPr lang="en-GB"/>
              <a:t> regular</a:t>
            </a:r>
            <a:endParaRPr lang="en-US"/>
          </a:p>
        </p:txBody>
      </p:sp>
      <p:sp>
        <p:nvSpPr>
          <p:cNvPr id="9" name="Text Placeholder 3a">
            <a:extLst>
              <a:ext uri="{FF2B5EF4-FFF2-40B4-BE49-F238E27FC236}">
                <a16:creationId xmlns:a16="http://schemas.microsoft.com/office/drawing/2014/main" id="{5D9B6009-93F7-0EA3-7688-ED060527BD22}"/>
              </a:ext>
            </a:extLst>
          </p:cNvPr>
          <p:cNvSpPr>
            <a:spLocks noGrp="1"/>
          </p:cNvSpPr>
          <p:nvPr>
            <p:ph type="body" idx="22" hasCustomPrompt="1"/>
          </p:nvPr>
        </p:nvSpPr>
        <p:spPr>
          <a:xfrm>
            <a:off x="563411" y="2168501"/>
            <a:ext cx="4951564" cy="632327"/>
          </a:xfrm>
          <a:prstGeom prst="rect">
            <a:avLst/>
          </a:prstGeom>
        </p:spPr>
        <p:txBody>
          <a:bodyPr anchor="t"/>
          <a:lstStyle>
            <a:lvl1pPr marL="0" indent="0">
              <a:lnSpc>
                <a:spcPct val="90000"/>
              </a:lnSpc>
              <a:spcAft>
                <a:spcPts val="0"/>
              </a:spcAft>
              <a:buNone/>
              <a:defRPr sz="1800" b="1" i="0">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Place headline </a:t>
            </a:r>
            <a:br>
              <a:rPr lang="en-US"/>
            </a:br>
            <a:r>
              <a:rPr lang="en-US"/>
              <a:t>here</a:t>
            </a:r>
          </a:p>
        </p:txBody>
      </p:sp>
      <p:sp>
        <p:nvSpPr>
          <p:cNvPr id="14" name="Content Placeholder 4">
            <a:extLst>
              <a:ext uri="{FF2B5EF4-FFF2-40B4-BE49-F238E27FC236}">
                <a16:creationId xmlns:a16="http://schemas.microsoft.com/office/drawing/2014/main" id="{DD884840-889C-7E2B-A21E-B460E6632A5E}"/>
              </a:ext>
            </a:extLst>
          </p:cNvPr>
          <p:cNvSpPr>
            <a:spLocks noGrp="1"/>
          </p:cNvSpPr>
          <p:nvPr>
            <p:ph sz="half" idx="23" hasCustomPrompt="1"/>
          </p:nvPr>
        </p:nvSpPr>
        <p:spPr>
          <a:xfrm>
            <a:off x="563411" y="2857534"/>
            <a:ext cx="4951564" cy="3247991"/>
          </a:xfrm>
          <a:prstGeom prst="rect">
            <a:avLst/>
          </a:prstGeom>
        </p:spPr>
        <p:txBody>
          <a:bodyPr/>
          <a:lstStyle>
            <a:lvl1pPr>
              <a:spcAft>
                <a:spcPts val="600"/>
              </a:spcAft>
              <a:defRPr sz="1400" b="0" i="0">
                <a:latin typeface="Graphik" panose="020B0503030202060203" pitchFamily="34" charset="77"/>
              </a:defRPr>
            </a:lvl1pPr>
            <a:lvl2pPr>
              <a:spcAft>
                <a:spcPts val="600"/>
              </a:spcAft>
              <a:defRPr sz="1400" b="0" i="0">
                <a:latin typeface="Graphik" panose="020B0503030202060203" pitchFamily="34" charset="77"/>
              </a:defRPr>
            </a:lvl2pPr>
            <a:lvl3pPr>
              <a:spcAft>
                <a:spcPts val="600"/>
              </a:spcAft>
              <a:defRPr sz="1400" b="0" i="0">
                <a:latin typeface="Graphik" panose="020B0503030202060203" pitchFamily="34" charset="77"/>
              </a:defRPr>
            </a:lvl3pPr>
            <a:lvl4pPr>
              <a:spcAft>
                <a:spcPts val="600"/>
              </a:spcAft>
              <a:defRPr sz="1200" b="0" i="0">
                <a:latin typeface="Graphik" panose="020B0503030202060203" pitchFamily="34" charset="77"/>
              </a:defRPr>
            </a:lvl4pPr>
            <a:lvl5pPr>
              <a:spcAft>
                <a:spcPts val="600"/>
              </a:spcAft>
              <a:defRPr sz="1200" b="0" i="0">
                <a:latin typeface="Graphik" panose="020B0503030202060203" pitchFamily="34" charset="77"/>
              </a:defRPr>
            </a:lvl5pPr>
            <a:lvl6pPr>
              <a:defRPr sz="1100" b="0" i="0">
                <a:latin typeface="Graphik" panose="020B0503030202060203" pitchFamily="34" charset="77"/>
              </a:defRPr>
            </a:lvl6pPr>
          </a:lstStyle>
          <a:p>
            <a:pPr lvl="0"/>
            <a:r>
              <a:rPr lang="en-US"/>
              <a:t>Place text her</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
        <p:nvSpPr>
          <p:cNvPr id="12" name="Picture Placeholder 10">
            <a:extLst>
              <a:ext uri="{FF2B5EF4-FFF2-40B4-BE49-F238E27FC236}">
                <a16:creationId xmlns:a16="http://schemas.microsoft.com/office/drawing/2014/main" id="{B0AA4D52-B7EF-3A7F-8F6B-EE17D2CD81D7}"/>
              </a:ext>
            </a:extLst>
          </p:cNvPr>
          <p:cNvSpPr>
            <a:spLocks noGrp="1" noChangeAspect="1"/>
          </p:cNvSpPr>
          <p:nvPr>
            <p:ph type="pic" sz="quarter" idx="16"/>
          </p:nvPr>
        </p:nvSpPr>
        <p:spPr>
          <a:xfrm>
            <a:off x="6103368" y="549275"/>
            <a:ext cx="6092648" cy="5759450"/>
          </a:xfrm>
          <a:solidFill>
            <a:schemeClr val="bg1">
              <a:lumMod val="95000"/>
            </a:schemeClr>
          </a:solidFill>
        </p:spPr>
        <p:txBody>
          <a:bodyPr anchor="ctr"/>
          <a:lstStyle>
            <a:lvl1pPr algn="ctr">
              <a:defRPr/>
            </a:lvl1pPr>
          </a:lstStyle>
          <a:p>
            <a:r>
              <a:rPr lang="en-GB"/>
              <a:t>Click icon to add picture</a:t>
            </a:r>
            <a:endParaRPr lang="en-US"/>
          </a:p>
        </p:txBody>
      </p:sp>
    </p:spTree>
    <p:extLst>
      <p:ext uri="{BB962C8B-B14F-4D97-AF65-F5344CB8AC3E}">
        <p14:creationId xmlns:p14="http://schemas.microsoft.com/office/powerpoint/2010/main" val="544592518"/>
      </p:ext>
    </p:extLst>
  </p:cSld>
  <p:clrMapOvr>
    <a:masterClrMapping/>
  </p:clrMapOvr>
  <p:extLst>
    <p:ext uri="{DCECCB84-F9BA-43D5-87BE-67443E8EF086}">
      <p15:sldGuideLst xmlns:p15="http://schemas.microsoft.com/office/powerpoint/2012/main">
        <p15:guide id="1" orient="horz" pos="2781">
          <p15:clr>
            <a:srgbClr val="C35EA4"/>
          </p15:clr>
        </p15:guide>
        <p15:guide id="2" orient="horz" pos="699">
          <p15:clr>
            <a:srgbClr val="547EBF"/>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Content: 3 columns">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BE54C0EC-61DC-B59E-7818-7970359D572F}"/>
              </a:ext>
            </a:extLst>
          </p:cNvPr>
          <p:cNvSpPr>
            <a:spLocks noGrp="1"/>
          </p:cNvSpPr>
          <p:nvPr>
            <p:ph type="title"/>
          </p:nvPr>
        </p:nvSpPr>
        <p:spPr>
          <a:xfrm>
            <a:off x="556467" y="572600"/>
            <a:ext cx="11084672" cy="393954"/>
          </a:xfrm>
        </p:spPr>
        <p:txBody>
          <a:bodyPr/>
          <a:lstStyle/>
          <a:p>
            <a:r>
              <a:rPr lang="en-GB"/>
              <a:t>Click to edit Master title style</a:t>
            </a:r>
            <a:endParaRPr lang="en-US"/>
          </a:p>
        </p:txBody>
      </p:sp>
      <p:sp>
        <p:nvSpPr>
          <p:cNvPr id="5" name="Text Placeholder 3">
            <a:extLst>
              <a:ext uri="{FF2B5EF4-FFF2-40B4-BE49-F238E27FC236}">
                <a16:creationId xmlns:a16="http://schemas.microsoft.com/office/drawing/2014/main" id="{829CD64B-978B-B166-4177-22D54438A49F}"/>
              </a:ext>
            </a:extLst>
          </p:cNvPr>
          <p:cNvSpPr>
            <a:spLocks noGrp="1"/>
          </p:cNvSpPr>
          <p:nvPr>
            <p:ph type="body" sz="quarter" idx="26" hasCustomPrompt="1"/>
          </p:nvPr>
        </p:nvSpPr>
        <p:spPr>
          <a:xfrm>
            <a:off x="563411" y="1109663"/>
            <a:ext cx="11084673" cy="384048"/>
          </a:xfrm>
          <a:prstGeom prst="rect">
            <a:avLst/>
          </a:prstGeom>
        </p:spPr>
        <p:txBody>
          <a:bodyPr anchor="t"/>
          <a:lstStyle>
            <a:lvl1pPr marL="0" indent="0">
              <a:spcAft>
                <a:spcPts val="0"/>
              </a:spcAft>
              <a:buNone/>
              <a:defRPr sz="1800" b="0" i="0">
                <a:solidFill>
                  <a:schemeClr val="tx1"/>
                </a:solidFill>
                <a:latin typeface="Graphik" panose="020B0503030202060203" pitchFamily="34" charset="77"/>
              </a:defRPr>
            </a:lvl1pPr>
          </a:lstStyle>
          <a:p>
            <a:pPr lvl="0"/>
            <a:r>
              <a:rPr lang="en-GB"/>
              <a:t>Place subtitle here in </a:t>
            </a:r>
            <a:r>
              <a:rPr lang="en-GB" err="1"/>
              <a:t>Graphik</a:t>
            </a:r>
            <a:r>
              <a:rPr lang="en-GB"/>
              <a:t> regular</a:t>
            </a:r>
            <a:endParaRPr lang="en-US"/>
          </a:p>
        </p:txBody>
      </p:sp>
      <p:sp>
        <p:nvSpPr>
          <p:cNvPr id="19" name="Text Placeholder 2">
            <a:extLst>
              <a:ext uri="{FF2B5EF4-FFF2-40B4-BE49-F238E27FC236}">
                <a16:creationId xmlns:a16="http://schemas.microsoft.com/office/drawing/2014/main" id="{72341109-26F6-4227-8890-EA8EB1C0EBBA}"/>
              </a:ext>
            </a:extLst>
          </p:cNvPr>
          <p:cNvSpPr>
            <a:spLocks noGrp="1"/>
          </p:cNvSpPr>
          <p:nvPr>
            <p:ph type="body" idx="18" hasCustomPrompt="1"/>
          </p:nvPr>
        </p:nvSpPr>
        <p:spPr>
          <a:xfrm>
            <a:off x="561424" y="1844675"/>
            <a:ext cx="3393084" cy="457200"/>
          </a:xfrm>
          <a:prstGeom prst="rect">
            <a:avLst/>
          </a:prstGeom>
        </p:spPr>
        <p:txBody>
          <a:bodyPr anchor="t"/>
          <a:lstStyle>
            <a:lvl1pPr marL="0" indent="0">
              <a:spcAft>
                <a:spcPts val="0"/>
              </a:spcAft>
              <a:buNone/>
              <a:defRPr sz="2400" b="1" i="0">
                <a:solidFill>
                  <a:schemeClr val="bg2"/>
                </a:solidFill>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GB"/>
              <a:t>#</a:t>
            </a:r>
            <a:endParaRPr lang="en-US"/>
          </a:p>
        </p:txBody>
      </p:sp>
      <p:sp>
        <p:nvSpPr>
          <p:cNvPr id="3" name="Text Placeholder 3a">
            <a:extLst>
              <a:ext uri="{FF2B5EF4-FFF2-40B4-BE49-F238E27FC236}">
                <a16:creationId xmlns:a16="http://schemas.microsoft.com/office/drawing/2014/main" id="{4C9BBD74-54FD-481F-B3FD-0CE5318F281F}"/>
              </a:ext>
            </a:extLst>
          </p:cNvPr>
          <p:cNvSpPr>
            <a:spLocks noGrp="1"/>
          </p:cNvSpPr>
          <p:nvPr>
            <p:ph type="body" idx="1" hasCustomPrompt="1"/>
          </p:nvPr>
        </p:nvSpPr>
        <p:spPr>
          <a:xfrm>
            <a:off x="561424" y="2301875"/>
            <a:ext cx="3393084" cy="822960"/>
          </a:xfrm>
          <a:prstGeom prst="rect">
            <a:avLst/>
          </a:prstGeom>
        </p:spPr>
        <p:txBody>
          <a:bodyPr anchor="t"/>
          <a:lstStyle>
            <a:lvl1pPr marL="0" indent="0">
              <a:lnSpc>
                <a:spcPct val="90000"/>
              </a:lnSpc>
              <a:spcAft>
                <a:spcPts val="0"/>
              </a:spcAft>
              <a:buNone/>
              <a:defRPr sz="1800" b="1" i="0">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Place headline here</a:t>
            </a:r>
          </a:p>
        </p:txBody>
      </p:sp>
      <p:sp>
        <p:nvSpPr>
          <p:cNvPr id="4" name="Content Placeholder 4">
            <a:extLst>
              <a:ext uri="{FF2B5EF4-FFF2-40B4-BE49-F238E27FC236}">
                <a16:creationId xmlns:a16="http://schemas.microsoft.com/office/drawing/2014/main" id="{02BA4C27-1C65-4465-A8B1-ACE92701B4D0}"/>
              </a:ext>
            </a:extLst>
          </p:cNvPr>
          <p:cNvSpPr>
            <a:spLocks noGrp="1"/>
          </p:cNvSpPr>
          <p:nvPr>
            <p:ph sz="half" idx="2" hasCustomPrompt="1"/>
          </p:nvPr>
        </p:nvSpPr>
        <p:spPr>
          <a:xfrm>
            <a:off x="561424" y="3124835"/>
            <a:ext cx="3393084" cy="2761488"/>
          </a:xfrm>
          <a:prstGeom prst="rect">
            <a:avLst/>
          </a:prstGeom>
        </p:spPr>
        <p:txBody>
          <a:bodyPr/>
          <a:lstStyle>
            <a:lvl1pPr>
              <a:spcAft>
                <a:spcPts val="600"/>
              </a:spcAft>
              <a:defRPr sz="1400" b="0" i="0">
                <a:latin typeface="Graphik" panose="020B0503030202060203" pitchFamily="34" charset="77"/>
              </a:defRPr>
            </a:lvl1pPr>
            <a:lvl2pPr>
              <a:spcAft>
                <a:spcPts val="600"/>
              </a:spcAft>
              <a:defRPr sz="1400" b="0" i="0">
                <a:latin typeface="Graphik" panose="020B0503030202060203" pitchFamily="34" charset="77"/>
              </a:defRPr>
            </a:lvl2pPr>
            <a:lvl3pPr>
              <a:spcAft>
                <a:spcPts val="600"/>
              </a:spcAft>
              <a:defRPr sz="1400" b="0" i="0">
                <a:latin typeface="Graphik" panose="020B0503030202060203" pitchFamily="34" charset="77"/>
              </a:defRPr>
            </a:lvl3pPr>
            <a:lvl4pPr>
              <a:spcAft>
                <a:spcPts val="600"/>
              </a:spcAft>
              <a:defRPr sz="1200" b="0" i="0">
                <a:latin typeface="Graphik" panose="020B0503030202060203" pitchFamily="34" charset="77"/>
              </a:defRPr>
            </a:lvl4pPr>
            <a:lvl5pPr>
              <a:spcAft>
                <a:spcPts val="600"/>
              </a:spcAft>
              <a:defRPr sz="1200" b="0" i="0">
                <a:latin typeface="Graphik" panose="020B0503030202060203" pitchFamily="34" charset="77"/>
              </a:defRPr>
            </a:lvl5pPr>
            <a:lvl6pPr>
              <a:defRPr sz="1100" b="0" i="0">
                <a:latin typeface="Graphik" panose="020B0503030202060203" pitchFamily="34" charset="77"/>
              </a:defRPr>
            </a:lvl6pPr>
          </a:lstStyle>
          <a:p>
            <a:pPr lvl="0"/>
            <a:r>
              <a:rPr lang="en-US"/>
              <a:t>Place text here</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
        <p:nvSpPr>
          <p:cNvPr id="24" name="Text Placeholder 5">
            <a:extLst>
              <a:ext uri="{FF2B5EF4-FFF2-40B4-BE49-F238E27FC236}">
                <a16:creationId xmlns:a16="http://schemas.microsoft.com/office/drawing/2014/main" id="{6F91AD4F-1A63-495D-A741-37A4A9D585AA}"/>
              </a:ext>
            </a:extLst>
          </p:cNvPr>
          <p:cNvSpPr>
            <a:spLocks noGrp="1"/>
          </p:cNvSpPr>
          <p:nvPr>
            <p:ph type="body" idx="21" hasCustomPrompt="1"/>
          </p:nvPr>
        </p:nvSpPr>
        <p:spPr>
          <a:xfrm>
            <a:off x="4408212" y="1844675"/>
            <a:ext cx="3393084" cy="457200"/>
          </a:xfrm>
          <a:prstGeom prst="rect">
            <a:avLst/>
          </a:prstGeom>
        </p:spPr>
        <p:txBody>
          <a:bodyPr anchor="t"/>
          <a:lstStyle>
            <a:lvl1pPr marL="0" indent="0">
              <a:spcAft>
                <a:spcPts val="0"/>
              </a:spcAft>
              <a:buNone/>
              <a:defRPr sz="2400" b="1" i="0">
                <a:solidFill>
                  <a:schemeClr val="bg2"/>
                </a:solidFill>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GB"/>
              <a:t>#</a:t>
            </a:r>
            <a:endParaRPr lang="en-US"/>
          </a:p>
        </p:txBody>
      </p:sp>
      <p:sp>
        <p:nvSpPr>
          <p:cNvPr id="22" name="Text Placeholder 6">
            <a:extLst>
              <a:ext uri="{FF2B5EF4-FFF2-40B4-BE49-F238E27FC236}">
                <a16:creationId xmlns:a16="http://schemas.microsoft.com/office/drawing/2014/main" id="{65274935-A310-47A1-ACB7-150C9A4CCBD8}"/>
              </a:ext>
            </a:extLst>
          </p:cNvPr>
          <p:cNvSpPr>
            <a:spLocks noGrp="1"/>
          </p:cNvSpPr>
          <p:nvPr>
            <p:ph type="body" idx="19" hasCustomPrompt="1"/>
          </p:nvPr>
        </p:nvSpPr>
        <p:spPr>
          <a:xfrm>
            <a:off x="4408212" y="2301875"/>
            <a:ext cx="3393084" cy="822960"/>
          </a:xfrm>
          <a:prstGeom prst="rect">
            <a:avLst/>
          </a:prstGeom>
        </p:spPr>
        <p:txBody>
          <a:bodyPr anchor="t"/>
          <a:lstStyle>
            <a:lvl1pPr marL="0" indent="0">
              <a:lnSpc>
                <a:spcPct val="90000"/>
              </a:lnSpc>
              <a:spcAft>
                <a:spcPts val="0"/>
              </a:spcAft>
              <a:buNone/>
              <a:defRPr sz="1800" b="1" i="0">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Place headline here</a:t>
            </a:r>
          </a:p>
        </p:txBody>
      </p:sp>
      <p:sp>
        <p:nvSpPr>
          <p:cNvPr id="23" name="Content Placeholder 7">
            <a:extLst>
              <a:ext uri="{FF2B5EF4-FFF2-40B4-BE49-F238E27FC236}">
                <a16:creationId xmlns:a16="http://schemas.microsoft.com/office/drawing/2014/main" id="{DB26F5FE-8482-4C00-99C1-3FC3BEEE82C8}"/>
              </a:ext>
            </a:extLst>
          </p:cNvPr>
          <p:cNvSpPr>
            <a:spLocks noGrp="1"/>
          </p:cNvSpPr>
          <p:nvPr>
            <p:ph sz="half" idx="20" hasCustomPrompt="1"/>
          </p:nvPr>
        </p:nvSpPr>
        <p:spPr>
          <a:xfrm>
            <a:off x="4408212" y="3124835"/>
            <a:ext cx="3393084" cy="2761488"/>
          </a:xfrm>
          <a:prstGeom prst="rect">
            <a:avLst/>
          </a:prstGeom>
        </p:spPr>
        <p:txBody>
          <a:bodyPr/>
          <a:lstStyle>
            <a:lvl1pPr>
              <a:spcAft>
                <a:spcPts val="600"/>
              </a:spcAft>
              <a:defRPr sz="1400" b="0" i="0">
                <a:latin typeface="Graphik" panose="020B0503030202060203" pitchFamily="34" charset="77"/>
              </a:defRPr>
            </a:lvl1pPr>
            <a:lvl2pPr>
              <a:spcAft>
                <a:spcPts val="600"/>
              </a:spcAft>
              <a:defRPr sz="1400" b="0" i="0">
                <a:latin typeface="Graphik" panose="020B0503030202060203" pitchFamily="34" charset="77"/>
              </a:defRPr>
            </a:lvl2pPr>
            <a:lvl3pPr>
              <a:spcAft>
                <a:spcPts val="600"/>
              </a:spcAft>
              <a:defRPr sz="1400" b="0" i="0">
                <a:latin typeface="Graphik" panose="020B0503030202060203" pitchFamily="34" charset="77"/>
              </a:defRPr>
            </a:lvl3pPr>
            <a:lvl4pPr>
              <a:spcAft>
                <a:spcPts val="600"/>
              </a:spcAft>
              <a:defRPr sz="1200" b="0" i="0">
                <a:latin typeface="Graphik" panose="020B0503030202060203" pitchFamily="34" charset="77"/>
              </a:defRPr>
            </a:lvl4pPr>
            <a:lvl5pPr>
              <a:spcAft>
                <a:spcPts val="600"/>
              </a:spcAft>
              <a:defRPr sz="1200" b="0" i="0">
                <a:latin typeface="Graphik" panose="020B0503030202060203" pitchFamily="34" charset="77"/>
              </a:defRPr>
            </a:lvl5pPr>
            <a:lvl6pPr>
              <a:defRPr lang="en-US" sz="1100" b="0" i="0" kern="1200" dirty="0">
                <a:solidFill>
                  <a:schemeClr val="tx1"/>
                </a:solidFill>
                <a:latin typeface="Graphik" panose="020B0503030202060203" pitchFamily="34" charset="77"/>
                <a:ea typeface="+mn-ea"/>
                <a:cs typeface="+mn-cs"/>
              </a:defRPr>
            </a:lvl6pPr>
          </a:lstStyle>
          <a:p>
            <a:pPr lvl="0"/>
            <a:r>
              <a:rPr lang="en-US"/>
              <a:t>Place text here</a:t>
            </a:r>
          </a:p>
          <a:p>
            <a:pPr lvl="1"/>
            <a:r>
              <a:rPr lang="en-US"/>
              <a:t>Second level</a:t>
            </a:r>
          </a:p>
          <a:p>
            <a:pPr lvl="2"/>
            <a:r>
              <a:rPr lang="en-US"/>
              <a:t>Third level</a:t>
            </a:r>
          </a:p>
          <a:p>
            <a:pPr lvl="3"/>
            <a:r>
              <a:rPr lang="en-US"/>
              <a:t>Fourth level</a:t>
            </a:r>
          </a:p>
          <a:p>
            <a:pPr lvl="4"/>
            <a:r>
              <a:rPr lang="en-US"/>
              <a:t>Fifth level</a:t>
            </a:r>
          </a:p>
          <a:p>
            <a:pPr marL="11113" lvl="5" indent="0" algn="l" defTabSz="228594" rtl="0" eaLnBrk="1" latinLnBrk="0" hangingPunct="1">
              <a:lnSpc>
                <a:spcPct val="90000"/>
              </a:lnSpc>
              <a:spcBef>
                <a:spcPts val="0"/>
              </a:spcBef>
              <a:spcAft>
                <a:spcPts val="1200"/>
              </a:spcAft>
              <a:buFont typeface="Graphik" panose="020B0503030202060203" pitchFamily="34" charset="0"/>
              <a:buNone/>
              <a:tabLst/>
            </a:pPr>
            <a:r>
              <a:rPr lang="en-US"/>
              <a:t>Sixth level</a:t>
            </a:r>
          </a:p>
        </p:txBody>
      </p:sp>
      <p:sp>
        <p:nvSpPr>
          <p:cNvPr id="27" name="Text Placeholder 8">
            <a:extLst>
              <a:ext uri="{FF2B5EF4-FFF2-40B4-BE49-F238E27FC236}">
                <a16:creationId xmlns:a16="http://schemas.microsoft.com/office/drawing/2014/main" id="{93F1B026-22B9-4DC5-B7C8-C26593A206F4}"/>
              </a:ext>
            </a:extLst>
          </p:cNvPr>
          <p:cNvSpPr>
            <a:spLocks noGrp="1"/>
          </p:cNvSpPr>
          <p:nvPr>
            <p:ph type="body" idx="24" hasCustomPrompt="1"/>
          </p:nvPr>
        </p:nvSpPr>
        <p:spPr>
          <a:xfrm>
            <a:off x="8255000" y="1844675"/>
            <a:ext cx="3393084" cy="457200"/>
          </a:xfrm>
          <a:prstGeom prst="rect">
            <a:avLst/>
          </a:prstGeom>
        </p:spPr>
        <p:txBody>
          <a:bodyPr anchor="t"/>
          <a:lstStyle>
            <a:lvl1pPr marL="0" indent="0">
              <a:spcAft>
                <a:spcPts val="0"/>
              </a:spcAft>
              <a:buNone/>
              <a:defRPr sz="2400" b="1" i="0">
                <a:solidFill>
                  <a:schemeClr val="bg2"/>
                </a:solidFill>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GB"/>
              <a:t>#</a:t>
            </a:r>
            <a:endParaRPr lang="en-US"/>
          </a:p>
        </p:txBody>
      </p:sp>
      <p:sp>
        <p:nvSpPr>
          <p:cNvPr id="25" name="Text Placeholder 9">
            <a:extLst>
              <a:ext uri="{FF2B5EF4-FFF2-40B4-BE49-F238E27FC236}">
                <a16:creationId xmlns:a16="http://schemas.microsoft.com/office/drawing/2014/main" id="{9B33E71D-D540-47A3-B3BA-2FFF7F53FF11}"/>
              </a:ext>
            </a:extLst>
          </p:cNvPr>
          <p:cNvSpPr>
            <a:spLocks noGrp="1"/>
          </p:cNvSpPr>
          <p:nvPr>
            <p:ph type="body" idx="22" hasCustomPrompt="1"/>
          </p:nvPr>
        </p:nvSpPr>
        <p:spPr>
          <a:xfrm>
            <a:off x="8255000" y="2301875"/>
            <a:ext cx="3393084" cy="822960"/>
          </a:xfrm>
          <a:prstGeom prst="rect">
            <a:avLst/>
          </a:prstGeom>
        </p:spPr>
        <p:txBody>
          <a:bodyPr anchor="t"/>
          <a:lstStyle>
            <a:lvl1pPr marL="0" indent="0">
              <a:lnSpc>
                <a:spcPct val="90000"/>
              </a:lnSpc>
              <a:spcAft>
                <a:spcPts val="0"/>
              </a:spcAft>
              <a:buNone/>
              <a:defRPr sz="1800" b="1" i="0">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Place headline here</a:t>
            </a:r>
          </a:p>
        </p:txBody>
      </p:sp>
      <p:sp>
        <p:nvSpPr>
          <p:cNvPr id="26" name="Content Placeholder 10">
            <a:extLst>
              <a:ext uri="{FF2B5EF4-FFF2-40B4-BE49-F238E27FC236}">
                <a16:creationId xmlns:a16="http://schemas.microsoft.com/office/drawing/2014/main" id="{CBA38EFA-DE92-462D-AAF3-DE465A478568}"/>
              </a:ext>
            </a:extLst>
          </p:cNvPr>
          <p:cNvSpPr>
            <a:spLocks noGrp="1"/>
          </p:cNvSpPr>
          <p:nvPr>
            <p:ph sz="half" idx="23" hasCustomPrompt="1"/>
          </p:nvPr>
        </p:nvSpPr>
        <p:spPr>
          <a:xfrm>
            <a:off x="8255000" y="3124835"/>
            <a:ext cx="3393084" cy="2761488"/>
          </a:xfrm>
          <a:prstGeom prst="rect">
            <a:avLst/>
          </a:prstGeom>
        </p:spPr>
        <p:txBody>
          <a:bodyPr/>
          <a:lstStyle>
            <a:lvl1pPr>
              <a:spcAft>
                <a:spcPts val="600"/>
              </a:spcAft>
              <a:defRPr sz="1400" b="0" i="0">
                <a:latin typeface="Graphik" panose="020B0503030202060203" pitchFamily="34" charset="77"/>
              </a:defRPr>
            </a:lvl1pPr>
            <a:lvl2pPr>
              <a:spcAft>
                <a:spcPts val="600"/>
              </a:spcAft>
              <a:defRPr sz="1400" b="0" i="0">
                <a:latin typeface="Graphik" panose="020B0503030202060203" pitchFamily="34" charset="77"/>
              </a:defRPr>
            </a:lvl2pPr>
            <a:lvl3pPr>
              <a:spcAft>
                <a:spcPts val="600"/>
              </a:spcAft>
              <a:defRPr sz="1400" b="0" i="0">
                <a:latin typeface="Graphik" panose="020B0503030202060203" pitchFamily="34" charset="77"/>
              </a:defRPr>
            </a:lvl3pPr>
            <a:lvl4pPr>
              <a:spcAft>
                <a:spcPts val="600"/>
              </a:spcAft>
              <a:defRPr sz="1200" b="0" i="0">
                <a:latin typeface="Graphik" panose="020B0503030202060203" pitchFamily="34" charset="77"/>
              </a:defRPr>
            </a:lvl4pPr>
            <a:lvl5pPr>
              <a:spcAft>
                <a:spcPts val="600"/>
              </a:spcAft>
              <a:defRPr sz="1200" b="0" i="0">
                <a:latin typeface="Graphik" panose="020B0503030202060203" pitchFamily="34" charset="77"/>
              </a:defRPr>
            </a:lvl5pPr>
            <a:lvl6pPr>
              <a:defRPr lang="en-US" sz="1100" b="0" i="0" kern="1200" dirty="0">
                <a:solidFill>
                  <a:schemeClr val="tx1"/>
                </a:solidFill>
                <a:latin typeface="Graphik" panose="020B0503030202060203" pitchFamily="34" charset="77"/>
                <a:ea typeface="+mn-ea"/>
                <a:cs typeface="+mn-cs"/>
              </a:defRPr>
            </a:lvl6pPr>
          </a:lstStyle>
          <a:p>
            <a:pPr lvl="0"/>
            <a:r>
              <a:rPr lang="en-US"/>
              <a:t>Place text here</a:t>
            </a:r>
          </a:p>
          <a:p>
            <a:pPr lvl="1"/>
            <a:r>
              <a:rPr lang="en-US"/>
              <a:t>Second level</a:t>
            </a:r>
          </a:p>
          <a:p>
            <a:pPr lvl="2"/>
            <a:r>
              <a:rPr lang="en-US"/>
              <a:t>Third leve</a:t>
            </a:r>
          </a:p>
          <a:p>
            <a:pPr lvl="3"/>
            <a:r>
              <a:rPr lang="en-US"/>
              <a:t>Fourth level</a:t>
            </a:r>
          </a:p>
          <a:p>
            <a:pPr lvl="4"/>
            <a:r>
              <a:rPr lang="en-US"/>
              <a:t>Fifth level</a:t>
            </a:r>
          </a:p>
          <a:p>
            <a:pPr marL="11113" lvl="5" indent="0" algn="l" defTabSz="228594" rtl="0" eaLnBrk="1" latinLnBrk="0" hangingPunct="1">
              <a:lnSpc>
                <a:spcPct val="90000"/>
              </a:lnSpc>
              <a:spcBef>
                <a:spcPts val="0"/>
              </a:spcBef>
              <a:spcAft>
                <a:spcPts val="1200"/>
              </a:spcAft>
              <a:buFont typeface="Graphik" panose="020B0503030202060203" pitchFamily="34" charset="0"/>
              <a:buNone/>
              <a:tabLst/>
            </a:pPr>
            <a:r>
              <a:rPr lang="en-US"/>
              <a:t>Sixth level</a:t>
            </a:r>
          </a:p>
        </p:txBody>
      </p:sp>
    </p:spTree>
    <p:extLst>
      <p:ext uri="{BB962C8B-B14F-4D97-AF65-F5344CB8AC3E}">
        <p14:creationId xmlns:p14="http://schemas.microsoft.com/office/powerpoint/2010/main" val="3041270541"/>
      </p:ext>
    </p:extLst>
  </p:cSld>
  <p:clrMapOvr>
    <a:masterClrMapping/>
  </p:clrMapOvr>
  <p:extLst>
    <p:ext uri="{DCECCB84-F9BA-43D5-87BE-67443E8EF086}">
      <p15:sldGuideLst xmlns:p15="http://schemas.microsoft.com/office/powerpoint/2012/main">
        <p15:guide id="1" orient="horz" pos="2777">
          <p15:clr>
            <a:srgbClr val="C35EA4"/>
          </p15:clr>
        </p15:guide>
        <p15:guide id="2" orient="horz" pos="699">
          <p15:clr>
            <a:srgbClr val="547EBF"/>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Content: 4 columns">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ADE0ACE9-87AB-DC33-60CB-7857735C0CCC}"/>
              </a:ext>
            </a:extLst>
          </p:cNvPr>
          <p:cNvSpPr>
            <a:spLocks noGrp="1"/>
          </p:cNvSpPr>
          <p:nvPr>
            <p:ph type="title"/>
          </p:nvPr>
        </p:nvSpPr>
        <p:spPr>
          <a:xfrm>
            <a:off x="556467" y="572600"/>
            <a:ext cx="11109212" cy="393954"/>
          </a:xfrm>
        </p:spPr>
        <p:txBody>
          <a:bodyPr/>
          <a:lstStyle/>
          <a:p>
            <a:r>
              <a:rPr lang="en-GB"/>
              <a:t>Click to edit Master title style</a:t>
            </a:r>
            <a:endParaRPr lang="en-US"/>
          </a:p>
        </p:txBody>
      </p:sp>
      <p:sp>
        <p:nvSpPr>
          <p:cNvPr id="5" name="Text Placeholder 3">
            <a:extLst>
              <a:ext uri="{FF2B5EF4-FFF2-40B4-BE49-F238E27FC236}">
                <a16:creationId xmlns:a16="http://schemas.microsoft.com/office/drawing/2014/main" id="{96979C23-8BE9-7323-535F-C9F3337F59ED}"/>
              </a:ext>
            </a:extLst>
          </p:cNvPr>
          <p:cNvSpPr>
            <a:spLocks noGrp="1"/>
          </p:cNvSpPr>
          <p:nvPr>
            <p:ph type="body" sz="quarter" idx="26" hasCustomPrompt="1"/>
          </p:nvPr>
        </p:nvSpPr>
        <p:spPr>
          <a:xfrm>
            <a:off x="563411" y="1109663"/>
            <a:ext cx="11077727" cy="384048"/>
          </a:xfrm>
          <a:prstGeom prst="rect">
            <a:avLst/>
          </a:prstGeom>
        </p:spPr>
        <p:txBody>
          <a:bodyPr anchor="t"/>
          <a:lstStyle>
            <a:lvl1pPr marL="0" indent="0">
              <a:spcAft>
                <a:spcPts val="0"/>
              </a:spcAft>
              <a:buNone/>
              <a:defRPr sz="1800" b="0" i="0">
                <a:solidFill>
                  <a:schemeClr val="tx1"/>
                </a:solidFill>
                <a:latin typeface="Graphik" panose="020B0503030202060203" pitchFamily="34" charset="77"/>
              </a:defRPr>
            </a:lvl1pPr>
          </a:lstStyle>
          <a:p>
            <a:pPr lvl="0"/>
            <a:r>
              <a:rPr lang="en-GB"/>
              <a:t>Place subtitle here in </a:t>
            </a:r>
            <a:r>
              <a:rPr lang="en-GB" err="1"/>
              <a:t>Graphik</a:t>
            </a:r>
            <a:r>
              <a:rPr lang="en-GB"/>
              <a:t> regular</a:t>
            </a:r>
            <a:endParaRPr lang="en-US"/>
          </a:p>
        </p:txBody>
      </p:sp>
      <p:sp>
        <p:nvSpPr>
          <p:cNvPr id="19" name="Text Placeholder 3">
            <a:extLst>
              <a:ext uri="{FF2B5EF4-FFF2-40B4-BE49-F238E27FC236}">
                <a16:creationId xmlns:a16="http://schemas.microsoft.com/office/drawing/2014/main" id="{72341109-26F6-4227-8890-EA8EB1C0EBBA}"/>
              </a:ext>
            </a:extLst>
          </p:cNvPr>
          <p:cNvSpPr>
            <a:spLocks noGrp="1"/>
          </p:cNvSpPr>
          <p:nvPr>
            <p:ph type="body" idx="18" hasCustomPrompt="1"/>
          </p:nvPr>
        </p:nvSpPr>
        <p:spPr>
          <a:xfrm>
            <a:off x="561427" y="1844800"/>
            <a:ext cx="2578828" cy="457200"/>
          </a:xfrm>
          <a:prstGeom prst="rect">
            <a:avLst/>
          </a:prstGeom>
        </p:spPr>
        <p:txBody>
          <a:bodyPr anchor="t"/>
          <a:lstStyle>
            <a:lvl1pPr marL="0" indent="0">
              <a:spcAft>
                <a:spcPts val="0"/>
              </a:spcAft>
              <a:buNone/>
              <a:defRPr sz="2400" b="1" i="0">
                <a:solidFill>
                  <a:schemeClr val="bg2"/>
                </a:solidFill>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GB"/>
              <a:t>#</a:t>
            </a:r>
            <a:endParaRPr lang="en-US"/>
          </a:p>
        </p:txBody>
      </p:sp>
      <p:sp>
        <p:nvSpPr>
          <p:cNvPr id="3" name="Text Placeholder 4">
            <a:extLst>
              <a:ext uri="{FF2B5EF4-FFF2-40B4-BE49-F238E27FC236}">
                <a16:creationId xmlns:a16="http://schemas.microsoft.com/office/drawing/2014/main" id="{4C9BBD74-54FD-481F-B3FD-0CE5318F281F}"/>
              </a:ext>
            </a:extLst>
          </p:cNvPr>
          <p:cNvSpPr>
            <a:spLocks noGrp="1"/>
          </p:cNvSpPr>
          <p:nvPr>
            <p:ph type="body" idx="1" hasCustomPrompt="1"/>
          </p:nvPr>
        </p:nvSpPr>
        <p:spPr>
          <a:xfrm>
            <a:off x="561427" y="2302000"/>
            <a:ext cx="2578828" cy="822960"/>
          </a:xfrm>
          <a:prstGeom prst="rect">
            <a:avLst/>
          </a:prstGeom>
        </p:spPr>
        <p:txBody>
          <a:bodyPr anchor="t"/>
          <a:lstStyle>
            <a:lvl1pPr marL="0" indent="0">
              <a:lnSpc>
                <a:spcPct val="90000"/>
              </a:lnSpc>
              <a:spcAft>
                <a:spcPts val="0"/>
              </a:spcAft>
              <a:buNone/>
              <a:defRPr sz="1600" b="1" i="0">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Place headline here</a:t>
            </a:r>
          </a:p>
        </p:txBody>
      </p:sp>
      <p:sp>
        <p:nvSpPr>
          <p:cNvPr id="16" name="Content Placeholder 5">
            <a:extLst>
              <a:ext uri="{FF2B5EF4-FFF2-40B4-BE49-F238E27FC236}">
                <a16:creationId xmlns:a16="http://schemas.microsoft.com/office/drawing/2014/main" id="{3BDC2B1A-D3A0-C04B-AEDB-0389C637EF1A}"/>
              </a:ext>
            </a:extLst>
          </p:cNvPr>
          <p:cNvSpPr>
            <a:spLocks noGrp="1"/>
          </p:cNvSpPr>
          <p:nvPr>
            <p:ph sz="half" idx="28" hasCustomPrompt="1"/>
          </p:nvPr>
        </p:nvSpPr>
        <p:spPr>
          <a:xfrm>
            <a:off x="561427" y="3124961"/>
            <a:ext cx="2578828" cy="2761615"/>
          </a:xfrm>
          <a:prstGeom prst="rect">
            <a:avLst/>
          </a:prstGeom>
        </p:spPr>
        <p:txBody>
          <a:bodyPr/>
          <a:lstStyle>
            <a:lvl1pPr>
              <a:spcAft>
                <a:spcPts val="600"/>
              </a:spcAft>
              <a:defRPr sz="1200" b="0" i="0">
                <a:latin typeface="Graphik" panose="020B0503030202060203" pitchFamily="34" charset="77"/>
              </a:defRPr>
            </a:lvl1pPr>
            <a:lvl2pPr>
              <a:spcAft>
                <a:spcPts val="600"/>
              </a:spcAft>
              <a:defRPr sz="1200" b="0" i="0">
                <a:latin typeface="Graphik" panose="020B0503030202060203" pitchFamily="34" charset="77"/>
              </a:defRPr>
            </a:lvl2pPr>
            <a:lvl3pPr>
              <a:spcAft>
                <a:spcPts val="600"/>
              </a:spcAft>
              <a:defRPr sz="1200" b="0" i="0">
                <a:latin typeface="Graphik" panose="020B0503030202060203" pitchFamily="34" charset="77"/>
              </a:defRPr>
            </a:lvl3pPr>
            <a:lvl4pPr>
              <a:spcAft>
                <a:spcPts val="600"/>
              </a:spcAft>
              <a:defRPr sz="1100" b="0" i="0">
                <a:latin typeface="Graphik" panose="020B0503030202060203" pitchFamily="34" charset="77"/>
              </a:defRPr>
            </a:lvl4pPr>
            <a:lvl5pPr>
              <a:spcAft>
                <a:spcPts val="600"/>
              </a:spcAft>
              <a:defRPr sz="1100" b="0" i="0">
                <a:latin typeface="Graphik" panose="020B0503030202060203" pitchFamily="34" charset="77"/>
              </a:defRPr>
            </a:lvl5pPr>
            <a:lvl6pPr>
              <a:defRPr sz="900" b="0" i="0">
                <a:latin typeface="Graphik" panose="020B0503030202060203" pitchFamily="34" charset="77"/>
              </a:defRPr>
            </a:lvl6pPr>
          </a:lstStyle>
          <a:p>
            <a:pPr lvl="0"/>
            <a:r>
              <a:rPr lang="en-US"/>
              <a:t>Place text here</a:t>
            </a:r>
          </a:p>
          <a:p>
            <a:pPr lvl="1"/>
            <a:r>
              <a:rPr lang="en-US"/>
              <a:t>Second level</a:t>
            </a:r>
          </a:p>
          <a:p>
            <a:pPr lvl="2"/>
            <a:r>
              <a:rPr lang="en-US"/>
              <a:t>Third level</a:t>
            </a:r>
          </a:p>
          <a:p>
            <a:pPr lvl="3"/>
            <a:r>
              <a:rPr lang="en-US"/>
              <a:t>Fourth level</a:t>
            </a:r>
          </a:p>
          <a:p>
            <a:pPr lvl="4"/>
            <a:r>
              <a:rPr lang="en-US"/>
              <a:t>Fifth leve</a:t>
            </a:r>
          </a:p>
          <a:p>
            <a:pPr lvl="5"/>
            <a:r>
              <a:rPr lang="en-US"/>
              <a:t>Sixth level</a:t>
            </a:r>
          </a:p>
        </p:txBody>
      </p:sp>
      <p:sp>
        <p:nvSpPr>
          <p:cNvPr id="10" name="Text Placeholder 3">
            <a:extLst>
              <a:ext uri="{FF2B5EF4-FFF2-40B4-BE49-F238E27FC236}">
                <a16:creationId xmlns:a16="http://schemas.microsoft.com/office/drawing/2014/main" id="{7B5BFA1F-5247-B9BC-754B-6AAF3E525A0B}"/>
              </a:ext>
            </a:extLst>
          </p:cNvPr>
          <p:cNvSpPr>
            <a:spLocks noGrp="1"/>
          </p:cNvSpPr>
          <p:nvPr>
            <p:ph type="body" idx="34" hasCustomPrompt="1"/>
          </p:nvPr>
        </p:nvSpPr>
        <p:spPr>
          <a:xfrm>
            <a:off x="3403235" y="1844675"/>
            <a:ext cx="2578828" cy="457200"/>
          </a:xfrm>
          <a:prstGeom prst="rect">
            <a:avLst/>
          </a:prstGeom>
        </p:spPr>
        <p:txBody>
          <a:bodyPr anchor="t"/>
          <a:lstStyle>
            <a:lvl1pPr marL="0" indent="0">
              <a:spcAft>
                <a:spcPts val="0"/>
              </a:spcAft>
              <a:buNone/>
              <a:defRPr sz="2400" b="1" i="0">
                <a:solidFill>
                  <a:schemeClr val="bg2"/>
                </a:solidFill>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GB"/>
              <a:t>#</a:t>
            </a:r>
            <a:endParaRPr lang="en-US"/>
          </a:p>
        </p:txBody>
      </p:sp>
      <p:sp>
        <p:nvSpPr>
          <p:cNvPr id="11" name="Text Placeholder 4">
            <a:extLst>
              <a:ext uri="{FF2B5EF4-FFF2-40B4-BE49-F238E27FC236}">
                <a16:creationId xmlns:a16="http://schemas.microsoft.com/office/drawing/2014/main" id="{097F6A55-E927-3DDC-C6BC-9E4F7D33849E}"/>
              </a:ext>
            </a:extLst>
          </p:cNvPr>
          <p:cNvSpPr>
            <a:spLocks noGrp="1"/>
          </p:cNvSpPr>
          <p:nvPr>
            <p:ph type="body" idx="35" hasCustomPrompt="1"/>
          </p:nvPr>
        </p:nvSpPr>
        <p:spPr>
          <a:xfrm>
            <a:off x="3403235" y="2301875"/>
            <a:ext cx="2578828" cy="822960"/>
          </a:xfrm>
          <a:prstGeom prst="rect">
            <a:avLst/>
          </a:prstGeom>
        </p:spPr>
        <p:txBody>
          <a:bodyPr anchor="t"/>
          <a:lstStyle>
            <a:lvl1pPr marL="0" indent="0">
              <a:lnSpc>
                <a:spcPct val="90000"/>
              </a:lnSpc>
              <a:spcAft>
                <a:spcPts val="0"/>
              </a:spcAft>
              <a:buNone/>
              <a:defRPr sz="1600" b="1" i="0">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Place headline here</a:t>
            </a:r>
          </a:p>
        </p:txBody>
      </p:sp>
      <p:sp>
        <p:nvSpPr>
          <p:cNvPr id="12" name="Content Placeholder 5">
            <a:extLst>
              <a:ext uri="{FF2B5EF4-FFF2-40B4-BE49-F238E27FC236}">
                <a16:creationId xmlns:a16="http://schemas.microsoft.com/office/drawing/2014/main" id="{E79F7D08-14C4-9387-451B-BF223111972A}"/>
              </a:ext>
            </a:extLst>
          </p:cNvPr>
          <p:cNvSpPr>
            <a:spLocks noGrp="1"/>
          </p:cNvSpPr>
          <p:nvPr>
            <p:ph sz="half" idx="36" hasCustomPrompt="1"/>
          </p:nvPr>
        </p:nvSpPr>
        <p:spPr>
          <a:xfrm>
            <a:off x="3403235" y="3124834"/>
            <a:ext cx="2578828" cy="2761615"/>
          </a:xfrm>
          <a:prstGeom prst="rect">
            <a:avLst/>
          </a:prstGeom>
        </p:spPr>
        <p:txBody>
          <a:bodyPr/>
          <a:lstStyle>
            <a:lvl1pPr>
              <a:spcAft>
                <a:spcPts val="600"/>
              </a:spcAft>
              <a:defRPr sz="1200" b="0" i="0">
                <a:latin typeface="Graphik" panose="020B0503030202060203" pitchFamily="34" charset="77"/>
              </a:defRPr>
            </a:lvl1pPr>
            <a:lvl2pPr>
              <a:spcAft>
                <a:spcPts val="600"/>
              </a:spcAft>
              <a:defRPr sz="1200" b="0" i="0">
                <a:latin typeface="Graphik" panose="020B0503030202060203" pitchFamily="34" charset="77"/>
              </a:defRPr>
            </a:lvl2pPr>
            <a:lvl3pPr>
              <a:spcAft>
                <a:spcPts val="600"/>
              </a:spcAft>
              <a:defRPr sz="1200" b="0" i="0">
                <a:latin typeface="Graphik" panose="020B0503030202060203" pitchFamily="34" charset="77"/>
              </a:defRPr>
            </a:lvl3pPr>
            <a:lvl4pPr>
              <a:spcAft>
                <a:spcPts val="600"/>
              </a:spcAft>
              <a:defRPr sz="1100" b="0" i="0">
                <a:latin typeface="Graphik" panose="020B0503030202060203" pitchFamily="34" charset="77"/>
              </a:defRPr>
            </a:lvl4pPr>
            <a:lvl5pPr>
              <a:spcAft>
                <a:spcPts val="600"/>
              </a:spcAft>
              <a:defRPr sz="1100" b="0" i="0">
                <a:latin typeface="Graphik" panose="020B0503030202060203" pitchFamily="34" charset="77"/>
              </a:defRPr>
            </a:lvl5pPr>
            <a:lvl6pPr>
              <a:defRPr sz="900" b="0" i="0">
                <a:latin typeface="Graphik" panose="020B0503030202060203" pitchFamily="34" charset="77"/>
              </a:defRPr>
            </a:lvl6pPr>
          </a:lstStyle>
          <a:p>
            <a:pPr lvl="0"/>
            <a:r>
              <a:rPr lang="en-US"/>
              <a:t>Place text here</a:t>
            </a:r>
          </a:p>
          <a:p>
            <a:pPr lvl="1"/>
            <a:r>
              <a:rPr lang="en-US"/>
              <a:t>Second level </a:t>
            </a:r>
          </a:p>
          <a:p>
            <a:pPr lvl="2"/>
            <a:r>
              <a:rPr lang="en-US"/>
              <a:t>Third level</a:t>
            </a:r>
          </a:p>
          <a:p>
            <a:pPr lvl="3"/>
            <a:r>
              <a:rPr lang="en-US"/>
              <a:t>Fourth level</a:t>
            </a:r>
          </a:p>
          <a:p>
            <a:pPr lvl="4"/>
            <a:r>
              <a:rPr lang="en-US"/>
              <a:t>Fifth level</a:t>
            </a:r>
          </a:p>
          <a:p>
            <a:pPr lvl="5"/>
            <a:r>
              <a:rPr lang="en-US"/>
              <a:t>Sixth leve</a:t>
            </a:r>
          </a:p>
        </p:txBody>
      </p:sp>
      <p:sp>
        <p:nvSpPr>
          <p:cNvPr id="20" name="Text Placeholder 3">
            <a:extLst>
              <a:ext uri="{FF2B5EF4-FFF2-40B4-BE49-F238E27FC236}">
                <a16:creationId xmlns:a16="http://schemas.microsoft.com/office/drawing/2014/main" id="{96A48BF3-8AA9-50DC-49B0-265A2B870BDA}"/>
              </a:ext>
            </a:extLst>
          </p:cNvPr>
          <p:cNvSpPr>
            <a:spLocks noGrp="1"/>
          </p:cNvSpPr>
          <p:nvPr>
            <p:ph type="body" idx="37" hasCustomPrompt="1"/>
          </p:nvPr>
        </p:nvSpPr>
        <p:spPr>
          <a:xfrm>
            <a:off x="6245043" y="1844675"/>
            <a:ext cx="2578828" cy="457200"/>
          </a:xfrm>
          <a:prstGeom prst="rect">
            <a:avLst/>
          </a:prstGeom>
        </p:spPr>
        <p:txBody>
          <a:bodyPr anchor="t"/>
          <a:lstStyle>
            <a:lvl1pPr marL="0" indent="0">
              <a:spcAft>
                <a:spcPts val="0"/>
              </a:spcAft>
              <a:buNone/>
              <a:defRPr sz="2400" b="1" i="0">
                <a:solidFill>
                  <a:schemeClr val="bg2"/>
                </a:solidFill>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GB"/>
              <a:t>#</a:t>
            </a:r>
            <a:endParaRPr lang="en-US"/>
          </a:p>
        </p:txBody>
      </p:sp>
      <p:sp>
        <p:nvSpPr>
          <p:cNvPr id="23" name="Text Placeholder 4">
            <a:extLst>
              <a:ext uri="{FF2B5EF4-FFF2-40B4-BE49-F238E27FC236}">
                <a16:creationId xmlns:a16="http://schemas.microsoft.com/office/drawing/2014/main" id="{6CA89A9C-8BF9-8CDF-3629-2C1B8ED659BD}"/>
              </a:ext>
            </a:extLst>
          </p:cNvPr>
          <p:cNvSpPr>
            <a:spLocks noGrp="1"/>
          </p:cNvSpPr>
          <p:nvPr>
            <p:ph type="body" idx="38" hasCustomPrompt="1"/>
          </p:nvPr>
        </p:nvSpPr>
        <p:spPr>
          <a:xfrm>
            <a:off x="6245043" y="2301875"/>
            <a:ext cx="2578828" cy="822960"/>
          </a:xfrm>
          <a:prstGeom prst="rect">
            <a:avLst/>
          </a:prstGeom>
        </p:spPr>
        <p:txBody>
          <a:bodyPr anchor="t"/>
          <a:lstStyle>
            <a:lvl1pPr marL="0" indent="0">
              <a:lnSpc>
                <a:spcPct val="90000"/>
              </a:lnSpc>
              <a:spcAft>
                <a:spcPts val="0"/>
              </a:spcAft>
              <a:buNone/>
              <a:defRPr sz="1600" b="1" i="0">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Place headline here</a:t>
            </a:r>
          </a:p>
        </p:txBody>
      </p:sp>
      <p:sp>
        <p:nvSpPr>
          <p:cNvPr id="26" name="Content Placeholder 5">
            <a:extLst>
              <a:ext uri="{FF2B5EF4-FFF2-40B4-BE49-F238E27FC236}">
                <a16:creationId xmlns:a16="http://schemas.microsoft.com/office/drawing/2014/main" id="{AD7E4C39-2249-402B-D65E-2FB4E6A324A7}"/>
              </a:ext>
            </a:extLst>
          </p:cNvPr>
          <p:cNvSpPr>
            <a:spLocks noGrp="1"/>
          </p:cNvSpPr>
          <p:nvPr>
            <p:ph sz="half" idx="39" hasCustomPrompt="1"/>
          </p:nvPr>
        </p:nvSpPr>
        <p:spPr>
          <a:xfrm>
            <a:off x="6245043" y="3124834"/>
            <a:ext cx="2578828" cy="2761615"/>
          </a:xfrm>
          <a:prstGeom prst="rect">
            <a:avLst/>
          </a:prstGeom>
        </p:spPr>
        <p:txBody>
          <a:bodyPr/>
          <a:lstStyle>
            <a:lvl1pPr>
              <a:spcAft>
                <a:spcPts val="600"/>
              </a:spcAft>
              <a:defRPr sz="1200" b="0" i="0">
                <a:latin typeface="Graphik" panose="020B0503030202060203" pitchFamily="34" charset="77"/>
              </a:defRPr>
            </a:lvl1pPr>
            <a:lvl2pPr>
              <a:spcAft>
                <a:spcPts val="600"/>
              </a:spcAft>
              <a:defRPr sz="1200" b="0" i="0">
                <a:latin typeface="Graphik" panose="020B0503030202060203" pitchFamily="34" charset="77"/>
              </a:defRPr>
            </a:lvl2pPr>
            <a:lvl3pPr>
              <a:spcAft>
                <a:spcPts val="600"/>
              </a:spcAft>
              <a:defRPr sz="1200" b="0" i="0">
                <a:latin typeface="Graphik" panose="020B0503030202060203" pitchFamily="34" charset="77"/>
              </a:defRPr>
            </a:lvl3pPr>
            <a:lvl4pPr>
              <a:spcAft>
                <a:spcPts val="600"/>
              </a:spcAft>
              <a:defRPr sz="1100" b="0" i="0">
                <a:latin typeface="Graphik" panose="020B0503030202060203" pitchFamily="34" charset="77"/>
              </a:defRPr>
            </a:lvl4pPr>
            <a:lvl5pPr>
              <a:spcAft>
                <a:spcPts val="600"/>
              </a:spcAft>
              <a:defRPr sz="1100" b="0" i="0">
                <a:latin typeface="Graphik" panose="020B0503030202060203" pitchFamily="34" charset="77"/>
              </a:defRPr>
            </a:lvl5pPr>
            <a:lvl6pPr>
              <a:defRPr sz="900" b="0" i="0">
                <a:latin typeface="Graphik" panose="020B0503030202060203" pitchFamily="34" charset="77"/>
              </a:defRPr>
            </a:lvl6pPr>
          </a:lstStyle>
          <a:p>
            <a:pPr lvl="0"/>
            <a:r>
              <a:rPr lang="en-US"/>
              <a:t>Place text here</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
        <p:nvSpPr>
          <p:cNvPr id="34" name="Text Placeholder 3">
            <a:extLst>
              <a:ext uri="{FF2B5EF4-FFF2-40B4-BE49-F238E27FC236}">
                <a16:creationId xmlns:a16="http://schemas.microsoft.com/office/drawing/2014/main" id="{DC7DFE68-FFE1-E798-3629-CF0323B2195E}"/>
              </a:ext>
            </a:extLst>
          </p:cNvPr>
          <p:cNvSpPr>
            <a:spLocks noGrp="1"/>
          </p:cNvSpPr>
          <p:nvPr>
            <p:ph type="body" idx="40" hasCustomPrompt="1"/>
          </p:nvPr>
        </p:nvSpPr>
        <p:spPr>
          <a:xfrm>
            <a:off x="9086850" y="1844675"/>
            <a:ext cx="2578828" cy="457200"/>
          </a:xfrm>
          <a:prstGeom prst="rect">
            <a:avLst/>
          </a:prstGeom>
        </p:spPr>
        <p:txBody>
          <a:bodyPr anchor="t"/>
          <a:lstStyle>
            <a:lvl1pPr marL="0" indent="0">
              <a:spcAft>
                <a:spcPts val="0"/>
              </a:spcAft>
              <a:buNone/>
              <a:defRPr sz="2400" b="1" i="0">
                <a:solidFill>
                  <a:schemeClr val="bg2"/>
                </a:solidFill>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GB"/>
              <a:t>#</a:t>
            </a:r>
            <a:endParaRPr lang="en-US"/>
          </a:p>
        </p:txBody>
      </p:sp>
      <p:sp>
        <p:nvSpPr>
          <p:cNvPr id="35" name="Text Placeholder 4">
            <a:extLst>
              <a:ext uri="{FF2B5EF4-FFF2-40B4-BE49-F238E27FC236}">
                <a16:creationId xmlns:a16="http://schemas.microsoft.com/office/drawing/2014/main" id="{0A5C4BB7-F326-497E-84F9-02B889C225A4}"/>
              </a:ext>
            </a:extLst>
          </p:cNvPr>
          <p:cNvSpPr>
            <a:spLocks noGrp="1"/>
          </p:cNvSpPr>
          <p:nvPr>
            <p:ph type="body" idx="41" hasCustomPrompt="1"/>
          </p:nvPr>
        </p:nvSpPr>
        <p:spPr>
          <a:xfrm>
            <a:off x="9086850" y="2301875"/>
            <a:ext cx="2578828" cy="822960"/>
          </a:xfrm>
          <a:prstGeom prst="rect">
            <a:avLst/>
          </a:prstGeom>
        </p:spPr>
        <p:txBody>
          <a:bodyPr anchor="t"/>
          <a:lstStyle>
            <a:lvl1pPr marL="0" indent="0">
              <a:lnSpc>
                <a:spcPct val="90000"/>
              </a:lnSpc>
              <a:spcAft>
                <a:spcPts val="0"/>
              </a:spcAft>
              <a:buNone/>
              <a:defRPr sz="1600" b="1" i="0">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Place headline here</a:t>
            </a:r>
          </a:p>
        </p:txBody>
      </p:sp>
      <p:sp>
        <p:nvSpPr>
          <p:cNvPr id="36" name="Content Placeholder 5">
            <a:extLst>
              <a:ext uri="{FF2B5EF4-FFF2-40B4-BE49-F238E27FC236}">
                <a16:creationId xmlns:a16="http://schemas.microsoft.com/office/drawing/2014/main" id="{D4259B04-F910-6FD9-9F42-BCED33ECAEA9}"/>
              </a:ext>
            </a:extLst>
          </p:cNvPr>
          <p:cNvSpPr>
            <a:spLocks noGrp="1"/>
          </p:cNvSpPr>
          <p:nvPr>
            <p:ph sz="half" idx="42" hasCustomPrompt="1"/>
          </p:nvPr>
        </p:nvSpPr>
        <p:spPr>
          <a:xfrm>
            <a:off x="9086850" y="3124834"/>
            <a:ext cx="2578828" cy="2761615"/>
          </a:xfrm>
          <a:prstGeom prst="rect">
            <a:avLst/>
          </a:prstGeom>
        </p:spPr>
        <p:txBody>
          <a:bodyPr/>
          <a:lstStyle>
            <a:lvl1pPr>
              <a:spcAft>
                <a:spcPts val="600"/>
              </a:spcAft>
              <a:defRPr sz="1200" b="0" i="0">
                <a:latin typeface="Graphik" panose="020B0503030202060203" pitchFamily="34" charset="77"/>
              </a:defRPr>
            </a:lvl1pPr>
            <a:lvl2pPr>
              <a:spcAft>
                <a:spcPts val="600"/>
              </a:spcAft>
              <a:defRPr sz="1200" b="0" i="0">
                <a:latin typeface="Graphik" panose="020B0503030202060203" pitchFamily="34" charset="77"/>
              </a:defRPr>
            </a:lvl2pPr>
            <a:lvl3pPr>
              <a:spcAft>
                <a:spcPts val="600"/>
              </a:spcAft>
              <a:defRPr sz="1200" b="0" i="0">
                <a:latin typeface="Graphik" panose="020B0503030202060203" pitchFamily="34" charset="77"/>
              </a:defRPr>
            </a:lvl3pPr>
            <a:lvl4pPr>
              <a:spcAft>
                <a:spcPts val="600"/>
              </a:spcAft>
              <a:defRPr sz="1100" b="0" i="0">
                <a:latin typeface="Graphik" panose="020B0503030202060203" pitchFamily="34" charset="77"/>
              </a:defRPr>
            </a:lvl4pPr>
            <a:lvl5pPr>
              <a:spcAft>
                <a:spcPts val="600"/>
              </a:spcAft>
              <a:defRPr sz="1100" b="0" i="0">
                <a:latin typeface="Graphik" panose="020B0503030202060203" pitchFamily="34" charset="77"/>
              </a:defRPr>
            </a:lvl5pPr>
            <a:lvl6pPr>
              <a:defRPr sz="900" b="0" i="0">
                <a:latin typeface="Graphik" panose="020B0503030202060203" pitchFamily="34" charset="77"/>
              </a:defRPr>
            </a:lvl6pPr>
          </a:lstStyle>
          <a:p>
            <a:pPr lvl="0"/>
            <a:r>
              <a:rPr lang="en-US"/>
              <a:t>Place text here</a:t>
            </a:r>
          </a:p>
          <a:p>
            <a:pPr lvl="1"/>
            <a:r>
              <a:rPr lang="en-US"/>
              <a:t>Second level</a:t>
            </a:r>
          </a:p>
          <a:p>
            <a:pPr lvl="2"/>
            <a:r>
              <a:rPr lang="en-US"/>
              <a:t>Third level</a:t>
            </a:r>
          </a:p>
          <a:p>
            <a:pPr lvl="3"/>
            <a:r>
              <a:rPr lang="en-US"/>
              <a:t>Fourth leve</a:t>
            </a:r>
          </a:p>
          <a:p>
            <a:pPr lvl="4"/>
            <a:r>
              <a:rPr lang="en-US"/>
              <a:t>Fifth level</a:t>
            </a:r>
          </a:p>
          <a:p>
            <a:pPr lvl="5"/>
            <a:r>
              <a:rPr lang="en-US"/>
              <a:t>Sixth level </a:t>
            </a:r>
          </a:p>
        </p:txBody>
      </p:sp>
    </p:spTree>
    <p:extLst>
      <p:ext uri="{BB962C8B-B14F-4D97-AF65-F5344CB8AC3E}">
        <p14:creationId xmlns:p14="http://schemas.microsoft.com/office/powerpoint/2010/main" val="3626589434"/>
      </p:ext>
    </p:extLst>
  </p:cSld>
  <p:clrMapOvr>
    <a:masterClrMapping/>
  </p:clrMapOvr>
  <p:extLst>
    <p:ext uri="{DCECCB84-F9BA-43D5-87BE-67443E8EF086}">
      <p15:sldGuideLst xmlns:p15="http://schemas.microsoft.com/office/powerpoint/2012/main">
        <p15:guide id="1" orient="horz" pos="2775">
          <p15:clr>
            <a:srgbClr val="C35EA4"/>
          </p15:clr>
        </p15:guide>
        <p15:guide id="2" orient="horz" pos="699">
          <p15:clr>
            <a:srgbClr val="547EBF"/>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Content: 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C0743A-ADC6-831B-B51D-02359B5DA97F}"/>
              </a:ext>
            </a:extLst>
          </p:cNvPr>
          <p:cNvSpPr>
            <a:spLocks noGrp="1"/>
          </p:cNvSpPr>
          <p:nvPr>
            <p:ph type="title"/>
          </p:nvPr>
        </p:nvSpPr>
        <p:spPr/>
        <p:txBody>
          <a:bodyPr/>
          <a:lstStyle/>
          <a:p>
            <a:r>
              <a:rPr lang="en-GB"/>
              <a:t>Click to edit Master title style</a:t>
            </a:r>
            <a:endParaRPr lang="en-AR"/>
          </a:p>
        </p:txBody>
      </p:sp>
      <p:cxnSp>
        <p:nvCxnSpPr>
          <p:cNvPr id="6" name="Straight Connector 5">
            <a:extLst>
              <a:ext uri="{FF2B5EF4-FFF2-40B4-BE49-F238E27FC236}">
                <a16:creationId xmlns:a16="http://schemas.microsoft.com/office/drawing/2014/main" id="{EE89688D-4CDD-6E55-2855-3448FFAECBE1}"/>
              </a:ext>
            </a:extLst>
          </p:cNvPr>
          <p:cNvCxnSpPr>
            <a:cxnSpLocks/>
          </p:cNvCxnSpPr>
          <p:nvPr userDrawn="1"/>
        </p:nvCxnSpPr>
        <p:spPr>
          <a:xfrm>
            <a:off x="550863" y="2386126"/>
            <a:ext cx="11090275"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3AD4217-E551-509C-58B9-B95944CCB63E}"/>
              </a:ext>
            </a:extLst>
          </p:cNvPr>
          <p:cNvCxnSpPr>
            <a:cxnSpLocks/>
          </p:cNvCxnSpPr>
          <p:nvPr userDrawn="1"/>
        </p:nvCxnSpPr>
        <p:spPr>
          <a:xfrm>
            <a:off x="550863" y="3393857"/>
            <a:ext cx="11090275"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37" name="Text Placeholder 3">
            <a:extLst>
              <a:ext uri="{FF2B5EF4-FFF2-40B4-BE49-F238E27FC236}">
                <a16:creationId xmlns:a16="http://schemas.microsoft.com/office/drawing/2014/main" id="{13E1FBEF-5FF1-E9BB-F6B9-7326BB5CB80A}"/>
              </a:ext>
            </a:extLst>
          </p:cNvPr>
          <p:cNvSpPr>
            <a:spLocks noGrp="1"/>
          </p:cNvSpPr>
          <p:nvPr>
            <p:ph type="body" sz="quarter" idx="26" hasCustomPrompt="1"/>
          </p:nvPr>
        </p:nvSpPr>
        <p:spPr>
          <a:xfrm>
            <a:off x="563411" y="1609787"/>
            <a:ext cx="4958430" cy="384048"/>
          </a:xfrm>
          <a:prstGeom prst="rect">
            <a:avLst/>
          </a:prstGeom>
        </p:spPr>
        <p:txBody>
          <a:bodyPr anchor="t"/>
          <a:lstStyle>
            <a:lvl1pPr marL="0" indent="0">
              <a:spcAft>
                <a:spcPts val="0"/>
              </a:spcAft>
              <a:buNone/>
              <a:defRPr sz="1800" b="0" i="0">
                <a:solidFill>
                  <a:schemeClr val="tx1"/>
                </a:solidFill>
                <a:latin typeface="Graphik" panose="020B0503030202060203" pitchFamily="34" charset="77"/>
              </a:defRPr>
            </a:lvl1pPr>
          </a:lstStyle>
          <a:p>
            <a:pPr lvl="0"/>
            <a:r>
              <a:rPr lang="en-GB"/>
              <a:t>Place subtitle here in </a:t>
            </a:r>
            <a:r>
              <a:rPr lang="en-GB" err="1"/>
              <a:t>Graphik</a:t>
            </a:r>
            <a:r>
              <a:rPr lang="en-GB"/>
              <a:t> regular</a:t>
            </a:r>
            <a:endParaRPr lang="en-US"/>
          </a:p>
        </p:txBody>
      </p:sp>
      <p:sp>
        <p:nvSpPr>
          <p:cNvPr id="38" name="Text Placeholder 3a">
            <a:extLst>
              <a:ext uri="{FF2B5EF4-FFF2-40B4-BE49-F238E27FC236}">
                <a16:creationId xmlns:a16="http://schemas.microsoft.com/office/drawing/2014/main" id="{B9824907-86E3-1531-50ED-112E1C8CF38B}"/>
              </a:ext>
            </a:extLst>
          </p:cNvPr>
          <p:cNvSpPr>
            <a:spLocks noGrp="1"/>
          </p:cNvSpPr>
          <p:nvPr>
            <p:ph type="body" idx="22" hasCustomPrompt="1"/>
          </p:nvPr>
        </p:nvSpPr>
        <p:spPr>
          <a:xfrm>
            <a:off x="563411" y="2527859"/>
            <a:ext cx="2510646" cy="732360"/>
          </a:xfrm>
          <a:prstGeom prst="rect">
            <a:avLst/>
          </a:prstGeom>
        </p:spPr>
        <p:txBody>
          <a:bodyPr anchor="t"/>
          <a:lstStyle>
            <a:lvl1pPr marL="0" indent="0">
              <a:lnSpc>
                <a:spcPct val="90000"/>
              </a:lnSpc>
              <a:spcAft>
                <a:spcPts val="0"/>
              </a:spcAft>
              <a:buNone/>
              <a:defRPr sz="1600" b="0" i="0">
                <a:latin typeface="+mj-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Text here</a:t>
            </a:r>
          </a:p>
        </p:txBody>
      </p:sp>
      <p:sp>
        <p:nvSpPr>
          <p:cNvPr id="48" name="Text Placeholder 47">
            <a:extLst>
              <a:ext uri="{FF2B5EF4-FFF2-40B4-BE49-F238E27FC236}">
                <a16:creationId xmlns:a16="http://schemas.microsoft.com/office/drawing/2014/main" id="{F08F731E-CEF1-4878-3FD0-FAD6C27FD39A}"/>
              </a:ext>
            </a:extLst>
          </p:cNvPr>
          <p:cNvSpPr>
            <a:spLocks noGrp="1"/>
          </p:cNvSpPr>
          <p:nvPr>
            <p:ph type="body" sz="quarter" idx="28" hasCustomPrompt="1"/>
          </p:nvPr>
        </p:nvSpPr>
        <p:spPr>
          <a:xfrm>
            <a:off x="4743153" y="2525284"/>
            <a:ext cx="3535873" cy="734935"/>
          </a:xfrm>
        </p:spPr>
        <p:txBody>
          <a:bodyPr/>
          <a:lstStyle>
            <a:lvl1pPr>
              <a:defRPr lang="en-US" sz="1200" b="0" kern="1200" dirty="0" smtClean="0">
                <a:solidFill>
                  <a:schemeClr val="tx1"/>
                </a:solidFill>
                <a:latin typeface="+mn-lt"/>
                <a:ea typeface="+mn-ea"/>
                <a:cs typeface="+mn-cs"/>
              </a:defRPr>
            </a:lvl1pPr>
            <a:lvl2pPr>
              <a:defRPr lang="en-US" sz="1400" b="0" kern="1200" dirty="0" smtClean="0">
                <a:solidFill>
                  <a:schemeClr val="tx1"/>
                </a:solidFill>
                <a:latin typeface="+mn-lt"/>
                <a:ea typeface="+mn-ea"/>
                <a:cs typeface="+mn-cs"/>
              </a:defRPr>
            </a:lvl2pPr>
            <a:lvl3pPr>
              <a:defRPr/>
            </a:lvl3pPr>
            <a:lvl4pPr>
              <a:defRPr/>
            </a:lvl4pPr>
            <a:lvl5pPr>
              <a:defRPr/>
            </a:lvl5pPr>
          </a:lstStyle>
          <a:p>
            <a:pPr lvl="0"/>
            <a:r>
              <a:rPr lang="en-US"/>
              <a:t>Click to edit Master text styles. Lorem ipsum dolor sit </a:t>
            </a:r>
            <a:r>
              <a:rPr lang="en-US" err="1"/>
              <a:t>amet</a:t>
            </a:r>
            <a:r>
              <a:rPr lang="en-US"/>
              <a:t>, </a:t>
            </a:r>
            <a:r>
              <a:rPr lang="en-US" err="1"/>
              <a:t>consectetur</a:t>
            </a:r>
            <a:r>
              <a:rPr lang="en-US"/>
              <a:t> </a:t>
            </a:r>
            <a:r>
              <a:rPr lang="en-US" err="1"/>
              <a:t>adipiscing</a:t>
            </a:r>
            <a:r>
              <a:rPr lang="en-US"/>
              <a:t> </a:t>
            </a:r>
            <a:r>
              <a:rPr lang="en-US" err="1"/>
              <a:t>elit</a:t>
            </a:r>
            <a:r>
              <a:rPr lang="en-US"/>
              <a:t>.</a:t>
            </a:r>
            <a:endParaRPr lang="en-AR"/>
          </a:p>
        </p:txBody>
      </p:sp>
      <p:sp>
        <p:nvSpPr>
          <p:cNvPr id="50" name="Text Placeholder 3a">
            <a:extLst>
              <a:ext uri="{FF2B5EF4-FFF2-40B4-BE49-F238E27FC236}">
                <a16:creationId xmlns:a16="http://schemas.microsoft.com/office/drawing/2014/main" id="{26505188-6359-30FA-BD41-1EE3AE7460F8}"/>
              </a:ext>
            </a:extLst>
          </p:cNvPr>
          <p:cNvSpPr>
            <a:spLocks noGrp="1"/>
          </p:cNvSpPr>
          <p:nvPr>
            <p:ph type="body" idx="29" hasCustomPrompt="1"/>
          </p:nvPr>
        </p:nvSpPr>
        <p:spPr>
          <a:xfrm>
            <a:off x="9948122" y="2527859"/>
            <a:ext cx="1680467" cy="732360"/>
          </a:xfrm>
          <a:prstGeom prst="rect">
            <a:avLst/>
          </a:prstGeom>
        </p:spPr>
        <p:txBody>
          <a:bodyPr anchor="t"/>
          <a:lstStyle>
            <a:lvl1pPr marL="0" indent="0">
              <a:lnSpc>
                <a:spcPct val="90000"/>
              </a:lnSpc>
              <a:spcAft>
                <a:spcPts val="0"/>
              </a:spcAft>
              <a:buNone/>
              <a:defRPr sz="1600" b="0" i="0">
                <a:solidFill>
                  <a:schemeClr val="bg2"/>
                </a:solidFill>
                <a:latin typeface="+mn-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Text here</a:t>
            </a:r>
          </a:p>
        </p:txBody>
      </p:sp>
      <p:sp>
        <p:nvSpPr>
          <p:cNvPr id="52" name="Text Placeholder 3a">
            <a:extLst>
              <a:ext uri="{FF2B5EF4-FFF2-40B4-BE49-F238E27FC236}">
                <a16:creationId xmlns:a16="http://schemas.microsoft.com/office/drawing/2014/main" id="{2F8B0EA0-CACA-263A-C93F-CBC13D1410B5}"/>
              </a:ext>
            </a:extLst>
          </p:cNvPr>
          <p:cNvSpPr>
            <a:spLocks noGrp="1"/>
          </p:cNvSpPr>
          <p:nvPr>
            <p:ph type="body" idx="30" hasCustomPrompt="1"/>
          </p:nvPr>
        </p:nvSpPr>
        <p:spPr>
          <a:xfrm>
            <a:off x="575960" y="3541109"/>
            <a:ext cx="2510646" cy="732360"/>
          </a:xfrm>
          <a:prstGeom prst="rect">
            <a:avLst/>
          </a:prstGeom>
        </p:spPr>
        <p:txBody>
          <a:bodyPr anchor="t"/>
          <a:lstStyle>
            <a:lvl1pPr marL="0" indent="0">
              <a:lnSpc>
                <a:spcPct val="90000"/>
              </a:lnSpc>
              <a:spcAft>
                <a:spcPts val="0"/>
              </a:spcAft>
              <a:buNone/>
              <a:defRPr sz="1600" b="0" i="0">
                <a:latin typeface="+mj-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Text here</a:t>
            </a:r>
          </a:p>
        </p:txBody>
      </p:sp>
      <p:cxnSp>
        <p:nvCxnSpPr>
          <p:cNvPr id="53" name="Straight Connector 52">
            <a:extLst>
              <a:ext uri="{FF2B5EF4-FFF2-40B4-BE49-F238E27FC236}">
                <a16:creationId xmlns:a16="http://schemas.microsoft.com/office/drawing/2014/main" id="{6C42FCDB-4459-39E5-63C4-5DCECB1F820C}"/>
              </a:ext>
            </a:extLst>
          </p:cNvPr>
          <p:cNvCxnSpPr>
            <a:cxnSpLocks/>
          </p:cNvCxnSpPr>
          <p:nvPr userDrawn="1"/>
        </p:nvCxnSpPr>
        <p:spPr>
          <a:xfrm>
            <a:off x="563412" y="4412630"/>
            <a:ext cx="11090275"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54" name="Text Placeholder 47">
            <a:extLst>
              <a:ext uri="{FF2B5EF4-FFF2-40B4-BE49-F238E27FC236}">
                <a16:creationId xmlns:a16="http://schemas.microsoft.com/office/drawing/2014/main" id="{D9BC5705-EC9D-D2BB-D13E-6DCF41A2CFBA}"/>
              </a:ext>
            </a:extLst>
          </p:cNvPr>
          <p:cNvSpPr>
            <a:spLocks noGrp="1"/>
          </p:cNvSpPr>
          <p:nvPr>
            <p:ph type="body" sz="quarter" idx="31" hasCustomPrompt="1"/>
          </p:nvPr>
        </p:nvSpPr>
        <p:spPr>
          <a:xfrm>
            <a:off x="4755702" y="3538534"/>
            <a:ext cx="3535873" cy="734935"/>
          </a:xfrm>
        </p:spPr>
        <p:txBody>
          <a:bodyPr/>
          <a:lstStyle>
            <a:lvl1pPr>
              <a:defRPr lang="en-US" sz="1200" b="0" kern="1200" dirty="0" smtClean="0">
                <a:solidFill>
                  <a:schemeClr val="tx1"/>
                </a:solidFill>
                <a:latin typeface="+mn-lt"/>
                <a:ea typeface="+mn-ea"/>
                <a:cs typeface="+mn-cs"/>
              </a:defRPr>
            </a:lvl1pPr>
            <a:lvl2pPr>
              <a:defRPr lang="en-US" sz="1400" b="0" kern="1200" dirty="0" smtClean="0">
                <a:solidFill>
                  <a:schemeClr val="tx1"/>
                </a:solidFill>
                <a:latin typeface="+mn-lt"/>
                <a:ea typeface="+mn-ea"/>
                <a:cs typeface="+mn-cs"/>
              </a:defRPr>
            </a:lvl2pPr>
            <a:lvl3pPr>
              <a:defRPr/>
            </a:lvl3pPr>
            <a:lvl4pPr>
              <a:defRPr/>
            </a:lvl4pPr>
            <a:lvl5pPr>
              <a:defRPr/>
            </a:lvl5pPr>
          </a:lstStyle>
          <a:p>
            <a:pPr lvl="0"/>
            <a:r>
              <a:rPr lang="en-US"/>
              <a:t>Click to edit Master text styles. Lorem ipsum dolor sit </a:t>
            </a:r>
            <a:r>
              <a:rPr lang="en-US" err="1"/>
              <a:t>amet</a:t>
            </a:r>
            <a:r>
              <a:rPr lang="en-US"/>
              <a:t>, </a:t>
            </a:r>
            <a:r>
              <a:rPr lang="en-US" err="1"/>
              <a:t>consectetur</a:t>
            </a:r>
            <a:r>
              <a:rPr lang="en-US"/>
              <a:t> </a:t>
            </a:r>
            <a:r>
              <a:rPr lang="en-US" err="1"/>
              <a:t>adipiscing</a:t>
            </a:r>
            <a:r>
              <a:rPr lang="en-US"/>
              <a:t> </a:t>
            </a:r>
            <a:r>
              <a:rPr lang="en-US" err="1"/>
              <a:t>elit</a:t>
            </a:r>
            <a:r>
              <a:rPr lang="en-US"/>
              <a:t>.</a:t>
            </a:r>
            <a:endParaRPr lang="en-AR"/>
          </a:p>
        </p:txBody>
      </p:sp>
      <p:sp>
        <p:nvSpPr>
          <p:cNvPr id="55" name="Text Placeholder 3a">
            <a:extLst>
              <a:ext uri="{FF2B5EF4-FFF2-40B4-BE49-F238E27FC236}">
                <a16:creationId xmlns:a16="http://schemas.microsoft.com/office/drawing/2014/main" id="{63F87C57-352F-9F6B-1FEC-F82F24A89FD5}"/>
              </a:ext>
            </a:extLst>
          </p:cNvPr>
          <p:cNvSpPr>
            <a:spLocks noGrp="1"/>
          </p:cNvSpPr>
          <p:nvPr>
            <p:ph type="body" idx="32" hasCustomPrompt="1"/>
          </p:nvPr>
        </p:nvSpPr>
        <p:spPr>
          <a:xfrm>
            <a:off x="9960671" y="3541109"/>
            <a:ext cx="1680467" cy="732360"/>
          </a:xfrm>
          <a:prstGeom prst="rect">
            <a:avLst/>
          </a:prstGeom>
        </p:spPr>
        <p:txBody>
          <a:bodyPr anchor="t"/>
          <a:lstStyle>
            <a:lvl1pPr marL="0" indent="0">
              <a:lnSpc>
                <a:spcPct val="90000"/>
              </a:lnSpc>
              <a:spcAft>
                <a:spcPts val="0"/>
              </a:spcAft>
              <a:buNone/>
              <a:defRPr sz="1600" b="0" i="0">
                <a:solidFill>
                  <a:schemeClr val="bg2"/>
                </a:solidFill>
                <a:latin typeface="+mn-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Text here</a:t>
            </a:r>
          </a:p>
        </p:txBody>
      </p:sp>
      <p:cxnSp>
        <p:nvCxnSpPr>
          <p:cNvPr id="57" name="Straight Connector 56">
            <a:extLst>
              <a:ext uri="{FF2B5EF4-FFF2-40B4-BE49-F238E27FC236}">
                <a16:creationId xmlns:a16="http://schemas.microsoft.com/office/drawing/2014/main" id="{7691468D-335A-5F09-ECAE-A20FF3432172}"/>
              </a:ext>
            </a:extLst>
          </p:cNvPr>
          <p:cNvCxnSpPr>
            <a:cxnSpLocks/>
          </p:cNvCxnSpPr>
          <p:nvPr userDrawn="1"/>
        </p:nvCxnSpPr>
        <p:spPr>
          <a:xfrm>
            <a:off x="563411" y="5409319"/>
            <a:ext cx="11090275"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58" name="Text Placeholder 3a">
            <a:extLst>
              <a:ext uri="{FF2B5EF4-FFF2-40B4-BE49-F238E27FC236}">
                <a16:creationId xmlns:a16="http://schemas.microsoft.com/office/drawing/2014/main" id="{6A205F7E-A1D0-35BC-AC88-4EDB1ABA180C}"/>
              </a:ext>
            </a:extLst>
          </p:cNvPr>
          <p:cNvSpPr>
            <a:spLocks noGrp="1"/>
          </p:cNvSpPr>
          <p:nvPr>
            <p:ph type="body" idx="33" hasCustomPrompt="1"/>
          </p:nvPr>
        </p:nvSpPr>
        <p:spPr>
          <a:xfrm>
            <a:off x="575959" y="4543321"/>
            <a:ext cx="2510646" cy="732360"/>
          </a:xfrm>
          <a:prstGeom prst="rect">
            <a:avLst/>
          </a:prstGeom>
        </p:spPr>
        <p:txBody>
          <a:bodyPr anchor="t"/>
          <a:lstStyle>
            <a:lvl1pPr marL="0" indent="0">
              <a:lnSpc>
                <a:spcPct val="90000"/>
              </a:lnSpc>
              <a:spcAft>
                <a:spcPts val="0"/>
              </a:spcAft>
              <a:buNone/>
              <a:defRPr sz="1600" b="0" i="0">
                <a:latin typeface="+mj-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Text here</a:t>
            </a:r>
          </a:p>
        </p:txBody>
      </p:sp>
      <p:sp>
        <p:nvSpPr>
          <p:cNvPr id="60" name="Text Placeholder 47">
            <a:extLst>
              <a:ext uri="{FF2B5EF4-FFF2-40B4-BE49-F238E27FC236}">
                <a16:creationId xmlns:a16="http://schemas.microsoft.com/office/drawing/2014/main" id="{976843C5-C03A-A8D3-E5FA-0F07BFBDD774}"/>
              </a:ext>
            </a:extLst>
          </p:cNvPr>
          <p:cNvSpPr>
            <a:spLocks noGrp="1"/>
          </p:cNvSpPr>
          <p:nvPr>
            <p:ph type="body" sz="quarter" idx="34" hasCustomPrompt="1"/>
          </p:nvPr>
        </p:nvSpPr>
        <p:spPr>
          <a:xfrm>
            <a:off x="4755701" y="4540746"/>
            <a:ext cx="3535873" cy="734935"/>
          </a:xfrm>
        </p:spPr>
        <p:txBody>
          <a:bodyPr/>
          <a:lstStyle>
            <a:lvl1pPr>
              <a:defRPr lang="en-US" sz="1200" b="0" kern="1200" dirty="0" smtClean="0">
                <a:solidFill>
                  <a:schemeClr val="tx1"/>
                </a:solidFill>
                <a:latin typeface="+mn-lt"/>
                <a:ea typeface="+mn-ea"/>
                <a:cs typeface="+mn-cs"/>
              </a:defRPr>
            </a:lvl1pPr>
            <a:lvl2pPr>
              <a:defRPr lang="en-US" sz="1400" b="0" kern="1200" dirty="0" smtClean="0">
                <a:solidFill>
                  <a:schemeClr val="tx1"/>
                </a:solidFill>
                <a:latin typeface="+mn-lt"/>
                <a:ea typeface="+mn-ea"/>
                <a:cs typeface="+mn-cs"/>
              </a:defRPr>
            </a:lvl2pPr>
            <a:lvl3pPr>
              <a:defRPr/>
            </a:lvl3pPr>
            <a:lvl4pPr>
              <a:defRPr/>
            </a:lvl4pPr>
            <a:lvl5pPr>
              <a:defRPr/>
            </a:lvl5pPr>
          </a:lstStyle>
          <a:p>
            <a:pPr lvl="0"/>
            <a:r>
              <a:rPr lang="en-US"/>
              <a:t>Click to edit Master text styles. Lorem ipsum dolor sit </a:t>
            </a:r>
            <a:r>
              <a:rPr lang="en-US" err="1"/>
              <a:t>amet</a:t>
            </a:r>
            <a:r>
              <a:rPr lang="en-US"/>
              <a:t>, </a:t>
            </a:r>
            <a:r>
              <a:rPr lang="en-US" err="1"/>
              <a:t>consectetur</a:t>
            </a:r>
            <a:r>
              <a:rPr lang="en-US"/>
              <a:t> </a:t>
            </a:r>
            <a:r>
              <a:rPr lang="en-US" err="1"/>
              <a:t>adipiscing</a:t>
            </a:r>
            <a:r>
              <a:rPr lang="en-US"/>
              <a:t> </a:t>
            </a:r>
            <a:r>
              <a:rPr lang="en-US" err="1"/>
              <a:t>elit</a:t>
            </a:r>
            <a:r>
              <a:rPr lang="en-US"/>
              <a:t>.</a:t>
            </a:r>
            <a:endParaRPr lang="en-AR"/>
          </a:p>
        </p:txBody>
      </p:sp>
      <p:sp>
        <p:nvSpPr>
          <p:cNvPr id="61" name="Text Placeholder 3a">
            <a:extLst>
              <a:ext uri="{FF2B5EF4-FFF2-40B4-BE49-F238E27FC236}">
                <a16:creationId xmlns:a16="http://schemas.microsoft.com/office/drawing/2014/main" id="{99F72155-DC8E-FD59-347A-8E42F7539245}"/>
              </a:ext>
            </a:extLst>
          </p:cNvPr>
          <p:cNvSpPr>
            <a:spLocks noGrp="1"/>
          </p:cNvSpPr>
          <p:nvPr>
            <p:ph type="body" idx="35" hasCustomPrompt="1"/>
          </p:nvPr>
        </p:nvSpPr>
        <p:spPr>
          <a:xfrm>
            <a:off x="9960670" y="4543321"/>
            <a:ext cx="1680467" cy="732360"/>
          </a:xfrm>
          <a:prstGeom prst="rect">
            <a:avLst/>
          </a:prstGeom>
        </p:spPr>
        <p:txBody>
          <a:bodyPr anchor="t"/>
          <a:lstStyle>
            <a:lvl1pPr marL="0" indent="0">
              <a:lnSpc>
                <a:spcPct val="90000"/>
              </a:lnSpc>
              <a:spcAft>
                <a:spcPts val="0"/>
              </a:spcAft>
              <a:buNone/>
              <a:defRPr sz="1600" b="0" i="0">
                <a:solidFill>
                  <a:schemeClr val="bg2"/>
                </a:solidFill>
                <a:latin typeface="+mn-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Text here</a:t>
            </a:r>
          </a:p>
        </p:txBody>
      </p:sp>
      <p:sp>
        <p:nvSpPr>
          <p:cNvPr id="62" name="Text Placeholder 3a">
            <a:extLst>
              <a:ext uri="{FF2B5EF4-FFF2-40B4-BE49-F238E27FC236}">
                <a16:creationId xmlns:a16="http://schemas.microsoft.com/office/drawing/2014/main" id="{46463B47-CA2F-FBD9-29CC-24F465D0AE42}"/>
              </a:ext>
            </a:extLst>
          </p:cNvPr>
          <p:cNvSpPr>
            <a:spLocks noGrp="1"/>
          </p:cNvSpPr>
          <p:nvPr>
            <p:ph type="body" idx="36" hasCustomPrompt="1"/>
          </p:nvPr>
        </p:nvSpPr>
        <p:spPr>
          <a:xfrm>
            <a:off x="588508" y="5556571"/>
            <a:ext cx="2510646" cy="732360"/>
          </a:xfrm>
          <a:prstGeom prst="rect">
            <a:avLst/>
          </a:prstGeom>
        </p:spPr>
        <p:txBody>
          <a:bodyPr anchor="t"/>
          <a:lstStyle>
            <a:lvl1pPr marL="0" indent="0">
              <a:lnSpc>
                <a:spcPct val="90000"/>
              </a:lnSpc>
              <a:spcAft>
                <a:spcPts val="0"/>
              </a:spcAft>
              <a:buNone/>
              <a:defRPr sz="1600" b="0" i="0">
                <a:latin typeface="+mj-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Text here</a:t>
            </a:r>
          </a:p>
        </p:txBody>
      </p:sp>
      <p:sp>
        <p:nvSpPr>
          <p:cNvPr id="64" name="Text Placeholder 47">
            <a:extLst>
              <a:ext uri="{FF2B5EF4-FFF2-40B4-BE49-F238E27FC236}">
                <a16:creationId xmlns:a16="http://schemas.microsoft.com/office/drawing/2014/main" id="{AE0584A6-3ABE-9106-5EC5-8BBE05F01F0E}"/>
              </a:ext>
            </a:extLst>
          </p:cNvPr>
          <p:cNvSpPr>
            <a:spLocks noGrp="1"/>
          </p:cNvSpPr>
          <p:nvPr>
            <p:ph type="body" sz="quarter" idx="37" hasCustomPrompt="1"/>
          </p:nvPr>
        </p:nvSpPr>
        <p:spPr>
          <a:xfrm>
            <a:off x="4768250" y="5553996"/>
            <a:ext cx="3535873" cy="734935"/>
          </a:xfrm>
        </p:spPr>
        <p:txBody>
          <a:bodyPr/>
          <a:lstStyle>
            <a:lvl1pPr>
              <a:defRPr lang="en-US" sz="1200" b="0" kern="1200" dirty="0" smtClean="0">
                <a:solidFill>
                  <a:schemeClr val="tx1"/>
                </a:solidFill>
                <a:latin typeface="+mn-lt"/>
                <a:ea typeface="+mn-ea"/>
                <a:cs typeface="+mn-cs"/>
              </a:defRPr>
            </a:lvl1pPr>
            <a:lvl2pPr>
              <a:defRPr lang="en-US" sz="1400" b="0" kern="1200" dirty="0" smtClean="0">
                <a:solidFill>
                  <a:schemeClr val="tx1"/>
                </a:solidFill>
                <a:latin typeface="+mn-lt"/>
                <a:ea typeface="+mn-ea"/>
                <a:cs typeface="+mn-cs"/>
              </a:defRPr>
            </a:lvl2pPr>
            <a:lvl3pPr>
              <a:defRPr/>
            </a:lvl3pPr>
            <a:lvl4pPr>
              <a:defRPr/>
            </a:lvl4pPr>
            <a:lvl5pPr>
              <a:defRPr/>
            </a:lvl5pPr>
          </a:lstStyle>
          <a:p>
            <a:pPr lvl="0"/>
            <a:r>
              <a:rPr lang="en-US"/>
              <a:t>Click to edit Master text styles. Lorem ipsum dolor sit </a:t>
            </a:r>
            <a:r>
              <a:rPr lang="en-US" err="1"/>
              <a:t>amet</a:t>
            </a:r>
            <a:r>
              <a:rPr lang="en-US"/>
              <a:t>, </a:t>
            </a:r>
            <a:r>
              <a:rPr lang="en-US" err="1"/>
              <a:t>consectetur</a:t>
            </a:r>
            <a:r>
              <a:rPr lang="en-US"/>
              <a:t> </a:t>
            </a:r>
            <a:r>
              <a:rPr lang="en-US" err="1"/>
              <a:t>adipiscing</a:t>
            </a:r>
            <a:r>
              <a:rPr lang="en-US"/>
              <a:t> </a:t>
            </a:r>
            <a:r>
              <a:rPr lang="en-US" err="1"/>
              <a:t>elit</a:t>
            </a:r>
            <a:r>
              <a:rPr lang="en-US"/>
              <a:t>.</a:t>
            </a:r>
            <a:endParaRPr lang="en-AR"/>
          </a:p>
        </p:txBody>
      </p:sp>
      <p:sp>
        <p:nvSpPr>
          <p:cNvPr id="65" name="Text Placeholder 3a">
            <a:extLst>
              <a:ext uri="{FF2B5EF4-FFF2-40B4-BE49-F238E27FC236}">
                <a16:creationId xmlns:a16="http://schemas.microsoft.com/office/drawing/2014/main" id="{670F6FAD-5A3C-11EB-6E81-8B16B52F81EF}"/>
              </a:ext>
            </a:extLst>
          </p:cNvPr>
          <p:cNvSpPr>
            <a:spLocks noGrp="1"/>
          </p:cNvSpPr>
          <p:nvPr>
            <p:ph type="body" idx="38" hasCustomPrompt="1"/>
          </p:nvPr>
        </p:nvSpPr>
        <p:spPr>
          <a:xfrm>
            <a:off x="9973219" y="5556571"/>
            <a:ext cx="1680467" cy="732360"/>
          </a:xfrm>
          <a:prstGeom prst="rect">
            <a:avLst/>
          </a:prstGeom>
        </p:spPr>
        <p:txBody>
          <a:bodyPr anchor="t"/>
          <a:lstStyle>
            <a:lvl1pPr marL="0" indent="0">
              <a:lnSpc>
                <a:spcPct val="90000"/>
              </a:lnSpc>
              <a:spcAft>
                <a:spcPts val="0"/>
              </a:spcAft>
              <a:buNone/>
              <a:defRPr sz="1600" b="0" i="0">
                <a:solidFill>
                  <a:schemeClr val="bg2"/>
                </a:solidFill>
                <a:latin typeface="+mn-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Text here</a:t>
            </a:r>
          </a:p>
        </p:txBody>
      </p:sp>
    </p:spTree>
    <p:extLst>
      <p:ext uri="{BB962C8B-B14F-4D97-AF65-F5344CB8AC3E}">
        <p14:creationId xmlns:p14="http://schemas.microsoft.com/office/powerpoint/2010/main" val="260446724"/>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Content: split ">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CADDCEF-8841-4D73-EAEB-25E159BD364A}"/>
              </a:ext>
            </a:extLst>
          </p:cNvPr>
          <p:cNvSpPr/>
          <p:nvPr userDrawn="1"/>
        </p:nvSpPr>
        <p:spPr>
          <a:xfrm>
            <a:off x="0" y="0"/>
            <a:ext cx="4876801"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tIns="121920" bIns="121920" rtlCol="0" anchor="ctr"/>
          <a:lstStyle/>
          <a:p>
            <a:pPr algn="ctr"/>
            <a:endParaRPr lang="en-US" sz="2400" err="1"/>
          </a:p>
        </p:txBody>
      </p:sp>
      <p:sp>
        <p:nvSpPr>
          <p:cNvPr id="6" name="Title 2">
            <a:extLst>
              <a:ext uri="{FF2B5EF4-FFF2-40B4-BE49-F238E27FC236}">
                <a16:creationId xmlns:a16="http://schemas.microsoft.com/office/drawing/2014/main" id="{9596D82E-71B7-FF51-B8E9-B259B21B69EB}"/>
              </a:ext>
            </a:extLst>
          </p:cNvPr>
          <p:cNvSpPr>
            <a:spLocks noGrp="1"/>
          </p:cNvSpPr>
          <p:nvPr>
            <p:ph type="title"/>
          </p:nvPr>
        </p:nvSpPr>
        <p:spPr>
          <a:xfrm>
            <a:off x="556468" y="572600"/>
            <a:ext cx="3984536" cy="787908"/>
          </a:xfrm>
        </p:spPr>
        <p:txBody>
          <a:bodyPr/>
          <a:lstStyle>
            <a:lvl1pPr>
              <a:defRPr>
                <a:solidFill>
                  <a:schemeClr val="bg1"/>
                </a:solidFill>
              </a:defRPr>
            </a:lvl1pPr>
          </a:lstStyle>
          <a:p>
            <a:r>
              <a:rPr lang="en-GB"/>
              <a:t>Click to edit Master title style</a:t>
            </a:r>
            <a:endParaRPr lang="en-US"/>
          </a:p>
        </p:txBody>
      </p:sp>
      <p:sp>
        <p:nvSpPr>
          <p:cNvPr id="16" name="Text Placeholder 3a">
            <a:extLst>
              <a:ext uri="{FF2B5EF4-FFF2-40B4-BE49-F238E27FC236}">
                <a16:creationId xmlns:a16="http://schemas.microsoft.com/office/drawing/2014/main" id="{FAAE1576-C1B9-0E2B-83B0-F7C54B8589E8}"/>
              </a:ext>
            </a:extLst>
          </p:cNvPr>
          <p:cNvSpPr>
            <a:spLocks noGrp="1"/>
          </p:cNvSpPr>
          <p:nvPr>
            <p:ph type="body" idx="29" hasCustomPrompt="1"/>
          </p:nvPr>
        </p:nvSpPr>
        <p:spPr>
          <a:xfrm>
            <a:off x="556468" y="1887912"/>
            <a:ext cx="3148429" cy="550488"/>
          </a:xfrm>
          <a:prstGeom prst="rect">
            <a:avLst/>
          </a:prstGeom>
        </p:spPr>
        <p:txBody>
          <a:bodyPr anchor="t"/>
          <a:lstStyle>
            <a:lvl1pPr marL="0" indent="0">
              <a:lnSpc>
                <a:spcPct val="90000"/>
              </a:lnSpc>
              <a:spcAft>
                <a:spcPts val="0"/>
              </a:spcAft>
              <a:buNone/>
              <a:defRPr sz="1600" b="0" i="0">
                <a:solidFill>
                  <a:schemeClr val="accent2"/>
                </a:solidFill>
                <a:latin typeface="+mj-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Text here</a:t>
            </a:r>
          </a:p>
        </p:txBody>
      </p:sp>
      <p:sp>
        <p:nvSpPr>
          <p:cNvPr id="15" name="Text Placeholder 47">
            <a:extLst>
              <a:ext uri="{FF2B5EF4-FFF2-40B4-BE49-F238E27FC236}">
                <a16:creationId xmlns:a16="http://schemas.microsoft.com/office/drawing/2014/main" id="{3269863B-5234-38BF-0D34-E538ACE4EA2B}"/>
              </a:ext>
            </a:extLst>
          </p:cNvPr>
          <p:cNvSpPr>
            <a:spLocks noGrp="1"/>
          </p:cNvSpPr>
          <p:nvPr>
            <p:ph type="body" sz="quarter" idx="28" hasCustomPrompt="1"/>
          </p:nvPr>
        </p:nvSpPr>
        <p:spPr>
          <a:xfrm>
            <a:off x="556468" y="2598336"/>
            <a:ext cx="3148429" cy="3512832"/>
          </a:xfrm>
        </p:spPr>
        <p:txBody>
          <a:bodyPr/>
          <a:lstStyle>
            <a:lvl1pPr>
              <a:defRPr lang="en-US" sz="1200" b="0" kern="1200" dirty="0" smtClean="0">
                <a:solidFill>
                  <a:schemeClr val="bg1"/>
                </a:solidFill>
                <a:latin typeface="+mn-lt"/>
                <a:ea typeface="+mn-ea"/>
                <a:cs typeface="+mn-cs"/>
              </a:defRPr>
            </a:lvl1pPr>
            <a:lvl2pPr>
              <a:defRPr lang="en-US" sz="1400" b="0" kern="1200" dirty="0" smtClean="0">
                <a:solidFill>
                  <a:schemeClr val="tx1"/>
                </a:solidFill>
                <a:latin typeface="+mn-lt"/>
                <a:ea typeface="+mn-ea"/>
                <a:cs typeface="+mn-cs"/>
              </a:defRPr>
            </a:lvl2pPr>
            <a:lvl3pPr>
              <a:defRPr/>
            </a:lvl3pPr>
            <a:lvl4pPr>
              <a:defRPr/>
            </a:lvl4pPr>
            <a:lvl5pPr>
              <a:defRPr/>
            </a:lvl5pPr>
          </a:lstStyle>
          <a:p>
            <a:pPr lvl="0"/>
            <a:r>
              <a:rPr lang="en-US"/>
              <a:t>Click to edit Master text styles. Lorem ipsum dolor sit </a:t>
            </a:r>
            <a:r>
              <a:rPr lang="en-US" err="1"/>
              <a:t>amet</a:t>
            </a:r>
            <a:r>
              <a:rPr lang="en-US"/>
              <a:t>, </a:t>
            </a:r>
            <a:r>
              <a:rPr lang="en-US" err="1"/>
              <a:t>consectetur</a:t>
            </a:r>
            <a:r>
              <a:rPr lang="en-US"/>
              <a:t> </a:t>
            </a:r>
            <a:r>
              <a:rPr lang="en-US" err="1"/>
              <a:t>adipiscing</a:t>
            </a:r>
            <a:r>
              <a:rPr lang="en-US"/>
              <a:t> </a:t>
            </a:r>
            <a:r>
              <a:rPr lang="en-US" err="1"/>
              <a:t>elit</a:t>
            </a:r>
            <a:r>
              <a:rPr lang="en-US"/>
              <a:t>.</a:t>
            </a:r>
            <a:endParaRPr lang="en-AR"/>
          </a:p>
        </p:txBody>
      </p:sp>
      <p:sp>
        <p:nvSpPr>
          <p:cNvPr id="3" name="GTS_WH">
            <a:extLst>
              <a:ext uri="{FF2B5EF4-FFF2-40B4-BE49-F238E27FC236}">
                <a16:creationId xmlns:a16="http://schemas.microsoft.com/office/drawing/2014/main" id="{CE15062E-1BE5-ECEF-BF47-4CDD412B3BA7}"/>
              </a:ext>
              <a:ext uri="{C183D7F6-B498-43B3-948B-1728B52AA6E4}">
                <adec:decorative xmlns:adec="http://schemas.microsoft.com/office/drawing/2017/decorative" val="1"/>
              </a:ext>
            </a:extLst>
          </p:cNvPr>
          <p:cNvSpPr>
            <a:spLocks noChangeAspect="1"/>
          </p:cNvSpPr>
          <p:nvPr userDrawn="1"/>
        </p:nvSpPr>
        <p:spPr bwMode="black">
          <a:xfrm>
            <a:off x="56341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Tree>
    <p:extLst>
      <p:ext uri="{BB962C8B-B14F-4D97-AF65-F5344CB8AC3E}">
        <p14:creationId xmlns:p14="http://schemas.microsoft.com/office/powerpoint/2010/main" val="3289597605"/>
      </p:ext>
    </p:extLst>
  </p:cSld>
  <p:clrMapOvr>
    <a:masterClrMapping/>
  </p:clrMapOvr>
  <p:extLst>
    <p:ext uri="{DCECCB84-F9BA-43D5-87BE-67443E8EF086}">
      <p15:sldGuideLst xmlns:p15="http://schemas.microsoft.com/office/powerpoint/2012/main">
        <p15:guide id="1" orient="horz" pos="3249">
          <p15:clr>
            <a:srgbClr val="FBAE4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Content: list + image">
    <p:spTree>
      <p:nvGrpSpPr>
        <p:cNvPr id="1" name=""/>
        <p:cNvGrpSpPr/>
        <p:nvPr/>
      </p:nvGrpSpPr>
      <p:grpSpPr>
        <a:xfrm>
          <a:off x="0" y="0"/>
          <a:ext cx="0" cy="0"/>
          <a:chOff x="0" y="0"/>
          <a:chExt cx="0" cy="0"/>
        </a:xfrm>
      </p:grpSpPr>
      <p:sp>
        <p:nvSpPr>
          <p:cNvPr id="19" name="Text Placeholder 3">
            <a:extLst>
              <a:ext uri="{FF2B5EF4-FFF2-40B4-BE49-F238E27FC236}">
                <a16:creationId xmlns:a16="http://schemas.microsoft.com/office/drawing/2014/main" id="{72341109-26F6-4227-8890-EA8EB1C0EBBA}"/>
              </a:ext>
            </a:extLst>
          </p:cNvPr>
          <p:cNvSpPr>
            <a:spLocks noGrp="1"/>
          </p:cNvSpPr>
          <p:nvPr>
            <p:ph type="body" idx="18" hasCustomPrompt="1"/>
          </p:nvPr>
        </p:nvSpPr>
        <p:spPr>
          <a:xfrm>
            <a:off x="561427" y="3998977"/>
            <a:ext cx="173125" cy="369332"/>
          </a:xfrm>
          <a:prstGeom prst="rect">
            <a:avLst/>
          </a:prstGeom>
        </p:spPr>
        <p:txBody>
          <a:bodyPr wrap="none" anchor="t">
            <a:spAutoFit/>
          </a:bodyPr>
          <a:lstStyle>
            <a:lvl1pPr marL="0" indent="0">
              <a:spcAft>
                <a:spcPts val="0"/>
              </a:spcAft>
              <a:buNone/>
              <a:defRPr sz="2400" b="1" i="0">
                <a:solidFill>
                  <a:schemeClr val="bg2"/>
                </a:solidFill>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GB"/>
              <a:t>#</a:t>
            </a:r>
            <a:endParaRPr lang="en-US"/>
          </a:p>
        </p:txBody>
      </p:sp>
      <p:sp>
        <p:nvSpPr>
          <p:cNvPr id="3" name="Text Placeholder 4">
            <a:extLst>
              <a:ext uri="{FF2B5EF4-FFF2-40B4-BE49-F238E27FC236}">
                <a16:creationId xmlns:a16="http://schemas.microsoft.com/office/drawing/2014/main" id="{4C9BBD74-54FD-481F-B3FD-0CE5318F281F}"/>
              </a:ext>
            </a:extLst>
          </p:cNvPr>
          <p:cNvSpPr>
            <a:spLocks noGrp="1"/>
          </p:cNvSpPr>
          <p:nvPr>
            <p:ph type="body" idx="1" hasCustomPrompt="1"/>
          </p:nvPr>
        </p:nvSpPr>
        <p:spPr>
          <a:xfrm>
            <a:off x="561427" y="4456176"/>
            <a:ext cx="1953007" cy="822960"/>
          </a:xfrm>
          <a:prstGeom prst="rect">
            <a:avLst/>
          </a:prstGeom>
        </p:spPr>
        <p:txBody>
          <a:bodyPr anchor="t"/>
          <a:lstStyle>
            <a:lvl1pPr marL="0" indent="0">
              <a:lnSpc>
                <a:spcPct val="90000"/>
              </a:lnSpc>
              <a:spcAft>
                <a:spcPts val="0"/>
              </a:spcAft>
              <a:buNone/>
              <a:defRPr sz="1600" b="1" i="0">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Place headline here</a:t>
            </a:r>
          </a:p>
        </p:txBody>
      </p:sp>
      <p:sp>
        <p:nvSpPr>
          <p:cNvPr id="4" name="Text Placeholder 3">
            <a:extLst>
              <a:ext uri="{FF2B5EF4-FFF2-40B4-BE49-F238E27FC236}">
                <a16:creationId xmlns:a16="http://schemas.microsoft.com/office/drawing/2014/main" id="{B85B306C-DA4C-EE64-1727-749659F0A793}"/>
              </a:ext>
            </a:extLst>
          </p:cNvPr>
          <p:cNvSpPr>
            <a:spLocks noGrp="1"/>
          </p:cNvSpPr>
          <p:nvPr>
            <p:ph type="body" sz="quarter" idx="11" hasCustomPrompt="1"/>
          </p:nvPr>
        </p:nvSpPr>
        <p:spPr>
          <a:xfrm>
            <a:off x="563411" y="2472896"/>
            <a:ext cx="5171607" cy="384048"/>
          </a:xfrm>
          <a:prstGeom prst="rect">
            <a:avLst/>
          </a:prstGeom>
        </p:spPr>
        <p:txBody>
          <a:bodyPr anchor="t"/>
          <a:lstStyle>
            <a:lvl1pPr marL="0" indent="0">
              <a:spcAft>
                <a:spcPts val="0"/>
              </a:spcAft>
              <a:buNone/>
              <a:defRPr lang="en-US" sz="1800" b="0" i="0" kern="1200">
                <a:solidFill>
                  <a:schemeClr val="tx1"/>
                </a:solidFill>
                <a:latin typeface="Graphik" panose="020B0503030202060203" pitchFamily="34" charset="77"/>
                <a:ea typeface="+mn-ea"/>
                <a:cs typeface="+mn-cs"/>
              </a:defRPr>
            </a:lvl1pPr>
          </a:lstStyle>
          <a:p>
            <a:pPr marL="0" lvl="0" indent="0" algn="l" defTabSz="228594" rtl="0" eaLnBrk="1" latinLnBrk="0" hangingPunct="1">
              <a:lnSpc>
                <a:spcPct val="100000"/>
              </a:lnSpc>
              <a:spcBef>
                <a:spcPts val="0"/>
              </a:spcBef>
              <a:spcAft>
                <a:spcPts val="0"/>
              </a:spcAft>
              <a:buFont typeface="Arial" panose="020B0604020202020204" pitchFamily="34" charset="0"/>
              <a:buNone/>
            </a:pPr>
            <a:r>
              <a:rPr lang="en-GB"/>
              <a:t>Place subtitle here in </a:t>
            </a:r>
            <a:r>
              <a:rPr lang="en-GB" err="1"/>
              <a:t>Graphik</a:t>
            </a:r>
            <a:endParaRPr lang="en-US"/>
          </a:p>
        </p:txBody>
      </p:sp>
      <p:sp>
        <p:nvSpPr>
          <p:cNvPr id="10" name="Text Placeholder 3">
            <a:extLst>
              <a:ext uri="{FF2B5EF4-FFF2-40B4-BE49-F238E27FC236}">
                <a16:creationId xmlns:a16="http://schemas.microsoft.com/office/drawing/2014/main" id="{7B5BFA1F-5247-B9BC-754B-6AAF3E525A0B}"/>
              </a:ext>
            </a:extLst>
          </p:cNvPr>
          <p:cNvSpPr>
            <a:spLocks noGrp="1"/>
          </p:cNvSpPr>
          <p:nvPr>
            <p:ph type="body" idx="34" hasCustomPrompt="1"/>
          </p:nvPr>
        </p:nvSpPr>
        <p:spPr>
          <a:xfrm>
            <a:off x="2843427" y="3998851"/>
            <a:ext cx="173125" cy="369332"/>
          </a:xfrm>
          <a:prstGeom prst="rect">
            <a:avLst/>
          </a:prstGeom>
        </p:spPr>
        <p:txBody>
          <a:bodyPr wrap="none" anchor="t">
            <a:spAutoFit/>
          </a:bodyPr>
          <a:lstStyle>
            <a:lvl1pPr marL="0" indent="0">
              <a:spcAft>
                <a:spcPts val="0"/>
              </a:spcAft>
              <a:buNone/>
              <a:defRPr sz="2400" b="1" i="0">
                <a:solidFill>
                  <a:schemeClr val="bg2"/>
                </a:solidFill>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GB"/>
              <a:t>#</a:t>
            </a:r>
            <a:endParaRPr lang="en-US"/>
          </a:p>
        </p:txBody>
      </p:sp>
      <p:sp>
        <p:nvSpPr>
          <p:cNvPr id="11" name="Text Placeholder 4">
            <a:extLst>
              <a:ext uri="{FF2B5EF4-FFF2-40B4-BE49-F238E27FC236}">
                <a16:creationId xmlns:a16="http://schemas.microsoft.com/office/drawing/2014/main" id="{097F6A55-E927-3DDC-C6BC-9E4F7D33849E}"/>
              </a:ext>
            </a:extLst>
          </p:cNvPr>
          <p:cNvSpPr>
            <a:spLocks noGrp="1"/>
          </p:cNvSpPr>
          <p:nvPr>
            <p:ph type="body" idx="35" hasCustomPrompt="1"/>
          </p:nvPr>
        </p:nvSpPr>
        <p:spPr>
          <a:xfrm>
            <a:off x="2843427" y="4456051"/>
            <a:ext cx="1953007" cy="822960"/>
          </a:xfrm>
          <a:prstGeom prst="rect">
            <a:avLst/>
          </a:prstGeom>
        </p:spPr>
        <p:txBody>
          <a:bodyPr anchor="t"/>
          <a:lstStyle>
            <a:lvl1pPr marL="0" indent="0">
              <a:lnSpc>
                <a:spcPct val="90000"/>
              </a:lnSpc>
              <a:spcAft>
                <a:spcPts val="0"/>
              </a:spcAft>
              <a:buNone/>
              <a:defRPr sz="1600" b="1" i="0">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Place headline here</a:t>
            </a:r>
          </a:p>
        </p:txBody>
      </p:sp>
      <p:sp>
        <p:nvSpPr>
          <p:cNvPr id="20" name="Text Placeholder 3">
            <a:extLst>
              <a:ext uri="{FF2B5EF4-FFF2-40B4-BE49-F238E27FC236}">
                <a16:creationId xmlns:a16="http://schemas.microsoft.com/office/drawing/2014/main" id="{96A48BF3-8AA9-50DC-49B0-265A2B870BDA}"/>
              </a:ext>
            </a:extLst>
          </p:cNvPr>
          <p:cNvSpPr>
            <a:spLocks noGrp="1"/>
          </p:cNvSpPr>
          <p:nvPr>
            <p:ph type="body" idx="37" hasCustomPrompt="1"/>
          </p:nvPr>
        </p:nvSpPr>
        <p:spPr>
          <a:xfrm>
            <a:off x="5118171" y="3998851"/>
            <a:ext cx="173125" cy="369332"/>
          </a:xfrm>
          <a:prstGeom prst="rect">
            <a:avLst/>
          </a:prstGeom>
        </p:spPr>
        <p:txBody>
          <a:bodyPr wrap="none" anchor="t">
            <a:spAutoFit/>
          </a:bodyPr>
          <a:lstStyle>
            <a:lvl1pPr marL="0" indent="0">
              <a:spcAft>
                <a:spcPts val="0"/>
              </a:spcAft>
              <a:buNone/>
              <a:defRPr sz="2400" b="1" i="0">
                <a:solidFill>
                  <a:schemeClr val="bg2"/>
                </a:solidFill>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GB"/>
              <a:t>#</a:t>
            </a:r>
            <a:endParaRPr lang="en-US"/>
          </a:p>
        </p:txBody>
      </p:sp>
      <p:sp>
        <p:nvSpPr>
          <p:cNvPr id="23" name="Text Placeholder 4">
            <a:extLst>
              <a:ext uri="{FF2B5EF4-FFF2-40B4-BE49-F238E27FC236}">
                <a16:creationId xmlns:a16="http://schemas.microsoft.com/office/drawing/2014/main" id="{6CA89A9C-8BF9-8CDF-3629-2C1B8ED659BD}"/>
              </a:ext>
            </a:extLst>
          </p:cNvPr>
          <p:cNvSpPr>
            <a:spLocks noGrp="1"/>
          </p:cNvSpPr>
          <p:nvPr>
            <p:ph type="body" idx="38" hasCustomPrompt="1"/>
          </p:nvPr>
        </p:nvSpPr>
        <p:spPr>
          <a:xfrm>
            <a:off x="5125427" y="4456051"/>
            <a:ext cx="1953007" cy="822960"/>
          </a:xfrm>
          <a:prstGeom prst="rect">
            <a:avLst/>
          </a:prstGeom>
        </p:spPr>
        <p:txBody>
          <a:bodyPr anchor="t"/>
          <a:lstStyle>
            <a:lvl1pPr marL="0" indent="0">
              <a:lnSpc>
                <a:spcPct val="90000"/>
              </a:lnSpc>
              <a:spcAft>
                <a:spcPts val="0"/>
              </a:spcAft>
              <a:buNone/>
              <a:defRPr sz="1600" b="1" i="0">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Place headline here</a:t>
            </a:r>
          </a:p>
        </p:txBody>
      </p:sp>
      <p:sp>
        <p:nvSpPr>
          <p:cNvPr id="34" name="Text Placeholder 3">
            <a:extLst>
              <a:ext uri="{FF2B5EF4-FFF2-40B4-BE49-F238E27FC236}">
                <a16:creationId xmlns:a16="http://schemas.microsoft.com/office/drawing/2014/main" id="{DC7DFE68-FFE1-E798-3629-CF0323B2195E}"/>
              </a:ext>
            </a:extLst>
          </p:cNvPr>
          <p:cNvSpPr>
            <a:spLocks noGrp="1"/>
          </p:cNvSpPr>
          <p:nvPr>
            <p:ph type="body" idx="40" hasCustomPrompt="1"/>
          </p:nvPr>
        </p:nvSpPr>
        <p:spPr>
          <a:xfrm>
            <a:off x="7407427" y="3998851"/>
            <a:ext cx="173125" cy="369332"/>
          </a:xfrm>
          <a:prstGeom prst="rect">
            <a:avLst/>
          </a:prstGeom>
        </p:spPr>
        <p:txBody>
          <a:bodyPr wrap="none" anchor="t">
            <a:spAutoFit/>
          </a:bodyPr>
          <a:lstStyle>
            <a:lvl1pPr marL="0" indent="0">
              <a:spcAft>
                <a:spcPts val="0"/>
              </a:spcAft>
              <a:buNone/>
              <a:defRPr sz="2400" b="1" i="0">
                <a:solidFill>
                  <a:schemeClr val="bg2"/>
                </a:solidFill>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GB"/>
              <a:t>#</a:t>
            </a:r>
            <a:endParaRPr lang="en-US"/>
          </a:p>
        </p:txBody>
      </p:sp>
      <p:sp>
        <p:nvSpPr>
          <p:cNvPr id="35" name="Text Placeholder 4">
            <a:extLst>
              <a:ext uri="{FF2B5EF4-FFF2-40B4-BE49-F238E27FC236}">
                <a16:creationId xmlns:a16="http://schemas.microsoft.com/office/drawing/2014/main" id="{0A5C4BB7-F326-497E-84F9-02B889C225A4}"/>
              </a:ext>
            </a:extLst>
          </p:cNvPr>
          <p:cNvSpPr>
            <a:spLocks noGrp="1"/>
          </p:cNvSpPr>
          <p:nvPr>
            <p:ph type="body" idx="41" hasCustomPrompt="1"/>
          </p:nvPr>
        </p:nvSpPr>
        <p:spPr>
          <a:xfrm>
            <a:off x="7407427" y="4456051"/>
            <a:ext cx="1953007" cy="822960"/>
          </a:xfrm>
          <a:prstGeom prst="rect">
            <a:avLst/>
          </a:prstGeom>
        </p:spPr>
        <p:txBody>
          <a:bodyPr anchor="t"/>
          <a:lstStyle>
            <a:lvl1pPr marL="0" indent="0">
              <a:lnSpc>
                <a:spcPct val="90000"/>
              </a:lnSpc>
              <a:spcAft>
                <a:spcPts val="0"/>
              </a:spcAft>
              <a:buNone/>
              <a:defRPr sz="1600" b="1" i="0">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Place headline here</a:t>
            </a:r>
          </a:p>
        </p:txBody>
      </p:sp>
      <p:sp>
        <p:nvSpPr>
          <p:cNvPr id="2" name="Title 1">
            <a:extLst>
              <a:ext uri="{FF2B5EF4-FFF2-40B4-BE49-F238E27FC236}">
                <a16:creationId xmlns:a16="http://schemas.microsoft.com/office/drawing/2014/main" id="{2A8000A6-6DCD-FF31-392B-5CD7870A0353}"/>
              </a:ext>
            </a:extLst>
          </p:cNvPr>
          <p:cNvSpPr>
            <a:spLocks noGrp="1"/>
          </p:cNvSpPr>
          <p:nvPr>
            <p:ph type="title"/>
          </p:nvPr>
        </p:nvSpPr>
        <p:spPr>
          <a:xfrm>
            <a:off x="554568" y="1515429"/>
            <a:ext cx="5175672" cy="886396"/>
          </a:xfrm>
        </p:spPr>
        <p:txBody>
          <a:bodyPr anchor="b"/>
          <a:lstStyle/>
          <a:p>
            <a:r>
              <a:rPr lang="en-GB"/>
              <a:t>Click to edit Master title style</a:t>
            </a:r>
            <a:endParaRPr lang="en-US"/>
          </a:p>
        </p:txBody>
      </p:sp>
      <p:sp>
        <p:nvSpPr>
          <p:cNvPr id="6" name="Picture Placeholder 5">
            <a:extLst>
              <a:ext uri="{FF2B5EF4-FFF2-40B4-BE49-F238E27FC236}">
                <a16:creationId xmlns:a16="http://schemas.microsoft.com/office/drawing/2014/main" id="{5783FD05-DB3B-FD57-46A5-ACA36397CBF3}"/>
              </a:ext>
            </a:extLst>
          </p:cNvPr>
          <p:cNvSpPr>
            <a:spLocks noGrp="1"/>
          </p:cNvSpPr>
          <p:nvPr>
            <p:ph type="pic" sz="quarter" idx="42"/>
          </p:nvPr>
        </p:nvSpPr>
        <p:spPr>
          <a:xfrm>
            <a:off x="6692901" y="0"/>
            <a:ext cx="5499100" cy="3429000"/>
          </a:xfrm>
          <a:solidFill>
            <a:schemeClr val="bg1">
              <a:lumMod val="95000"/>
            </a:schemeClr>
          </a:solidFill>
        </p:spPr>
        <p:txBody>
          <a:bodyPr anchor="ctr"/>
          <a:lstStyle>
            <a:lvl1pPr algn="ctr">
              <a:defRPr/>
            </a:lvl1pPr>
          </a:lstStyle>
          <a:p>
            <a:r>
              <a:rPr lang="en-GB"/>
              <a:t>Click icon to add picture</a:t>
            </a:r>
            <a:endParaRPr lang="en-US"/>
          </a:p>
        </p:txBody>
      </p:sp>
      <p:sp>
        <p:nvSpPr>
          <p:cNvPr id="7" name="Text Placeholder 3">
            <a:extLst>
              <a:ext uri="{FF2B5EF4-FFF2-40B4-BE49-F238E27FC236}">
                <a16:creationId xmlns:a16="http://schemas.microsoft.com/office/drawing/2014/main" id="{636E3600-1199-1547-D313-449C38319BD9}"/>
              </a:ext>
            </a:extLst>
          </p:cNvPr>
          <p:cNvSpPr>
            <a:spLocks noGrp="1"/>
          </p:cNvSpPr>
          <p:nvPr>
            <p:ph type="body" idx="43" hasCustomPrompt="1"/>
          </p:nvPr>
        </p:nvSpPr>
        <p:spPr>
          <a:xfrm>
            <a:off x="9689427" y="3998851"/>
            <a:ext cx="173125" cy="369332"/>
          </a:xfrm>
          <a:prstGeom prst="rect">
            <a:avLst/>
          </a:prstGeom>
        </p:spPr>
        <p:txBody>
          <a:bodyPr wrap="none" anchor="t">
            <a:spAutoFit/>
          </a:bodyPr>
          <a:lstStyle>
            <a:lvl1pPr marL="0" indent="0">
              <a:spcAft>
                <a:spcPts val="0"/>
              </a:spcAft>
              <a:buNone/>
              <a:defRPr sz="2400" b="1" i="0">
                <a:solidFill>
                  <a:schemeClr val="bg2"/>
                </a:solidFill>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GB"/>
              <a:t>#</a:t>
            </a:r>
            <a:endParaRPr lang="en-US"/>
          </a:p>
        </p:txBody>
      </p:sp>
      <p:sp>
        <p:nvSpPr>
          <p:cNvPr id="8" name="Text Placeholder 4">
            <a:extLst>
              <a:ext uri="{FF2B5EF4-FFF2-40B4-BE49-F238E27FC236}">
                <a16:creationId xmlns:a16="http://schemas.microsoft.com/office/drawing/2014/main" id="{3D84B231-1D63-35B5-7ECE-7094A7C3BD42}"/>
              </a:ext>
            </a:extLst>
          </p:cNvPr>
          <p:cNvSpPr>
            <a:spLocks noGrp="1"/>
          </p:cNvSpPr>
          <p:nvPr>
            <p:ph type="body" idx="44" hasCustomPrompt="1"/>
          </p:nvPr>
        </p:nvSpPr>
        <p:spPr>
          <a:xfrm>
            <a:off x="9689427" y="4456051"/>
            <a:ext cx="1953007" cy="822960"/>
          </a:xfrm>
          <a:prstGeom prst="rect">
            <a:avLst/>
          </a:prstGeom>
        </p:spPr>
        <p:txBody>
          <a:bodyPr anchor="t"/>
          <a:lstStyle>
            <a:lvl1pPr marL="0" indent="0">
              <a:lnSpc>
                <a:spcPct val="90000"/>
              </a:lnSpc>
              <a:spcAft>
                <a:spcPts val="0"/>
              </a:spcAft>
              <a:buNone/>
              <a:defRPr sz="1600" b="1" i="0">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Place headline here</a:t>
            </a:r>
          </a:p>
        </p:txBody>
      </p:sp>
    </p:spTree>
    <p:extLst>
      <p:ext uri="{BB962C8B-B14F-4D97-AF65-F5344CB8AC3E}">
        <p14:creationId xmlns:p14="http://schemas.microsoft.com/office/powerpoint/2010/main" val="895925855"/>
      </p:ext>
    </p:extLst>
  </p:cSld>
  <p:clrMapOvr>
    <a:masterClrMapping/>
  </p:clrMapOvr>
  <p:extLst>
    <p:ext uri="{DCECCB84-F9BA-43D5-87BE-67443E8EF086}">
      <p15:sldGuideLst xmlns:p15="http://schemas.microsoft.com/office/powerpoint/2012/main">
        <p15:guide id="1" orient="horz" pos="2775">
          <p15:clr>
            <a:srgbClr val="C35EA4"/>
          </p15:clr>
        </p15:guide>
        <p15:guide id="2" orient="horz" pos="699">
          <p15:clr>
            <a:srgbClr val="547EBF"/>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Content: text + spli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CADDCEF-8841-4D73-EAEB-25E159BD364A}"/>
              </a:ext>
            </a:extLst>
          </p:cNvPr>
          <p:cNvSpPr/>
          <p:nvPr userDrawn="1"/>
        </p:nvSpPr>
        <p:spPr>
          <a:xfrm>
            <a:off x="7839456" y="0"/>
            <a:ext cx="4352544"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tIns="121920" bIns="121920" rtlCol="0" anchor="ctr"/>
          <a:lstStyle/>
          <a:p>
            <a:pPr algn="ctr"/>
            <a:endParaRPr lang="en-US" sz="2400" err="1"/>
          </a:p>
        </p:txBody>
      </p:sp>
      <p:sp>
        <p:nvSpPr>
          <p:cNvPr id="6" name="Title 2">
            <a:extLst>
              <a:ext uri="{FF2B5EF4-FFF2-40B4-BE49-F238E27FC236}">
                <a16:creationId xmlns:a16="http://schemas.microsoft.com/office/drawing/2014/main" id="{9596D82E-71B7-FF51-B8E9-B259B21B69EB}"/>
              </a:ext>
            </a:extLst>
          </p:cNvPr>
          <p:cNvSpPr>
            <a:spLocks noGrp="1"/>
          </p:cNvSpPr>
          <p:nvPr>
            <p:ph type="title"/>
          </p:nvPr>
        </p:nvSpPr>
        <p:spPr>
          <a:xfrm>
            <a:off x="556467" y="572600"/>
            <a:ext cx="6757704" cy="393954"/>
          </a:xfrm>
        </p:spPr>
        <p:txBody>
          <a:bodyPr/>
          <a:lstStyle/>
          <a:p>
            <a:r>
              <a:rPr lang="en-GB"/>
              <a:t>Click to edit Master title style</a:t>
            </a:r>
            <a:endParaRPr lang="en-US"/>
          </a:p>
        </p:txBody>
      </p:sp>
      <p:sp>
        <p:nvSpPr>
          <p:cNvPr id="15" name="Text Placeholder 47">
            <a:extLst>
              <a:ext uri="{FF2B5EF4-FFF2-40B4-BE49-F238E27FC236}">
                <a16:creationId xmlns:a16="http://schemas.microsoft.com/office/drawing/2014/main" id="{3269863B-5234-38BF-0D34-E538ACE4EA2B}"/>
              </a:ext>
            </a:extLst>
          </p:cNvPr>
          <p:cNvSpPr>
            <a:spLocks noGrp="1"/>
          </p:cNvSpPr>
          <p:nvPr>
            <p:ph type="body" sz="quarter" idx="28" hasCustomPrompt="1"/>
          </p:nvPr>
        </p:nvSpPr>
        <p:spPr>
          <a:xfrm>
            <a:off x="556468" y="2330533"/>
            <a:ext cx="3148429" cy="734935"/>
          </a:xfrm>
        </p:spPr>
        <p:txBody>
          <a:bodyPr/>
          <a:lstStyle>
            <a:lvl1pPr>
              <a:defRPr lang="en-US" sz="1200" b="0" kern="1200" dirty="0" smtClean="0">
                <a:solidFill>
                  <a:schemeClr val="tx1"/>
                </a:solidFill>
                <a:latin typeface="+mn-lt"/>
                <a:ea typeface="+mn-ea"/>
                <a:cs typeface="+mn-cs"/>
              </a:defRPr>
            </a:lvl1pPr>
            <a:lvl2pPr>
              <a:defRPr lang="en-US" sz="1400" b="0" kern="1200" dirty="0" smtClean="0">
                <a:solidFill>
                  <a:schemeClr val="tx1"/>
                </a:solidFill>
                <a:latin typeface="+mn-lt"/>
                <a:ea typeface="+mn-ea"/>
                <a:cs typeface="+mn-cs"/>
              </a:defRPr>
            </a:lvl2pPr>
            <a:lvl3pPr>
              <a:defRPr/>
            </a:lvl3pPr>
            <a:lvl4pPr>
              <a:defRPr/>
            </a:lvl4pPr>
            <a:lvl5pPr>
              <a:defRPr/>
            </a:lvl5pPr>
          </a:lstStyle>
          <a:p>
            <a:pPr lvl="0"/>
            <a:r>
              <a:rPr lang="en-US"/>
              <a:t>Click to edit Master text styles. Lorem ipsum dolor sit </a:t>
            </a:r>
            <a:r>
              <a:rPr lang="en-US" err="1"/>
              <a:t>amet</a:t>
            </a:r>
            <a:r>
              <a:rPr lang="en-US"/>
              <a:t>, </a:t>
            </a:r>
            <a:r>
              <a:rPr lang="en-US" err="1"/>
              <a:t>consectetur</a:t>
            </a:r>
            <a:r>
              <a:rPr lang="en-US"/>
              <a:t> </a:t>
            </a:r>
            <a:r>
              <a:rPr lang="en-US" err="1"/>
              <a:t>adipiscing</a:t>
            </a:r>
            <a:r>
              <a:rPr lang="en-US"/>
              <a:t> </a:t>
            </a:r>
            <a:r>
              <a:rPr lang="en-US" err="1"/>
              <a:t>elit</a:t>
            </a:r>
            <a:r>
              <a:rPr lang="en-US"/>
              <a:t>.</a:t>
            </a:r>
            <a:endParaRPr lang="en-AR"/>
          </a:p>
        </p:txBody>
      </p:sp>
      <p:sp>
        <p:nvSpPr>
          <p:cNvPr id="16" name="Text Placeholder 3a">
            <a:extLst>
              <a:ext uri="{FF2B5EF4-FFF2-40B4-BE49-F238E27FC236}">
                <a16:creationId xmlns:a16="http://schemas.microsoft.com/office/drawing/2014/main" id="{FAAE1576-C1B9-0E2B-83B0-F7C54B8589E8}"/>
              </a:ext>
            </a:extLst>
          </p:cNvPr>
          <p:cNvSpPr>
            <a:spLocks noGrp="1"/>
          </p:cNvSpPr>
          <p:nvPr>
            <p:ph type="body" idx="29" hasCustomPrompt="1"/>
          </p:nvPr>
        </p:nvSpPr>
        <p:spPr>
          <a:xfrm>
            <a:off x="556468" y="1887912"/>
            <a:ext cx="3148429" cy="256198"/>
          </a:xfrm>
          <a:prstGeom prst="rect">
            <a:avLst/>
          </a:prstGeom>
        </p:spPr>
        <p:txBody>
          <a:bodyPr anchor="t"/>
          <a:lstStyle>
            <a:lvl1pPr marL="0" indent="0">
              <a:lnSpc>
                <a:spcPct val="90000"/>
              </a:lnSpc>
              <a:spcAft>
                <a:spcPts val="0"/>
              </a:spcAft>
              <a:buNone/>
              <a:defRPr sz="1600" b="0" i="0">
                <a:solidFill>
                  <a:schemeClr val="bg2"/>
                </a:solidFill>
                <a:latin typeface="+mn-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Text here</a:t>
            </a:r>
          </a:p>
        </p:txBody>
      </p:sp>
      <p:sp>
        <p:nvSpPr>
          <p:cNvPr id="17" name="Text Placeholder 47">
            <a:extLst>
              <a:ext uri="{FF2B5EF4-FFF2-40B4-BE49-F238E27FC236}">
                <a16:creationId xmlns:a16="http://schemas.microsoft.com/office/drawing/2014/main" id="{8ED52606-50DB-73E6-95EA-D88B274B22CD}"/>
              </a:ext>
            </a:extLst>
          </p:cNvPr>
          <p:cNvSpPr>
            <a:spLocks noGrp="1"/>
          </p:cNvSpPr>
          <p:nvPr>
            <p:ph type="body" sz="quarter" idx="30" hasCustomPrompt="1"/>
          </p:nvPr>
        </p:nvSpPr>
        <p:spPr>
          <a:xfrm>
            <a:off x="4135240" y="2330533"/>
            <a:ext cx="3148429" cy="734935"/>
          </a:xfrm>
        </p:spPr>
        <p:txBody>
          <a:bodyPr/>
          <a:lstStyle>
            <a:lvl1pPr>
              <a:defRPr lang="en-US" sz="1200" b="0" kern="1200" dirty="0" smtClean="0">
                <a:solidFill>
                  <a:schemeClr val="tx1"/>
                </a:solidFill>
                <a:latin typeface="+mn-lt"/>
                <a:ea typeface="+mn-ea"/>
                <a:cs typeface="+mn-cs"/>
              </a:defRPr>
            </a:lvl1pPr>
            <a:lvl2pPr>
              <a:defRPr lang="en-US" sz="1400" b="0" kern="1200" dirty="0" smtClean="0">
                <a:solidFill>
                  <a:schemeClr val="tx1"/>
                </a:solidFill>
                <a:latin typeface="+mn-lt"/>
                <a:ea typeface="+mn-ea"/>
                <a:cs typeface="+mn-cs"/>
              </a:defRPr>
            </a:lvl2pPr>
            <a:lvl3pPr>
              <a:defRPr/>
            </a:lvl3pPr>
            <a:lvl4pPr>
              <a:defRPr/>
            </a:lvl4pPr>
            <a:lvl5pPr>
              <a:defRPr/>
            </a:lvl5pPr>
          </a:lstStyle>
          <a:p>
            <a:pPr lvl="0"/>
            <a:r>
              <a:rPr lang="en-US"/>
              <a:t>Click to edit Master text styles. Lorem ipsum dolor sit </a:t>
            </a:r>
            <a:r>
              <a:rPr lang="en-US" err="1"/>
              <a:t>amet</a:t>
            </a:r>
            <a:r>
              <a:rPr lang="en-US"/>
              <a:t>, </a:t>
            </a:r>
            <a:r>
              <a:rPr lang="en-US" err="1"/>
              <a:t>consectetur</a:t>
            </a:r>
            <a:r>
              <a:rPr lang="en-US"/>
              <a:t> </a:t>
            </a:r>
            <a:r>
              <a:rPr lang="en-US" err="1"/>
              <a:t>adipiscing</a:t>
            </a:r>
            <a:r>
              <a:rPr lang="en-US"/>
              <a:t> </a:t>
            </a:r>
            <a:r>
              <a:rPr lang="en-US" err="1"/>
              <a:t>elit</a:t>
            </a:r>
            <a:r>
              <a:rPr lang="en-US"/>
              <a:t>.</a:t>
            </a:r>
            <a:endParaRPr lang="en-AR"/>
          </a:p>
        </p:txBody>
      </p:sp>
      <p:sp>
        <p:nvSpPr>
          <p:cNvPr id="18" name="Text Placeholder 3a">
            <a:extLst>
              <a:ext uri="{FF2B5EF4-FFF2-40B4-BE49-F238E27FC236}">
                <a16:creationId xmlns:a16="http://schemas.microsoft.com/office/drawing/2014/main" id="{AA248D68-4226-2C8B-DAF1-EBBE3A60A940}"/>
              </a:ext>
            </a:extLst>
          </p:cNvPr>
          <p:cNvSpPr>
            <a:spLocks noGrp="1"/>
          </p:cNvSpPr>
          <p:nvPr>
            <p:ph type="body" idx="31" hasCustomPrompt="1"/>
          </p:nvPr>
        </p:nvSpPr>
        <p:spPr>
          <a:xfrm>
            <a:off x="4135240" y="1887912"/>
            <a:ext cx="3148429" cy="256198"/>
          </a:xfrm>
          <a:prstGeom prst="rect">
            <a:avLst/>
          </a:prstGeom>
        </p:spPr>
        <p:txBody>
          <a:bodyPr anchor="t"/>
          <a:lstStyle>
            <a:lvl1pPr marL="0" indent="0">
              <a:lnSpc>
                <a:spcPct val="90000"/>
              </a:lnSpc>
              <a:spcAft>
                <a:spcPts val="0"/>
              </a:spcAft>
              <a:buNone/>
              <a:defRPr sz="1600" b="0" i="0">
                <a:solidFill>
                  <a:schemeClr val="bg2"/>
                </a:solidFill>
                <a:latin typeface="+mn-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Text here</a:t>
            </a:r>
          </a:p>
        </p:txBody>
      </p:sp>
      <p:sp>
        <p:nvSpPr>
          <p:cNvPr id="3" name="copyright">
            <a:extLst>
              <a:ext uri="{FF2B5EF4-FFF2-40B4-BE49-F238E27FC236}">
                <a16:creationId xmlns:a16="http://schemas.microsoft.com/office/drawing/2014/main" id="{1BFF566D-EEFC-0454-54B0-66CBAB8DA700}"/>
              </a:ext>
            </a:extLst>
          </p:cNvPr>
          <p:cNvSpPr txBox="1"/>
          <p:nvPr userDrawn="1"/>
        </p:nvSpPr>
        <p:spPr>
          <a:xfrm>
            <a:off x="9031909" y="6429853"/>
            <a:ext cx="2398092"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a:solidFill>
                  <a:schemeClr val="bg1">
                    <a:lumMod val="85000"/>
                    <a:alpha val="75000"/>
                  </a:schemeClr>
                </a:solidFill>
                <a:latin typeface="Graphik" panose="020B0503030202060203" pitchFamily="34" charset="77"/>
              </a:rPr>
              <a:t>Copyright © 2025 Accenture. All rights reserved.</a:t>
            </a:r>
            <a:endParaRPr lang="en-US" sz="1351" noProof="0">
              <a:solidFill>
                <a:schemeClr val="bg1">
                  <a:lumMod val="85000"/>
                  <a:alpha val="75000"/>
                </a:schemeClr>
              </a:solidFill>
              <a:latin typeface="Graphik" panose="020B0503030202060203" pitchFamily="34" charset="77"/>
            </a:endParaRPr>
          </a:p>
        </p:txBody>
      </p:sp>
      <p:sp>
        <p:nvSpPr>
          <p:cNvPr id="7" name="slide number automatic">
            <a:extLst>
              <a:ext uri="{FF2B5EF4-FFF2-40B4-BE49-F238E27FC236}">
                <a16:creationId xmlns:a16="http://schemas.microsoft.com/office/drawing/2014/main" id="{B0F19C31-6554-B271-0340-EE09C970123A}"/>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bg1">
                    <a:lumMod val="85000"/>
                    <a:alpha val="75000"/>
                  </a:scheme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chemeClr val="bg1">
                  <a:lumMod val="85000"/>
                  <a:alpha val="75000"/>
                </a:schemeClr>
              </a:solidFill>
              <a:latin typeface="+mj-lt"/>
            </a:endParaRPr>
          </a:p>
        </p:txBody>
      </p:sp>
    </p:spTree>
    <p:extLst>
      <p:ext uri="{BB962C8B-B14F-4D97-AF65-F5344CB8AC3E}">
        <p14:creationId xmlns:p14="http://schemas.microsoft.com/office/powerpoint/2010/main" val="2255828541"/>
      </p:ext>
    </p:extLst>
  </p:cSld>
  <p:clrMapOvr>
    <a:masterClrMapping/>
  </p:clrMapOvr>
  <p:extLst>
    <p:ext uri="{DCECCB84-F9BA-43D5-87BE-67443E8EF086}">
      <p15:sldGuideLst xmlns:p15="http://schemas.microsoft.com/office/powerpoint/2012/main">
        <p15:guide id="1" orient="horz" pos="3249">
          <p15:clr>
            <a:srgbClr val="FBAE4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Content: 1 column + split">
    <p:spTree>
      <p:nvGrpSpPr>
        <p:cNvPr id="1" name=""/>
        <p:cNvGrpSpPr/>
        <p:nvPr/>
      </p:nvGrpSpPr>
      <p:grpSpPr>
        <a:xfrm>
          <a:off x="0" y="0"/>
          <a:ext cx="0" cy="0"/>
          <a:chOff x="0" y="0"/>
          <a:chExt cx="0" cy="0"/>
        </a:xfrm>
      </p:grpSpPr>
      <p:sp>
        <p:nvSpPr>
          <p:cNvPr id="7" name="Content Placeholder 4">
            <a:extLst>
              <a:ext uri="{FF2B5EF4-FFF2-40B4-BE49-F238E27FC236}">
                <a16:creationId xmlns:a16="http://schemas.microsoft.com/office/drawing/2014/main" id="{9917C584-C28F-B584-7B0F-55FA025AE20A}"/>
              </a:ext>
            </a:extLst>
          </p:cNvPr>
          <p:cNvSpPr>
            <a:spLocks noGrp="1"/>
          </p:cNvSpPr>
          <p:nvPr>
            <p:ph sz="half" idx="23" hasCustomPrompt="1"/>
          </p:nvPr>
        </p:nvSpPr>
        <p:spPr>
          <a:xfrm>
            <a:off x="563411" y="1871331"/>
            <a:ext cx="6898434" cy="4258007"/>
          </a:xfrm>
          <a:prstGeom prst="rect">
            <a:avLst/>
          </a:prstGeom>
        </p:spPr>
        <p:txBody>
          <a:bodyPr/>
          <a:lstStyle>
            <a:lvl1pPr>
              <a:spcAft>
                <a:spcPts val="600"/>
              </a:spcAft>
              <a:defRPr sz="1400" b="0" i="0">
                <a:latin typeface="Graphik" panose="020B0503030202060203" pitchFamily="34" charset="77"/>
              </a:defRPr>
            </a:lvl1pPr>
            <a:lvl2pPr>
              <a:spcAft>
                <a:spcPts val="600"/>
              </a:spcAft>
              <a:defRPr sz="1400" b="0" i="0">
                <a:latin typeface="Graphik" panose="020B0503030202060203" pitchFamily="34" charset="77"/>
              </a:defRPr>
            </a:lvl2pPr>
            <a:lvl3pPr>
              <a:spcAft>
                <a:spcPts val="600"/>
              </a:spcAft>
              <a:defRPr sz="1400" b="0" i="0">
                <a:latin typeface="Graphik" panose="020B0503030202060203" pitchFamily="34" charset="77"/>
              </a:defRPr>
            </a:lvl3pPr>
            <a:lvl4pPr>
              <a:spcAft>
                <a:spcPts val="600"/>
              </a:spcAft>
              <a:defRPr sz="1200" b="0" i="0">
                <a:latin typeface="Graphik" panose="020B0503030202060203" pitchFamily="34" charset="77"/>
              </a:defRPr>
            </a:lvl4pPr>
            <a:lvl5pPr>
              <a:spcAft>
                <a:spcPts val="600"/>
              </a:spcAft>
              <a:defRPr sz="1200" b="0" i="0">
                <a:latin typeface="Graphik" panose="020B0503030202060203" pitchFamily="34" charset="77"/>
              </a:defRPr>
            </a:lvl5pPr>
            <a:lvl6pPr>
              <a:defRPr sz="1100" b="0" i="0">
                <a:latin typeface="Graphik" panose="020B0503030202060203" pitchFamily="34" charset="77"/>
              </a:defRPr>
            </a:lvl6pPr>
          </a:lstStyle>
          <a:p>
            <a:pPr lvl="0"/>
            <a:r>
              <a:rPr lang="en-US"/>
              <a:t>Place text here</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
        <p:nvSpPr>
          <p:cNvPr id="2" name="Rectangle 1">
            <a:extLst>
              <a:ext uri="{FF2B5EF4-FFF2-40B4-BE49-F238E27FC236}">
                <a16:creationId xmlns:a16="http://schemas.microsoft.com/office/drawing/2014/main" id="{7CADDCEF-8841-4D73-EAEB-25E159BD364A}"/>
              </a:ext>
            </a:extLst>
          </p:cNvPr>
          <p:cNvSpPr/>
          <p:nvPr userDrawn="1"/>
        </p:nvSpPr>
        <p:spPr>
          <a:xfrm>
            <a:off x="7839456" y="0"/>
            <a:ext cx="4352544"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tIns="121920" bIns="121920" rtlCol="0" anchor="ctr"/>
          <a:lstStyle/>
          <a:p>
            <a:pPr algn="ctr"/>
            <a:endParaRPr lang="en-US" sz="2400" err="1"/>
          </a:p>
        </p:txBody>
      </p:sp>
      <p:sp>
        <p:nvSpPr>
          <p:cNvPr id="8" name="Title 2">
            <a:extLst>
              <a:ext uri="{FF2B5EF4-FFF2-40B4-BE49-F238E27FC236}">
                <a16:creationId xmlns:a16="http://schemas.microsoft.com/office/drawing/2014/main" id="{5D3D732C-3732-CD02-EAC3-668BD05D5AF0}"/>
              </a:ext>
            </a:extLst>
          </p:cNvPr>
          <p:cNvSpPr>
            <a:spLocks noGrp="1"/>
          </p:cNvSpPr>
          <p:nvPr>
            <p:ph type="title"/>
          </p:nvPr>
        </p:nvSpPr>
        <p:spPr>
          <a:xfrm>
            <a:off x="556467" y="572600"/>
            <a:ext cx="6898434" cy="393954"/>
          </a:xfrm>
        </p:spPr>
        <p:txBody>
          <a:bodyPr/>
          <a:lstStyle/>
          <a:p>
            <a:r>
              <a:rPr lang="en-GB"/>
              <a:t>Click to edit Master title style</a:t>
            </a:r>
            <a:endParaRPr lang="en-US"/>
          </a:p>
        </p:txBody>
      </p:sp>
      <p:sp>
        <p:nvSpPr>
          <p:cNvPr id="3" name="Text Placeholder 47">
            <a:extLst>
              <a:ext uri="{FF2B5EF4-FFF2-40B4-BE49-F238E27FC236}">
                <a16:creationId xmlns:a16="http://schemas.microsoft.com/office/drawing/2014/main" id="{48660C5F-04AB-D437-8D1D-398DD42B6654}"/>
              </a:ext>
            </a:extLst>
          </p:cNvPr>
          <p:cNvSpPr>
            <a:spLocks noGrp="1"/>
          </p:cNvSpPr>
          <p:nvPr>
            <p:ph type="body" sz="quarter" idx="28" hasCustomPrompt="1"/>
          </p:nvPr>
        </p:nvSpPr>
        <p:spPr>
          <a:xfrm>
            <a:off x="8492709" y="2254789"/>
            <a:ext cx="3148429" cy="399921"/>
          </a:xfrm>
        </p:spPr>
        <p:txBody>
          <a:bodyPr/>
          <a:lstStyle>
            <a:lvl1pPr>
              <a:defRPr lang="en-US" sz="1600" b="0" kern="1200" dirty="0" smtClean="0">
                <a:solidFill>
                  <a:schemeClr val="bg1"/>
                </a:solidFill>
                <a:latin typeface="+mn-lt"/>
                <a:ea typeface="+mn-ea"/>
                <a:cs typeface="+mn-cs"/>
              </a:defRPr>
            </a:lvl1pPr>
            <a:lvl2pPr>
              <a:defRPr lang="en-US" sz="1400" b="0" kern="1200" dirty="0" smtClean="0">
                <a:solidFill>
                  <a:schemeClr val="tx1"/>
                </a:solidFill>
                <a:latin typeface="+mn-lt"/>
                <a:ea typeface="+mn-ea"/>
                <a:cs typeface="+mn-cs"/>
              </a:defRPr>
            </a:lvl2pPr>
            <a:lvl3pPr>
              <a:defRPr/>
            </a:lvl3pPr>
            <a:lvl4pPr>
              <a:defRPr/>
            </a:lvl4pPr>
            <a:lvl5pPr>
              <a:defRPr/>
            </a:lvl5pPr>
          </a:lstStyle>
          <a:p>
            <a:pPr lvl="0"/>
            <a:r>
              <a:rPr lang="en-US"/>
              <a:t>Click to edit Master text styles.</a:t>
            </a:r>
            <a:endParaRPr lang="en-AR"/>
          </a:p>
        </p:txBody>
      </p:sp>
      <p:sp>
        <p:nvSpPr>
          <p:cNvPr id="9" name="Text Placeholder 47">
            <a:extLst>
              <a:ext uri="{FF2B5EF4-FFF2-40B4-BE49-F238E27FC236}">
                <a16:creationId xmlns:a16="http://schemas.microsoft.com/office/drawing/2014/main" id="{87445057-4F7B-3130-60F5-D78783A22201}"/>
              </a:ext>
            </a:extLst>
          </p:cNvPr>
          <p:cNvSpPr>
            <a:spLocks noGrp="1"/>
          </p:cNvSpPr>
          <p:nvPr>
            <p:ph type="body" sz="quarter" idx="29" hasCustomPrompt="1"/>
          </p:nvPr>
        </p:nvSpPr>
        <p:spPr>
          <a:xfrm>
            <a:off x="8492709" y="3223267"/>
            <a:ext cx="3148429" cy="399921"/>
          </a:xfrm>
        </p:spPr>
        <p:txBody>
          <a:bodyPr/>
          <a:lstStyle>
            <a:lvl1pPr>
              <a:defRPr lang="en-US" sz="1600" b="0" kern="1200" dirty="0" smtClean="0">
                <a:solidFill>
                  <a:schemeClr val="bg1"/>
                </a:solidFill>
                <a:latin typeface="+mn-lt"/>
                <a:ea typeface="+mn-ea"/>
                <a:cs typeface="+mn-cs"/>
              </a:defRPr>
            </a:lvl1pPr>
            <a:lvl2pPr>
              <a:defRPr lang="en-US" sz="1400" b="0" kern="1200" dirty="0" smtClean="0">
                <a:solidFill>
                  <a:schemeClr val="tx1"/>
                </a:solidFill>
                <a:latin typeface="+mn-lt"/>
                <a:ea typeface="+mn-ea"/>
                <a:cs typeface="+mn-cs"/>
              </a:defRPr>
            </a:lvl2pPr>
            <a:lvl3pPr>
              <a:defRPr/>
            </a:lvl3pPr>
            <a:lvl4pPr>
              <a:defRPr/>
            </a:lvl4pPr>
            <a:lvl5pPr>
              <a:defRPr/>
            </a:lvl5pPr>
          </a:lstStyle>
          <a:p>
            <a:pPr lvl="0"/>
            <a:r>
              <a:rPr lang="en-US"/>
              <a:t>Click to edit Master text styles.</a:t>
            </a:r>
            <a:endParaRPr lang="en-AR"/>
          </a:p>
        </p:txBody>
      </p:sp>
      <p:sp>
        <p:nvSpPr>
          <p:cNvPr id="10" name="Text Placeholder 47">
            <a:extLst>
              <a:ext uri="{FF2B5EF4-FFF2-40B4-BE49-F238E27FC236}">
                <a16:creationId xmlns:a16="http://schemas.microsoft.com/office/drawing/2014/main" id="{7153D109-A742-E656-63F7-1203E6EBAA15}"/>
              </a:ext>
            </a:extLst>
          </p:cNvPr>
          <p:cNvSpPr>
            <a:spLocks noGrp="1"/>
          </p:cNvSpPr>
          <p:nvPr>
            <p:ph type="body" sz="quarter" idx="30" hasCustomPrompt="1"/>
          </p:nvPr>
        </p:nvSpPr>
        <p:spPr>
          <a:xfrm>
            <a:off x="8492709" y="4191745"/>
            <a:ext cx="3148429" cy="399921"/>
          </a:xfrm>
        </p:spPr>
        <p:txBody>
          <a:bodyPr/>
          <a:lstStyle>
            <a:lvl1pPr>
              <a:defRPr lang="en-US" sz="1600" b="0" kern="1200" dirty="0" smtClean="0">
                <a:solidFill>
                  <a:schemeClr val="bg1"/>
                </a:solidFill>
                <a:latin typeface="+mn-lt"/>
                <a:ea typeface="+mn-ea"/>
                <a:cs typeface="+mn-cs"/>
              </a:defRPr>
            </a:lvl1pPr>
            <a:lvl2pPr>
              <a:defRPr lang="en-US" sz="1400" b="0" kern="1200" dirty="0" smtClean="0">
                <a:solidFill>
                  <a:schemeClr val="tx1"/>
                </a:solidFill>
                <a:latin typeface="+mn-lt"/>
                <a:ea typeface="+mn-ea"/>
                <a:cs typeface="+mn-cs"/>
              </a:defRPr>
            </a:lvl2pPr>
            <a:lvl3pPr>
              <a:defRPr/>
            </a:lvl3pPr>
            <a:lvl4pPr>
              <a:defRPr/>
            </a:lvl4pPr>
            <a:lvl5pPr>
              <a:defRPr/>
            </a:lvl5pPr>
          </a:lstStyle>
          <a:p>
            <a:pPr lvl="0"/>
            <a:r>
              <a:rPr lang="en-US"/>
              <a:t>Click to edit Master text styles.</a:t>
            </a:r>
            <a:endParaRPr lang="en-AR"/>
          </a:p>
        </p:txBody>
      </p:sp>
      <p:sp>
        <p:nvSpPr>
          <p:cNvPr id="6" name="copyright">
            <a:extLst>
              <a:ext uri="{FF2B5EF4-FFF2-40B4-BE49-F238E27FC236}">
                <a16:creationId xmlns:a16="http://schemas.microsoft.com/office/drawing/2014/main" id="{C773503D-16B0-06FF-353B-F4C73BE165A6}"/>
              </a:ext>
            </a:extLst>
          </p:cNvPr>
          <p:cNvSpPr txBox="1"/>
          <p:nvPr userDrawn="1"/>
        </p:nvSpPr>
        <p:spPr>
          <a:xfrm>
            <a:off x="9031909" y="6429853"/>
            <a:ext cx="2398092"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a:solidFill>
                  <a:schemeClr val="bg1">
                    <a:lumMod val="85000"/>
                    <a:alpha val="75000"/>
                  </a:schemeClr>
                </a:solidFill>
                <a:latin typeface="Graphik" panose="020B0503030202060203" pitchFamily="34" charset="77"/>
              </a:rPr>
              <a:t>Copyright © 2025 Accenture. All rights reserved.</a:t>
            </a:r>
            <a:endParaRPr lang="en-US" sz="1351" noProof="0">
              <a:solidFill>
                <a:schemeClr val="bg1">
                  <a:lumMod val="85000"/>
                  <a:alpha val="75000"/>
                </a:schemeClr>
              </a:solidFill>
              <a:latin typeface="Graphik" panose="020B0503030202060203" pitchFamily="34" charset="77"/>
            </a:endParaRPr>
          </a:p>
        </p:txBody>
      </p:sp>
      <p:sp>
        <p:nvSpPr>
          <p:cNvPr id="11" name="slide number automatic">
            <a:extLst>
              <a:ext uri="{FF2B5EF4-FFF2-40B4-BE49-F238E27FC236}">
                <a16:creationId xmlns:a16="http://schemas.microsoft.com/office/drawing/2014/main" id="{922D4837-A73E-8289-1E8F-AD0D5C3080D2}"/>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bg1">
                    <a:lumMod val="85000"/>
                    <a:alpha val="75000"/>
                  </a:scheme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chemeClr val="bg1">
                  <a:lumMod val="85000"/>
                  <a:alpha val="75000"/>
                </a:schemeClr>
              </a:solidFill>
              <a:latin typeface="+mj-lt"/>
            </a:endParaRPr>
          </a:p>
        </p:txBody>
      </p:sp>
    </p:spTree>
    <p:extLst>
      <p:ext uri="{BB962C8B-B14F-4D97-AF65-F5344CB8AC3E}">
        <p14:creationId xmlns:p14="http://schemas.microsoft.com/office/powerpoint/2010/main" val="892450881"/>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Quote: image + white mode">
    <p:bg>
      <p:bgPr>
        <a:solidFill>
          <a:schemeClr val="bg1"/>
        </a:solidFill>
        <a:effectLst/>
      </p:bgPr>
    </p:bg>
    <p:spTree>
      <p:nvGrpSpPr>
        <p:cNvPr id="1" name=""/>
        <p:cNvGrpSpPr/>
        <p:nvPr/>
      </p:nvGrpSpPr>
      <p:grpSpPr>
        <a:xfrm>
          <a:off x="0" y="0"/>
          <a:ext cx="0" cy="0"/>
          <a:chOff x="0" y="0"/>
          <a:chExt cx="0" cy="0"/>
        </a:xfrm>
      </p:grpSpPr>
      <p:sp>
        <p:nvSpPr>
          <p:cNvPr id="5" name="Picture Placeholder 10">
            <a:extLst>
              <a:ext uri="{FF2B5EF4-FFF2-40B4-BE49-F238E27FC236}">
                <a16:creationId xmlns:a16="http://schemas.microsoft.com/office/drawing/2014/main" id="{85F087B1-CDA4-427D-C33A-06F752C0B04F}"/>
              </a:ext>
            </a:extLst>
          </p:cNvPr>
          <p:cNvSpPr>
            <a:spLocks noGrp="1" noChangeAspect="1"/>
          </p:cNvSpPr>
          <p:nvPr>
            <p:ph type="pic" sz="quarter" idx="16"/>
          </p:nvPr>
        </p:nvSpPr>
        <p:spPr>
          <a:xfrm>
            <a:off x="6099351" y="549276"/>
            <a:ext cx="6091200" cy="5759450"/>
          </a:xfrm>
          <a:solidFill>
            <a:schemeClr val="bg1">
              <a:lumMod val="95000"/>
            </a:schemeClr>
          </a:solidFill>
        </p:spPr>
        <p:txBody>
          <a:bodyPr anchor="ctr"/>
          <a:lstStyle>
            <a:lvl1pPr algn="ctr">
              <a:defRPr>
                <a:solidFill>
                  <a:schemeClr val="tx1"/>
                </a:solidFill>
              </a:defRPr>
            </a:lvl1pPr>
          </a:lstStyle>
          <a:p>
            <a:r>
              <a:rPr lang="en-GB"/>
              <a:t>Click icon to add picture</a:t>
            </a:r>
            <a:endParaRPr lang="en-US"/>
          </a:p>
        </p:txBody>
      </p:sp>
      <p:sp>
        <p:nvSpPr>
          <p:cNvPr id="2" name="Title 1">
            <a:extLst>
              <a:ext uri="{FF2B5EF4-FFF2-40B4-BE49-F238E27FC236}">
                <a16:creationId xmlns:a16="http://schemas.microsoft.com/office/drawing/2014/main" id="{1A550722-1BF3-D08F-D5F2-F357EE4FD5A8}"/>
              </a:ext>
            </a:extLst>
          </p:cNvPr>
          <p:cNvSpPr>
            <a:spLocks noGrp="1"/>
          </p:cNvSpPr>
          <p:nvPr>
            <p:ph type="title" hasCustomPrompt="1"/>
          </p:nvPr>
        </p:nvSpPr>
        <p:spPr>
          <a:xfrm>
            <a:off x="1163638" y="3033307"/>
            <a:ext cx="4489017" cy="398699"/>
          </a:xfrm>
          <a:prstGeom prst="rect">
            <a:avLst/>
          </a:prstGeom>
        </p:spPr>
        <p:txBody>
          <a:bodyPr anchor="ctr"/>
          <a:lstStyle>
            <a:lvl1pPr>
              <a:lnSpc>
                <a:spcPct val="100000"/>
              </a:lnSpc>
              <a:defRPr lang="en-US" sz="3200" b="0" i="0" kern="1200">
                <a:solidFill>
                  <a:schemeClr val="tx1"/>
                </a:solidFill>
                <a:latin typeface="GT Sectra Fine Rg" pitchFamily="2" charset="77"/>
                <a:ea typeface="+mj-ea"/>
                <a:cs typeface="+mj-cs"/>
              </a:defRPr>
            </a:lvl1pPr>
          </a:lstStyle>
          <a:p>
            <a:pPr marL="0" lvl="0" indent="0" algn="l" defTabSz="914377" rtl="0" eaLnBrk="1" latinLnBrk="0" hangingPunct="1">
              <a:lnSpc>
                <a:spcPct val="80000"/>
              </a:lnSpc>
              <a:spcBef>
                <a:spcPct val="0"/>
              </a:spcBef>
              <a:spcAft>
                <a:spcPts val="0"/>
              </a:spcAft>
              <a:buFont typeface="Arial" panose="020B0604020202020204" pitchFamily="34" charset="0"/>
              <a:buNone/>
            </a:pPr>
            <a:r>
              <a:rPr lang="en-US"/>
              <a:t>Place quote here</a:t>
            </a:r>
          </a:p>
        </p:txBody>
      </p:sp>
    </p:spTree>
    <p:extLst>
      <p:ext uri="{BB962C8B-B14F-4D97-AF65-F5344CB8AC3E}">
        <p14:creationId xmlns:p14="http://schemas.microsoft.com/office/powerpoint/2010/main" val="112322202"/>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Quote: image + dark mode">
    <p:bg>
      <p:bgPr>
        <a:solidFill>
          <a:srgbClr val="000000"/>
        </a:solidFill>
        <a:effectLst/>
      </p:bgPr>
    </p:bg>
    <p:spTree>
      <p:nvGrpSpPr>
        <p:cNvPr id="1" name=""/>
        <p:cNvGrpSpPr/>
        <p:nvPr/>
      </p:nvGrpSpPr>
      <p:grpSpPr>
        <a:xfrm>
          <a:off x="0" y="0"/>
          <a:ext cx="0" cy="0"/>
          <a:chOff x="0" y="0"/>
          <a:chExt cx="0" cy="0"/>
        </a:xfrm>
      </p:grpSpPr>
      <p:sp>
        <p:nvSpPr>
          <p:cNvPr id="5" name="Picture Placeholder 10">
            <a:extLst>
              <a:ext uri="{FF2B5EF4-FFF2-40B4-BE49-F238E27FC236}">
                <a16:creationId xmlns:a16="http://schemas.microsoft.com/office/drawing/2014/main" id="{85F087B1-CDA4-427D-C33A-06F752C0B04F}"/>
              </a:ext>
            </a:extLst>
          </p:cNvPr>
          <p:cNvSpPr>
            <a:spLocks noGrp="1" noChangeAspect="1"/>
          </p:cNvSpPr>
          <p:nvPr>
            <p:ph type="pic" sz="quarter" idx="16"/>
          </p:nvPr>
        </p:nvSpPr>
        <p:spPr>
          <a:xfrm>
            <a:off x="6099351" y="549276"/>
            <a:ext cx="6091200" cy="5759450"/>
          </a:xfrm>
        </p:spPr>
        <p:txBody>
          <a:bodyPr anchor="ctr"/>
          <a:lstStyle>
            <a:lvl1pPr algn="ctr">
              <a:defRPr/>
            </a:lvl1pPr>
          </a:lstStyle>
          <a:p>
            <a:r>
              <a:rPr lang="en-GB"/>
              <a:t>Click icon to add picture</a:t>
            </a:r>
            <a:endParaRPr lang="en-US"/>
          </a:p>
        </p:txBody>
      </p:sp>
      <p:sp>
        <p:nvSpPr>
          <p:cNvPr id="9" name="GTS_WH">
            <a:extLst>
              <a:ext uri="{FF2B5EF4-FFF2-40B4-BE49-F238E27FC236}">
                <a16:creationId xmlns:a16="http://schemas.microsoft.com/office/drawing/2014/main" id="{8DE35BA1-021B-C8B8-EEDE-464FB3F9F466}"/>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
        <p:nvSpPr>
          <p:cNvPr id="2" name="Title 1">
            <a:extLst>
              <a:ext uri="{FF2B5EF4-FFF2-40B4-BE49-F238E27FC236}">
                <a16:creationId xmlns:a16="http://schemas.microsoft.com/office/drawing/2014/main" id="{4D0BE08F-518C-6621-8CFD-4A6B4150BC57}"/>
              </a:ext>
            </a:extLst>
          </p:cNvPr>
          <p:cNvSpPr>
            <a:spLocks noGrp="1"/>
          </p:cNvSpPr>
          <p:nvPr>
            <p:ph type="title" hasCustomPrompt="1"/>
          </p:nvPr>
        </p:nvSpPr>
        <p:spPr>
          <a:xfrm>
            <a:off x="1163638" y="1244185"/>
            <a:ext cx="4489017" cy="3976944"/>
          </a:xfrm>
          <a:prstGeom prst="rect">
            <a:avLst/>
          </a:prstGeom>
        </p:spPr>
        <p:txBody>
          <a:bodyPr anchor="ctr"/>
          <a:lstStyle>
            <a:lvl1pPr>
              <a:lnSpc>
                <a:spcPct val="100000"/>
              </a:lnSpc>
              <a:defRPr lang="en-US" sz="3200" b="0" i="0" kern="1200">
                <a:solidFill>
                  <a:schemeClr val="bg1"/>
                </a:solidFill>
                <a:latin typeface="GT Sectra Fine Rg" pitchFamily="2" charset="77"/>
                <a:ea typeface="+mj-ea"/>
                <a:cs typeface="+mj-cs"/>
              </a:defRPr>
            </a:lvl1pPr>
          </a:lstStyle>
          <a:p>
            <a:pPr marL="0" lvl="0" indent="0" algn="l" defTabSz="914377" rtl="0" eaLnBrk="1" latinLnBrk="0" hangingPunct="1">
              <a:lnSpc>
                <a:spcPct val="80000"/>
              </a:lnSpc>
              <a:spcBef>
                <a:spcPct val="0"/>
              </a:spcBef>
              <a:spcAft>
                <a:spcPts val="0"/>
              </a:spcAft>
              <a:buFont typeface="Arial" panose="020B0604020202020204" pitchFamily="34" charset="0"/>
              <a:buNone/>
            </a:pPr>
            <a:r>
              <a:rPr lang="en-US"/>
              <a:t>Place quote here</a:t>
            </a:r>
          </a:p>
        </p:txBody>
      </p:sp>
      <p:sp>
        <p:nvSpPr>
          <p:cNvPr id="3" name="copyright">
            <a:extLst>
              <a:ext uri="{FF2B5EF4-FFF2-40B4-BE49-F238E27FC236}">
                <a16:creationId xmlns:a16="http://schemas.microsoft.com/office/drawing/2014/main" id="{CDD1F25F-57C8-B39C-4928-D5758551C5BE}"/>
              </a:ext>
            </a:extLst>
          </p:cNvPr>
          <p:cNvSpPr txBox="1"/>
          <p:nvPr userDrawn="1"/>
        </p:nvSpPr>
        <p:spPr>
          <a:xfrm>
            <a:off x="9031909" y="6429853"/>
            <a:ext cx="2398092"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a:solidFill>
                  <a:schemeClr val="bg1">
                    <a:lumMod val="85000"/>
                    <a:alpha val="75000"/>
                  </a:schemeClr>
                </a:solidFill>
                <a:latin typeface="Graphik" panose="020B0503030202060203" pitchFamily="34" charset="77"/>
              </a:rPr>
              <a:t>Copyright © 2025 Accenture. All rights reserved.</a:t>
            </a:r>
            <a:endParaRPr lang="en-US" sz="1351" noProof="0">
              <a:solidFill>
                <a:schemeClr val="bg1">
                  <a:lumMod val="85000"/>
                  <a:alpha val="75000"/>
                </a:schemeClr>
              </a:solidFill>
              <a:latin typeface="Graphik" panose="020B0503030202060203" pitchFamily="34" charset="77"/>
            </a:endParaRPr>
          </a:p>
        </p:txBody>
      </p:sp>
      <p:sp>
        <p:nvSpPr>
          <p:cNvPr id="4" name="slide number automatic">
            <a:extLst>
              <a:ext uri="{FF2B5EF4-FFF2-40B4-BE49-F238E27FC236}">
                <a16:creationId xmlns:a16="http://schemas.microsoft.com/office/drawing/2014/main" id="{65E3D15D-8C37-9915-8ED3-632625C6F4D2}"/>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bg1">
                    <a:lumMod val="85000"/>
                    <a:alpha val="75000"/>
                  </a:scheme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chemeClr val="bg1">
                  <a:lumMod val="85000"/>
                  <a:alpha val="75000"/>
                </a:schemeClr>
              </a:solidFill>
              <a:latin typeface="+mj-lt"/>
            </a:endParaRPr>
          </a:p>
        </p:txBody>
      </p:sp>
    </p:spTree>
    <p:extLst>
      <p:ext uri="{BB962C8B-B14F-4D97-AF65-F5344CB8AC3E}">
        <p14:creationId xmlns:p14="http://schemas.microsoft.com/office/powerpoint/2010/main" val="2591205097"/>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Quote: image + gradient">
    <p:spTree>
      <p:nvGrpSpPr>
        <p:cNvPr id="1" name=""/>
        <p:cNvGrpSpPr/>
        <p:nvPr/>
      </p:nvGrpSpPr>
      <p:grpSpPr>
        <a:xfrm>
          <a:off x="0" y="0"/>
          <a:ext cx="0" cy="0"/>
          <a:chOff x="0" y="0"/>
          <a:chExt cx="0" cy="0"/>
        </a:xfrm>
      </p:grpSpPr>
      <p:pic>
        <p:nvPicPr>
          <p:cNvPr id="4" name="Picture 3" descr="A purple and white blurry background&#10;&#10;AI-generated content may be incorrect.">
            <a:extLst>
              <a:ext uri="{FF2B5EF4-FFF2-40B4-BE49-F238E27FC236}">
                <a16:creationId xmlns:a16="http://schemas.microsoft.com/office/drawing/2014/main" id="{A383F73A-0DDB-6544-ADBF-6FC2D5357A94}"/>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rot="5400000">
            <a:off x="2665522" y="-2667001"/>
            <a:ext cx="6857998" cy="12192000"/>
          </a:xfrm>
          <a:prstGeom prst="rect">
            <a:avLst/>
          </a:prstGeom>
        </p:spPr>
      </p:pic>
      <p:sp>
        <p:nvSpPr>
          <p:cNvPr id="11" name="Picture Placeholder 10">
            <a:extLst>
              <a:ext uri="{FF2B5EF4-FFF2-40B4-BE49-F238E27FC236}">
                <a16:creationId xmlns:a16="http://schemas.microsoft.com/office/drawing/2014/main" id="{C176B75E-8527-3123-1BF5-5C5B849F38C1}"/>
              </a:ext>
            </a:extLst>
          </p:cNvPr>
          <p:cNvSpPr>
            <a:spLocks noGrp="1" noChangeAspect="1"/>
          </p:cNvSpPr>
          <p:nvPr>
            <p:ph type="pic" sz="quarter" idx="16"/>
          </p:nvPr>
        </p:nvSpPr>
        <p:spPr>
          <a:xfrm>
            <a:off x="6103368" y="549275"/>
            <a:ext cx="6092648" cy="5759450"/>
          </a:xfrm>
        </p:spPr>
        <p:txBody>
          <a:bodyPr anchor="ctr"/>
          <a:lstStyle>
            <a:lvl1pPr algn="ctr">
              <a:defRPr/>
            </a:lvl1pPr>
          </a:lstStyle>
          <a:p>
            <a:r>
              <a:rPr lang="en-GB"/>
              <a:t>Click icon to add picture</a:t>
            </a:r>
            <a:endParaRPr lang="en-US"/>
          </a:p>
        </p:txBody>
      </p:sp>
      <p:sp>
        <p:nvSpPr>
          <p:cNvPr id="9" name="GTS_WH">
            <a:extLst>
              <a:ext uri="{FF2B5EF4-FFF2-40B4-BE49-F238E27FC236}">
                <a16:creationId xmlns:a16="http://schemas.microsoft.com/office/drawing/2014/main" id="{8DE35BA1-021B-C8B8-EEDE-464FB3F9F4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
        <p:nvSpPr>
          <p:cNvPr id="3" name="copyright">
            <a:extLst>
              <a:ext uri="{FF2B5EF4-FFF2-40B4-BE49-F238E27FC236}">
                <a16:creationId xmlns:a16="http://schemas.microsoft.com/office/drawing/2014/main" id="{9A332159-0514-2C2D-4B40-662BCE968BE7}"/>
              </a:ext>
            </a:extLst>
          </p:cNvPr>
          <p:cNvSpPr txBox="1"/>
          <p:nvPr userDrawn="1"/>
        </p:nvSpPr>
        <p:spPr>
          <a:xfrm>
            <a:off x="9031909" y="6429853"/>
            <a:ext cx="2398092"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a:solidFill>
                  <a:schemeClr val="bg1">
                    <a:lumMod val="85000"/>
                    <a:alpha val="75000"/>
                  </a:schemeClr>
                </a:solidFill>
                <a:latin typeface="Graphik" panose="020B0503030202060203" pitchFamily="34" charset="77"/>
              </a:rPr>
              <a:t>Copyright © 2025 Accenture. All rights reserved.</a:t>
            </a:r>
            <a:endParaRPr lang="en-US" sz="1351" noProof="0">
              <a:solidFill>
                <a:schemeClr val="bg1">
                  <a:lumMod val="85000"/>
                  <a:alpha val="75000"/>
                </a:schemeClr>
              </a:solidFill>
              <a:latin typeface="Graphik" panose="020B0503030202060203" pitchFamily="34" charset="77"/>
            </a:endParaRPr>
          </a:p>
        </p:txBody>
      </p:sp>
      <p:sp>
        <p:nvSpPr>
          <p:cNvPr id="5" name="slide number automatic">
            <a:extLst>
              <a:ext uri="{FF2B5EF4-FFF2-40B4-BE49-F238E27FC236}">
                <a16:creationId xmlns:a16="http://schemas.microsoft.com/office/drawing/2014/main" id="{2250694F-F294-16BF-824E-C65B31D78242}"/>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bg1">
                    <a:lumMod val="85000"/>
                    <a:alpha val="75000"/>
                  </a:scheme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chemeClr val="bg1">
                  <a:lumMod val="85000"/>
                  <a:alpha val="75000"/>
                </a:schemeClr>
              </a:solidFill>
              <a:latin typeface="+mj-lt"/>
            </a:endParaRPr>
          </a:p>
        </p:txBody>
      </p:sp>
      <p:sp>
        <p:nvSpPr>
          <p:cNvPr id="2" name="Title 1">
            <a:extLst>
              <a:ext uri="{FF2B5EF4-FFF2-40B4-BE49-F238E27FC236}">
                <a16:creationId xmlns:a16="http://schemas.microsoft.com/office/drawing/2014/main" id="{0B7292A3-796A-5092-2636-A42C4142BA0C}"/>
              </a:ext>
            </a:extLst>
          </p:cNvPr>
          <p:cNvSpPr>
            <a:spLocks noGrp="1"/>
          </p:cNvSpPr>
          <p:nvPr>
            <p:ph type="title" hasCustomPrompt="1"/>
          </p:nvPr>
        </p:nvSpPr>
        <p:spPr>
          <a:xfrm>
            <a:off x="1163638" y="1319135"/>
            <a:ext cx="4489017" cy="3827044"/>
          </a:xfrm>
          <a:prstGeom prst="rect">
            <a:avLst/>
          </a:prstGeom>
        </p:spPr>
        <p:txBody>
          <a:bodyPr anchor="ctr"/>
          <a:lstStyle>
            <a:lvl1pPr>
              <a:lnSpc>
                <a:spcPct val="100000"/>
              </a:lnSpc>
              <a:defRPr lang="en-US" sz="3200" b="0" i="0" kern="1200">
                <a:solidFill>
                  <a:schemeClr val="bg1"/>
                </a:solidFill>
                <a:latin typeface="GT Sectra Fine Rg" pitchFamily="2" charset="77"/>
                <a:ea typeface="+mj-ea"/>
                <a:cs typeface="+mj-cs"/>
              </a:defRPr>
            </a:lvl1pPr>
          </a:lstStyle>
          <a:p>
            <a:pPr marL="0" lvl="0" indent="0" algn="l" defTabSz="914377" rtl="0" eaLnBrk="1" latinLnBrk="0" hangingPunct="1">
              <a:lnSpc>
                <a:spcPct val="80000"/>
              </a:lnSpc>
              <a:spcBef>
                <a:spcPct val="0"/>
              </a:spcBef>
              <a:spcAft>
                <a:spcPts val="0"/>
              </a:spcAft>
              <a:buFont typeface="Arial" panose="020B0604020202020204" pitchFamily="34" charset="0"/>
              <a:buNone/>
            </a:pPr>
            <a:r>
              <a:rPr lang="en-US"/>
              <a:t>Place quote here</a:t>
            </a:r>
          </a:p>
        </p:txBody>
      </p:sp>
    </p:spTree>
    <p:extLst>
      <p:ext uri="{BB962C8B-B14F-4D97-AF65-F5344CB8AC3E}">
        <p14:creationId xmlns:p14="http://schemas.microsoft.com/office/powerpoint/2010/main" val="2272842032"/>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Content: key message + image, light mo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554568" y="2838703"/>
            <a:ext cx="5098087" cy="787908"/>
          </a:xfrm>
          <a:prstGeom prst="rect">
            <a:avLst/>
          </a:prstGeom>
        </p:spPr>
        <p:txBody>
          <a:bodyPr anchor="ctr"/>
          <a:lstStyle>
            <a:lvl1pPr>
              <a:defRPr sz="3200" b="0" i="0">
                <a:solidFill>
                  <a:schemeClr val="tx1"/>
                </a:solidFill>
                <a:latin typeface="+mn-lt"/>
              </a:defRPr>
            </a:lvl1pPr>
          </a:lstStyle>
          <a:p>
            <a:r>
              <a:rPr lang="en-US"/>
              <a:t>Place quote or key message here</a:t>
            </a:r>
          </a:p>
        </p:txBody>
      </p:sp>
      <p:sp>
        <p:nvSpPr>
          <p:cNvPr id="3" name="Picture Placeholder 18">
            <a:extLst>
              <a:ext uri="{FF2B5EF4-FFF2-40B4-BE49-F238E27FC236}">
                <a16:creationId xmlns:a16="http://schemas.microsoft.com/office/drawing/2014/main" id="{65F763E4-6449-FB61-1EC3-49C208D39CBF}"/>
              </a:ext>
            </a:extLst>
          </p:cNvPr>
          <p:cNvSpPr>
            <a:spLocks noGrp="1"/>
          </p:cNvSpPr>
          <p:nvPr>
            <p:ph type="pic" sz="quarter" idx="13" hasCustomPrompt="1"/>
          </p:nvPr>
        </p:nvSpPr>
        <p:spPr bwMode="gray">
          <a:xfrm>
            <a:off x="6096001" y="561651"/>
            <a:ext cx="6096000" cy="5747074"/>
          </a:xfrm>
          <a:prstGeom prst="rect">
            <a:avLst/>
          </a:prstGeom>
          <a:solidFill>
            <a:schemeClr val="bg1">
              <a:lumMod val="95000"/>
            </a:schemeClr>
          </a:solidFill>
          <a:effectLst/>
        </p:spPr>
        <p:txBody>
          <a:bodyPr tIns="274320" bIns="274320" anchor="ctr"/>
          <a:lstStyle>
            <a:lvl1pPr marL="0" indent="0" algn="ctr">
              <a:buNone/>
              <a:defRPr sz="1400" b="0" i="0">
                <a:solidFill>
                  <a:schemeClr val="tx1"/>
                </a:solidFill>
                <a:latin typeface="Graphik" panose="020B0503030202060203" pitchFamily="34" charset="77"/>
              </a:defRPr>
            </a:lvl1pPr>
          </a:lstStyle>
          <a:p>
            <a:r>
              <a:rPr lang="en-GB"/>
              <a:t>Drag picture to placeholder or click icon to add</a:t>
            </a:r>
            <a:endParaRPr lang="en-US"/>
          </a:p>
        </p:txBody>
      </p:sp>
    </p:spTree>
    <p:extLst>
      <p:ext uri="{BB962C8B-B14F-4D97-AF65-F5344CB8AC3E}">
        <p14:creationId xmlns:p14="http://schemas.microsoft.com/office/powerpoint/2010/main" val="3184181315"/>
      </p:ext>
    </p:extLst>
  </p:cSld>
  <p:clrMapOvr>
    <a:masterClrMapping/>
  </p:clrMapOvr>
  <p:extLst>
    <p:ext uri="{DCECCB84-F9BA-43D5-87BE-67443E8EF086}">
      <p15:sldGuideLst xmlns:p15="http://schemas.microsoft.com/office/powerpoint/2012/main">
        <p15:guide id="1" pos="3840">
          <p15:clr>
            <a:srgbClr val="FBAE4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Content: key message + image, gradient">
    <p:spTree>
      <p:nvGrpSpPr>
        <p:cNvPr id="1" name=""/>
        <p:cNvGrpSpPr/>
        <p:nvPr/>
      </p:nvGrpSpPr>
      <p:grpSpPr>
        <a:xfrm>
          <a:off x="0" y="0"/>
          <a:ext cx="0" cy="0"/>
          <a:chOff x="0" y="0"/>
          <a:chExt cx="0" cy="0"/>
        </a:xfrm>
      </p:grpSpPr>
      <p:pic>
        <p:nvPicPr>
          <p:cNvPr id="2" name="Picture 1" descr="A purple and white blurry background&#10;&#10;AI-generated content may be incorrect.">
            <a:extLst>
              <a:ext uri="{FF2B5EF4-FFF2-40B4-BE49-F238E27FC236}">
                <a16:creationId xmlns:a16="http://schemas.microsoft.com/office/drawing/2014/main" id="{9BD1E420-1BB8-094F-77D8-F027430B17F6}"/>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rot="5400000">
            <a:off x="2665522" y="-2667001"/>
            <a:ext cx="6857998" cy="12192000"/>
          </a:xfrm>
          <a:prstGeom prst="rect">
            <a:avLst/>
          </a:prstGeom>
        </p:spPr>
      </p:pic>
      <p:sp>
        <p:nvSpPr>
          <p:cNvPr id="9" name="GTS_WH">
            <a:extLst>
              <a:ext uri="{FF2B5EF4-FFF2-40B4-BE49-F238E27FC236}">
                <a16:creationId xmlns:a16="http://schemas.microsoft.com/office/drawing/2014/main" id="{8DE35BA1-021B-C8B8-EEDE-464FB3F9F466}"/>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
        <p:nvSpPr>
          <p:cNvPr id="10" name="Picture Placeholder 18">
            <a:extLst>
              <a:ext uri="{FF2B5EF4-FFF2-40B4-BE49-F238E27FC236}">
                <a16:creationId xmlns:a16="http://schemas.microsoft.com/office/drawing/2014/main" id="{9AA3B26C-CA7F-B4DF-EE34-75C3462C65F7}"/>
              </a:ext>
            </a:extLst>
          </p:cNvPr>
          <p:cNvSpPr>
            <a:spLocks noGrp="1"/>
          </p:cNvSpPr>
          <p:nvPr>
            <p:ph type="pic" sz="quarter" idx="13" hasCustomPrompt="1"/>
          </p:nvPr>
        </p:nvSpPr>
        <p:spPr bwMode="gray">
          <a:xfrm>
            <a:off x="6096001" y="561651"/>
            <a:ext cx="6096000" cy="5747074"/>
          </a:xfrm>
          <a:prstGeom prst="rect">
            <a:avLst/>
          </a:prstGeom>
          <a:solidFill>
            <a:schemeClr val="bg1">
              <a:lumMod val="95000"/>
            </a:schemeClr>
          </a:solidFill>
          <a:effectLst/>
        </p:spPr>
        <p:txBody>
          <a:bodyPr tIns="274320" bIns="274320" anchor="ctr"/>
          <a:lstStyle>
            <a:lvl1pPr marL="0" indent="0" algn="ctr">
              <a:buNone/>
              <a:defRPr sz="1400" b="0" i="0">
                <a:solidFill>
                  <a:schemeClr val="tx1"/>
                </a:solidFill>
                <a:latin typeface="Graphik" panose="020B0503030202060203" pitchFamily="34" charset="77"/>
              </a:defRPr>
            </a:lvl1pPr>
          </a:lstStyle>
          <a:p>
            <a:r>
              <a:rPr lang="en-GB"/>
              <a:t>Drag picture to placeholder or click icon to add</a:t>
            </a:r>
            <a:endParaRPr lang="en-US"/>
          </a:p>
        </p:txBody>
      </p:sp>
      <p:sp>
        <p:nvSpPr>
          <p:cNvPr id="3" name="copyright">
            <a:extLst>
              <a:ext uri="{FF2B5EF4-FFF2-40B4-BE49-F238E27FC236}">
                <a16:creationId xmlns:a16="http://schemas.microsoft.com/office/drawing/2014/main" id="{8D5BD53D-6FAE-CF38-36EC-5B6A69250BA2}"/>
              </a:ext>
            </a:extLst>
          </p:cNvPr>
          <p:cNvSpPr txBox="1"/>
          <p:nvPr userDrawn="1"/>
        </p:nvSpPr>
        <p:spPr>
          <a:xfrm>
            <a:off x="9031909" y="6429853"/>
            <a:ext cx="2398092"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a:solidFill>
                  <a:schemeClr val="bg1">
                    <a:lumMod val="85000"/>
                    <a:alpha val="75000"/>
                  </a:schemeClr>
                </a:solidFill>
                <a:latin typeface="Graphik" panose="020B0503030202060203" pitchFamily="34" charset="77"/>
              </a:rPr>
              <a:t>Copyright © 2025 Accenture. All rights reserved.</a:t>
            </a:r>
            <a:endParaRPr lang="en-US" sz="1351" noProof="0">
              <a:solidFill>
                <a:schemeClr val="bg1">
                  <a:lumMod val="85000"/>
                  <a:alpha val="75000"/>
                </a:schemeClr>
              </a:solidFill>
              <a:latin typeface="Graphik" panose="020B0503030202060203" pitchFamily="34" charset="77"/>
            </a:endParaRPr>
          </a:p>
        </p:txBody>
      </p:sp>
      <p:sp>
        <p:nvSpPr>
          <p:cNvPr id="4" name="slide number automatic">
            <a:extLst>
              <a:ext uri="{FF2B5EF4-FFF2-40B4-BE49-F238E27FC236}">
                <a16:creationId xmlns:a16="http://schemas.microsoft.com/office/drawing/2014/main" id="{60F9A526-39EE-8272-4753-D784C27C5191}"/>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bg1">
                    <a:lumMod val="85000"/>
                    <a:alpha val="75000"/>
                  </a:scheme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chemeClr val="bg1">
                  <a:lumMod val="85000"/>
                  <a:alpha val="75000"/>
                </a:schemeClr>
              </a:solidFill>
              <a:latin typeface="+mj-lt"/>
            </a:endParaRPr>
          </a:p>
        </p:txBody>
      </p:sp>
      <p:sp>
        <p:nvSpPr>
          <p:cNvPr id="11" name="Title 1">
            <a:extLst>
              <a:ext uri="{FF2B5EF4-FFF2-40B4-BE49-F238E27FC236}">
                <a16:creationId xmlns:a16="http://schemas.microsoft.com/office/drawing/2014/main" id="{5761EBD1-EAAC-E1FA-6310-1DCDC89C84B6}"/>
              </a:ext>
            </a:extLst>
          </p:cNvPr>
          <p:cNvSpPr>
            <a:spLocks noGrp="1"/>
          </p:cNvSpPr>
          <p:nvPr>
            <p:ph type="title" hasCustomPrompt="1"/>
          </p:nvPr>
        </p:nvSpPr>
        <p:spPr>
          <a:xfrm>
            <a:off x="554568" y="2005263"/>
            <a:ext cx="5098087" cy="2454788"/>
          </a:xfrm>
          <a:prstGeom prst="rect">
            <a:avLst/>
          </a:prstGeom>
        </p:spPr>
        <p:txBody>
          <a:bodyPr anchor="ctr"/>
          <a:lstStyle>
            <a:lvl1pPr>
              <a:defRPr sz="3200" b="0" i="0">
                <a:solidFill>
                  <a:schemeClr val="bg1"/>
                </a:solidFill>
                <a:latin typeface="+mn-lt"/>
              </a:defRPr>
            </a:lvl1pPr>
          </a:lstStyle>
          <a:p>
            <a:r>
              <a:rPr lang="en-US"/>
              <a:t>Place quote or key message here</a:t>
            </a:r>
          </a:p>
        </p:txBody>
      </p:sp>
    </p:spTree>
    <p:extLst>
      <p:ext uri="{BB962C8B-B14F-4D97-AF65-F5344CB8AC3E}">
        <p14:creationId xmlns:p14="http://schemas.microsoft.com/office/powerpoint/2010/main" val="2145526212"/>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Content: key message + image, dark mode">
    <p:bg>
      <p:bgPr>
        <a:solidFill>
          <a:srgbClr val="000000"/>
        </a:solidFill>
        <a:effectLst/>
      </p:bgPr>
    </p:bg>
    <p:spTree>
      <p:nvGrpSpPr>
        <p:cNvPr id="1" name=""/>
        <p:cNvGrpSpPr/>
        <p:nvPr/>
      </p:nvGrpSpPr>
      <p:grpSpPr>
        <a:xfrm>
          <a:off x="0" y="0"/>
          <a:ext cx="0" cy="0"/>
          <a:chOff x="0" y="0"/>
          <a:chExt cx="0" cy="0"/>
        </a:xfrm>
      </p:grpSpPr>
      <p:sp>
        <p:nvSpPr>
          <p:cNvPr id="2" name="copyright">
            <a:extLst>
              <a:ext uri="{FF2B5EF4-FFF2-40B4-BE49-F238E27FC236}">
                <a16:creationId xmlns:a16="http://schemas.microsoft.com/office/drawing/2014/main" id="{54E44863-5E53-DDCD-5FA5-173816802E74}"/>
              </a:ext>
            </a:extLst>
          </p:cNvPr>
          <p:cNvSpPr txBox="1"/>
          <p:nvPr userDrawn="1"/>
        </p:nvSpPr>
        <p:spPr>
          <a:xfrm>
            <a:off x="9031909" y="6429853"/>
            <a:ext cx="2398092"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a:solidFill>
                  <a:schemeClr val="bg1">
                    <a:lumMod val="85000"/>
                    <a:alpha val="75000"/>
                  </a:schemeClr>
                </a:solidFill>
                <a:latin typeface="Graphik" panose="020B0503030202060203" pitchFamily="34" charset="77"/>
              </a:rPr>
              <a:t>Copyright © 2025 Accenture. All rights reserved.</a:t>
            </a:r>
            <a:endParaRPr lang="en-US" sz="1351" noProof="0">
              <a:solidFill>
                <a:schemeClr val="bg1">
                  <a:lumMod val="85000"/>
                  <a:alpha val="75000"/>
                </a:schemeClr>
              </a:solidFill>
              <a:latin typeface="Graphik" panose="020B0503030202060203" pitchFamily="34" charset="77"/>
            </a:endParaRPr>
          </a:p>
        </p:txBody>
      </p:sp>
      <p:sp>
        <p:nvSpPr>
          <p:cNvPr id="8" name="slide number automatic">
            <a:extLst>
              <a:ext uri="{FF2B5EF4-FFF2-40B4-BE49-F238E27FC236}">
                <a16:creationId xmlns:a16="http://schemas.microsoft.com/office/drawing/2014/main" id="{4F03B290-6E83-1A46-D0DD-7EDFE2CF4967}"/>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bg1">
                    <a:lumMod val="85000"/>
                    <a:alpha val="75000"/>
                  </a:scheme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chemeClr val="bg1">
                  <a:lumMod val="85000"/>
                  <a:alpha val="75000"/>
                </a:schemeClr>
              </a:solidFill>
              <a:latin typeface="+mj-lt"/>
            </a:endParaRPr>
          </a:p>
        </p:txBody>
      </p:sp>
      <p:sp>
        <p:nvSpPr>
          <p:cNvPr id="9" name="GTS_WH">
            <a:extLst>
              <a:ext uri="{FF2B5EF4-FFF2-40B4-BE49-F238E27FC236}">
                <a16:creationId xmlns:a16="http://schemas.microsoft.com/office/drawing/2014/main" id="{8DE35BA1-021B-C8B8-EEDE-464FB3F9F466}"/>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
        <p:nvSpPr>
          <p:cNvPr id="3" name="Title 1">
            <a:extLst>
              <a:ext uri="{FF2B5EF4-FFF2-40B4-BE49-F238E27FC236}">
                <a16:creationId xmlns:a16="http://schemas.microsoft.com/office/drawing/2014/main" id="{639540C7-90CF-ACE6-34AE-174CDEB46195}"/>
              </a:ext>
            </a:extLst>
          </p:cNvPr>
          <p:cNvSpPr>
            <a:spLocks noGrp="1"/>
          </p:cNvSpPr>
          <p:nvPr>
            <p:ph type="title" hasCustomPrompt="1"/>
          </p:nvPr>
        </p:nvSpPr>
        <p:spPr>
          <a:xfrm>
            <a:off x="554568" y="1941095"/>
            <a:ext cx="5098087" cy="2583124"/>
          </a:xfrm>
          <a:prstGeom prst="rect">
            <a:avLst/>
          </a:prstGeom>
        </p:spPr>
        <p:txBody>
          <a:bodyPr anchor="ctr"/>
          <a:lstStyle>
            <a:lvl1pPr>
              <a:defRPr sz="3200" b="0" i="0">
                <a:solidFill>
                  <a:schemeClr val="bg1"/>
                </a:solidFill>
                <a:latin typeface="+mn-lt"/>
              </a:defRPr>
            </a:lvl1pPr>
          </a:lstStyle>
          <a:p>
            <a:r>
              <a:rPr lang="en-US"/>
              <a:t>Place quote or key message here</a:t>
            </a:r>
          </a:p>
        </p:txBody>
      </p:sp>
      <p:sp>
        <p:nvSpPr>
          <p:cNvPr id="5" name="Picture Placeholder 18">
            <a:extLst>
              <a:ext uri="{FF2B5EF4-FFF2-40B4-BE49-F238E27FC236}">
                <a16:creationId xmlns:a16="http://schemas.microsoft.com/office/drawing/2014/main" id="{0E1008B6-7792-F7C1-448D-E26EBA7F66E1}"/>
              </a:ext>
            </a:extLst>
          </p:cNvPr>
          <p:cNvSpPr>
            <a:spLocks noGrp="1"/>
          </p:cNvSpPr>
          <p:nvPr>
            <p:ph type="pic" sz="quarter" idx="13" hasCustomPrompt="1"/>
          </p:nvPr>
        </p:nvSpPr>
        <p:spPr bwMode="gray">
          <a:xfrm>
            <a:off x="6096001" y="561651"/>
            <a:ext cx="6096000" cy="5747074"/>
          </a:xfrm>
          <a:prstGeom prst="rect">
            <a:avLst/>
          </a:prstGeom>
          <a:solidFill>
            <a:schemeClr val="bg1">
              <a:lumMod val="95000"/>
            </a:schemeClr>
          </a:solidFill>
          <a:effectLst/>
        </p:spPr>
        <p:txBody>
          <a:bodyPr tIns="274320" bIns="274320" anchor="ctr"/>
          <a:lstStyle>
            <a:lvl1pPr marL="0" indent="0" algn="ctr">
              <a:buNone/>
              <a:defRPr sz="1400" b="0" i="0">
                <a:solidFill>
                  <a:schemeClr val="tx1"/>
                </a:solidFill>
                <a:latin typeface="Graphik" panose="020B0503030202060203" pitchFamily="34" charset="77"/>
              </a:defRPr>
            </a:lvl1pPr>
          </a:lstStyle>
          <a:p>
            <a:r>
              <a:rPr lang="en-GB"/>
              <a:t>Drag picture to placeholder or click icon to add</a:t>
            </a:r>
            <a:endParaRPr lang="en-US"/>
          </a:p>
        </p:txBody>
      </p:sp>
    </p:spTree>
    <p:extLst>
      <p:ext uri="{BB962C8B-B14F-4D97-AF65-F5344CB8AC3E}">
        <p14:creationId xmlns:p14="http://schemas.microsoft.com/office/powerpoint/2010/main" val="2500144931"/>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Key message: light mode">
    <p:bg>
      <p:bgPr>
        <a:solidFill>
          <a:schemeClr val="tx1"/>
        </a:solidFill>
        <a:effectLst/>
      </p:bgPr>
    </p:bg>
    <p:spTree>
      <p:nvGrpSpPr>
        <p:cNvPr id="1" name=""/>
        <p:cNvGrpSpPr/>
        <p:nvPr/>
      </p:nvGrpSpPr>
      <p:grpSpPr>
        <a:xfrm>
          <a:off x="0" y="0"/>
          <a:ext cx="0" cy="0"/>
          <a:chOff x="0" y="0"/>
          <a:chExt cx="0" cy="0"/>
        </a:xfrm>
      </p:grpSpPr>
      <p:sp>
        <p:nvSpPr>
          <p:cNvPr id="5" name="Footer Placeholder 3">
            <a:extLst>
              <a:ext uri="{FF2B5EF4-FFF2-40B4-BE49-F238E27FC236}">
                <a16:creationId xmlns:a16="http://schemas.microsoft.com/office/drawing/2014/main" id="{B9538720-5D87-005C-9D54-D7F07F69BE61}"/>
              </a:ext>
            </a:extLst>
          </p:cNvPr>
          <p:cNvSpPr txBox="1">
            <a:spLocks/>
          </p:cNvSpPr>
          <p:nvPr userDrawn="1"/>
        </p:nvSpPr>
        <p:spPr>
          <a:xfrm>
            <a:off x="7315200" y="6384001"/>
            <a:ext cx="4114800" cy="198319"/>
          </a:xfrm>
          <a:prstGeom prst="rect">
            <a:avLst/>
          </a:prstGeom>
          <a:noFill/>
        </p:spPr>
        <p:txBody>
          <a:bodyPr wrap="square" lIns="0" tIns="0" rIns="0" bIns="0" rtlCol="0" anchor="ctr">
            <a:noAutofit/>
          </a:bodyPr>
          <a:lstStyle>
            <a:defPPr>
              <a:defRPr lang="en-US"/>
            </a:defPPr>
            <a:lvl1pPr marL="0" algn="r" defTabSz="914400" rtl="0" eaLnBrk="1" latinLnBrk="0" hangingPunct="1">
              <a:defRPr lang="en-US" sz="800" kern="1200" dirty="0">
                <a:solidFill>
                  <a:schemeClr val="tx1">
                    <a:alpha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94">
              <a:spcAft>
                <a:spcPts val="1200"/>
              </a:spcAft>
              <a:defRPr/>
            </a:pPr>
            <a:r>
              <a:rPr lang="en-US" sz="800" b="0" i="0">
                <a:solidFill>
                  <a:schemeClr val="bg1"/>
                </a:solidFill>
                <a:latin typeface="Graphik" panose="020B0503030202060203" pitchFamily="34" charset="77"/>
              </a:rPr>
              <a:t>Copyright © 2025 Accenture. All rights reserved.</a:t>
            </a:r>
          </a:p>
        </p:txBody>
      </p:sp>
      <p:sp>
        <p:nvSpPr>
          <p:cNvPr id="8" name="Slide number automatic">
            <a:extLst>
              <a:ext uri="{FF2B5EF4-FFF2-40B4-BE49-F238E27FC236}">
                <a16:creationId xmlns:a16="http://schemas.microsoft.com/office/drawing/2014/main" id="{4FE121F1-B169-11A8-1F63-C705FECD0AAA}"/>
              </a:ext>
            </a:extLst>
          </p:cNvPr>
          <p:cNvSpPr txBox="1">
            <a:spLocks/>
          </p:cNvSpPr>
          <p:nvPr userDrawn="1"/>
        </p:nvSpPr>
        <p:spPr>
          <a:xfrm>
            <a:off x="11484000" y="6384001"/>
            <a:ext cx="327600" cy="198319"/>
          </a:xfrm>
          <a:prstGeom prst="rect">
            <a:avLst/>
          </a:prstGeom>
          <a:noFill/>
        </p:spPr>
        <p:txBody>
          <a:bodyPr wrap="square" lIns="0" tIns="0" rIns="0" bIns="0" rtlCol="0" anchor="ctr">
            <a:noAutofit/>
          </a:bodyPr>
          <a:lstStyle>
            <a:defPPr>
              <a:defRPr lang="en-US"/>
            </a:defPPr>
            <a:lvl1pPr marL="0" algn="r" defTabSz="914400" rtl="0" eaLnBrk="1" latinLnBrk="0" hangingPunct="1">
              <a:defRPr lang="en-US" sz="800" kern="1200" dirty="0">
                <a:solidFill>
                  <a:schemeClr val="tx1">
                    <a:alpha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algn="r" defTabSz="914377" rtl="0" eaLnBrk="1" latinLnBrk="0" hangingPunct="1">
              <a:spcAft>
                <a:spcPts val="1200"/>
              </a:spcAft>
              <a:defRPr/>
            </a:pPr>
            <a:fld id="{73F1C454-A9D8-014C-8BFC-BAC2D203B5DF}" type="slidenum">
              <a:rPr lang="en-US" sz="800" b="0" i="0" kern="1200">
                <a:solidFill>
                  <a:schemeClr val="bg1"/>
                </a:solidFill>
                <a:latin typeface="Graphik" panose="020B0503030202060203" pitchFamily="34" charset="77"/>
                <a:ea typeface="+mn-ea"/>
                <a:cs typeface="+mn-cs"/>
              </a:rPr>
              <a:pPr marL="0" algn="r" defTabSz="914377" rtl="0" eaLnBrk="1" latinLnBrk="0" hangingPunct="1">
                <a:spcAft>
                  <a:spcPts val="1200"/>
                </a:spcAft>
                <a:defRPr/>
              </a:pPr>
              <a:t>‹#›</a:t>
            </a:fld>
            <a:endParaRPr lang="en-US" sz="800" b="0" i="0" kern="1200">
              <a:solidFill>
                <a:schemeClr val="bg1"/>
              </a:solidFill>
              <a:latin typeface="Graphik" panose="020B0503030202060203" pitchFamily="34" charset="77"/>
              <a:ea typeface="+mn-ea"/>
              <a:cs typeface="+mn-cs"/>
            </a:endParaRPr>
          </a:p>
        </p:txBody>
      </p:sp>
      <p:sp>
        <p:nvSpPr>
          <p:cNvPr id="2" name="Title 1">
            <a:extLst>
              <a:ext uri="{FF2B5EF4-FFF2-40B4-BE49-F238E27FC236}">
                <a16:creationId xmlns:a16="http://schemas.microsoft.com/office/drawing/2014/main" id="{97274A5B-9D05-0703-63C7-382088724F28}"/>
              </a:ext>
            </a:extLst>
          </p:cNvPr>
          <p:cNvSpPr>
            <a:spLocks noGrp="1"/>
          </p:cNvSpPr>
          <p:nvPr>
            <p:ph type="title" hasCustomPrompt="1"/>
          </p:nvPr>
        </p:nvSpPr>
        <p:spPr>
          <a:xfrm>
            <a:off x="1163638" y="3179796"/>
            <a:ext cx="7200000" cy="498406"/>
          </a:xfrm>
          <a:prstGeom prst="rect">
            <a:avLst/>
          </a:prstGeom>
        </p:spPr>
        <p:txBody>
          <a:bodyPr anchor="ctr"/>
          <a:lstStyle>
            <a:lvl1pPr algn="l" defTabSz="914377" rtl="0" eaLnBrk="1" latinLnBrk="0" hangingPunct="1">
              <a:lnSpc>
                <a:spcPct val="80000"/>
              </a:lnSpc>
              <a:spcBef>
                <a:spcPct val="0"/>
              </a:spcBef>
              <a:buNone/>
              <a:defRPr lang="en-US" sz="4000" b="0" i="0" kern="1200">
                <a:solidFill>
                  <a:srgbClr val="000000"/>
                </a:solidFill>
                <a:latin typeface="GT Sectra Fine Rg" pitchFamily="2" charset="77"/>
                <a:ea typeface="+mj-ea"/>
                <a:cs typeface="+mj-cs"/>
              </a:defRPr>
            </a:lvl1pPr>
          </a:lstStyle>
          <a:p>
            <a:r>
              <a:rPr lang="en-US"/>
              <a:t>Click to edit key message style</a:t>
            </a:r>
          </a:p>
        </p:txBody>
      </p:sp>
    </p:spTree>
    <p:extLst>
      <p:ext uri="{BB962C8B-B14F-4D97-AF65-F5344CB8AC3E}">
        <p14:creationId xmlns:p14="http://schemas.microsoft.com/office/powerpoint/2010/main" val="114380170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20">
          <p15:clr>
            <a:srgbClr val="C35EA4"/>
          </p15:clr>
        </p15:guide>
        <p15:guide id="2" pos="2880">
          <p15:clr>
            <a:srgbClr val="C35EA4"/>
          </p15:clr>
        </p15:guide>
        <p15:guide id="3" orient="horz" pos="2707">
          <p15:clr>
            <a:srgbClr val="C35EA4"/>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userDrawn="1">
  <p:cSld name="Key message: dark mode">
    <p:bg>
      <p:bgPr>
        <a:solidFill>
          <a:srgbClr val="000000"/>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4E36F867-B36A-BD05-3724-F673E9B7FF67}"/>
              </a:ext>
            </a:extLst>
          </p:cNvPr>
          <p:cNvSpPr>
            <a:spLocks noGrp="1"/>
          </p:cNvSpPr>
          <p:nvPr>
            <p:ph type="title" hasCustomPrompt="1"/>
          </p:nvPr>
        </p:nvSpPr>
        <p:spPr>
          <a:xfrm>
            <a:off x="1163638" y="2037347"/>
            <a:ext cx="7200000" cy="2783304"/>
          </a:xfrm>
          <a:prstGeom prst="rect">
            <a:avLst/>
          </a:prstGeom>
        </p:spPr>
        <p:txBody>
          <a:bodyPr anchor="ctr"/>
          <a:lstStyle>
            <a:lvl1pPr algn="l" defTabSz="914377" rtl="0" eaLnBrk="1" latinLnBrk="0" hangingPunct="1">
              <a:lnSpc>
                <a:spcPct val="80000"/>
              </a:lnSpc>
              <a:spcBef>
                <a:spcPct val="0"/>
              </a:spcBef>
              <a:buNone/>
              <a:defRPr lang="en-US" sz="4000" b="0" i="0" kern="1200">
                <a:solidFill>
                  <a:schemeClr val="tx1"/>
                </a:solidFill>
                <a:latin typeface="GT Sectra Fine Rg" pitchFamily="2" charset="77"/>
                <a:ea typeface="+mj-ea"/>
                <a:cs typeface="+mj-cs"/>
              </a:defRPr>
            </a:lvl1pPr>
          </a:lstStyle>
          <a:p>
            <a:r>
              <a:rPr lang="en-US"/>
              <a:t>Click to edit key message style</a:t>
            </a:r>
          </a:p>
        </p:txBody>
      </p:sp>
      <p:sp>
        <p:nvSpPr>
          <p:cNvPr id="3" name="copyright">
            <a:extLst>
              <a:ext uri="{FF2B5EF4-FFF2-40B4-BE49-F238E27FC236}">
                <a16:creationId xmlns:a16="http://schemas.microsoft.com/office/drawing/2014/main" id="{EEB57D04-C7D4-5631-C9F1-4248B61F9522}"/>
              </a:ext>
            </a:extLst>
          </p:cNvPr>
          <p:cNvSpPr txBox="1"/>
          <p:nvPr userDrawn="1"/>
        </p:nvSpPr>
        <p:spPr>
          <a:xfrm>
            <a:off x="9031909" y="6429853"/>
            <a:ext cx="2398092"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a:solidFill>
                  <a:srgbClr val="FFFFFF">
                    <a:alpha val="75000"/>
                  </a:srgbClr>
                </a:solidFill>
                <a:latin typeface="Graphik" panose="020B0503030202060203" pitchFamily="34" charset="77"/>
              </a:rPr>
              <a:t>Copyright © 2025 Accenture. All rights reserved.</a:t>
            </a:r>
            <a:endParaRPr lang="en-US" sz="1351" noProof="0">
              <a:solidFill>
                <a:srgbClr val="FFFFFF">
                  <a:alpha val="75000"/>
                </a:srgbClr>
              </a:solidFill>
              <a:latin typeface="Graphik" panose="020B0503030202060203" pitchFamily="34" charset="77"/>
            </a:endParaRPr>
          </a:p>
        </p:txBody>
      </p:sp>
      <p:sp>
        <p:nvSpPr>
          <p:cNvPr id="5" name="slide number automatic">
            <a:extLst>
              <a:ext uri="{FF2B5EF4-FFF2-40B4-BE49-F238E27FC236}">
                <a16:creationId xmlns:a16="http://schemas.microsoft.com/office/drawing/2014/main" id="{6D94838E-FC9B-7D11-0B27-05F3B48DF76D}"/>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rgbClr val="FFFFFF">
                    <a:alpha val="75000"/>
                  </a:srgb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rgbClr val="FFFFFF">
                  <a:alpha val="75000"/>
                </a:srgbClr>
              </a:solidFill>
              <a:latin typeface="+mj-lt"/>
            </a:endParaRPr>
          </a:p>
        </p:txBody>
      </p:sp>
      <p:sp>
        <p:nvSpPr>
          <p:cNvPr id="2" name="GTS_WH">
            <a:extLst>
              <a:ext uri="{FF2B5EF4-FFF2-40B4-BE49-F238E27FC236}">
                <a16:creationId xmlns:a16="http://schemas.microsoft.com/office/drawing/2014/main" id="{881075DF-C9D3-AF39-7015-D15BA74DC07D}"/>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Tree>
    <p:extLst>
      <p:ext uri="{BB962C8B-B14F-4D97-AF65-F5344CB8AC3E}">
        <p14:creationId xmlns:p14="http://schemas.microsoft.com/office/powerpoint/2010/main" val="1352469513"/>
      </p:ext>
    </p:extLst>
  </p:cSld>
  <p:clrMapOvr>
    <a:overrideClrMapping bg1="dk1" tx1="lt1" bg2="dk2" tx2="lt2" accent1="accent1" accent2="accent2" accent3="accent3" accent4="accent4" accent5="accent5" accent6="accent6" hlink="hlink" folHlink="folHlink"/>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userDrawn="1">
  <p:cSld name="Content: icons">
    <p:spTree>
      <p:nvGrpSpPr>
        <p:cNvPr id="1" name=""/>
        <p:cNvGrpSpPr/>
        <p:nvPr/>
      </p:nvGrpSpPr>
      <p:grpSpPr>
        <a:xfrm>
          <a:off x="0" y="0"/>
          <a:ext cx="0" cy="0"/>
          <a:chOff x="0" y="0"/>
          <a:chExt cx="0" cy="0"/>
        </a:xfrm>
      </p:grpSpPr>
      <p:sp>
        <p:nvSpPr>
          <p:cNvPr id="8" name="Title 2">
            <a:extLst>
              <a:ext uri="{FF2B5EF4-FFF2-40B4-BE49-F238E27FC236}">
                <a16:creationId xmlns:a16="http://schemas.microsoft.com/office/drawing/2014/main" id="{C386F6A9-4F1A-3944-E7D3-E26B3E55A360}"/>
              </a:ext>
            </a:extLst>
          </p:cNvPr>
          <p:cNvSpPr>
            <a:spLocks noGrp="1"/>
          </p:cNvSpPr>
          <p:nvPr>
            <p:ph type="title"/>
          </p:nvPr>
        </p:nvSpPr>
        <p:spPr>
          <a:xfrm>
            <a:off x="556467" y="572600"/>
            <a:ext cx="11084672" cy="393954"/>
          </a:xfrm>
        </p:spPr>
        <p:txBody>
          <a:bodyPr/>
          <a:lstStyle/>
          <a:p>
            <a:r>
              <a:rPr lang="en-GB"/>
              <a:t>Click to edit Master title style</a:t>
            </a:r>
            <a:endParaRPr lang="en-US"/>
          </a:p>
        </p:txBody>
      </p:sp>
      <p:sp>
        <p:nvSpPr>
          <p:cNvPr id="4" name="Text Placeholder 3">
            <a:extLst>
              <a:ext uri="{FF2B5EF4-FFF2-40B4-BE49-F238E27FC236}">
                <a16:creationId xmlns:a16="http://schemas.microsoft.com/office/drawing/2014/main" id="{6B34D946-575C-A63A-1F36-F73012F28CC3}"/>
              </a:ext>
            </a:extLst>
          </p:cNvPr>
          <p:cNvSpPr>
            <a:spLocks noGrp="1"/>
          </p:cNvSpPr>
          <p:nvPr>
            <p:ph type="body" sz="quarter" idx="32" hasCustomPrompt="1"/>
          </p:nvPr>
        </p:nvSpPr>
        <p:spPr>
          <a:xfrm>
            <a:off x="563412" y="1109663"/>
            <a:ext cx="11084672" cy="384048"/>
          </a:xfrm>
          <a:prstGeom prst="rect">
            <a:avLst/>
          </a:prstGeom>
        </p:spPr>
        <p:txBody>
          <a:bodyPr anchor="t"/>
          <a:lstStyle>
            <a:lvl1pPr marL="0" indent="0">
              <a:spcAft>
                <a:spcPts val="0"/>
              </a:spcAft>
              <a:buNone/>
              <a:defRPr sz="1800" b="0" i="0">
                <a:solidFill>
                  <a:schemeClr val="bg2"/>
                </a:solidFill>
                <a:latin typeface="Graphik" panose="020B0503030202060203" pitchFamily="34" charset="77"/>
              </a:defRPr>
            </a:lvl1pPr>
          </a:lstStyle>
          <a:p>
            <a:pPr lvl="0"/>
            <a:r>
              <a:rPr lang="en-GB"/>
              <a:t>Place subtitle here in </a:t>
            </a:r>
            <a:r>
              <a:rPr lang="en-GB" err="1"/>
              <a:t>Graphik</a:t>
            </a:r>
            <a:r>
              <a:rPr lang="en-GB"/>
              <a:t> regular</a:t>
            </a:r>
            <a:endParaRPr lang="en-US"/>
          </a:p>
        </p:txBody>
      </p:sp>
      <p:sp>
        <p:nvSpPr>
          <p:cNvPr id="15" name="Picture Placeholder 2">
            <a:extLst>
              <a:ext uri="{FF2B5EF4-FFF2-40B4-BE49-F238E27FC236}">
                <a16:creationId xmlns:a16="http://schemas.microsoft.com/office/drawing/2014/main" id="{BD757F29-5B8C-430C-B53D-FA44B1887B4E}"/>
              </a:ext>
            </a:extLst>
          </p:cNvPr>
          <p:cNvSpPr>
            <a:spLocks noGrp="1"/>
          </p:cNvSpPr>
          <p:nvPr>
            <p:ph type="pic" sz="quarter" idx="14" hasCustomPrompt="1"/>
          </p:nvPr>
        </p:nvSpPr>
        <p:spPr>
          <a:xfrm>
            <a:off x="563411" y="1991444"/>
            <a:ext cx="1312792" cy="1312792"/>
          </a:xfrm>
          <a:prstGeom prst="rect">
            <a:avLst/>
          </a:prstGeom>
          <a:solidFill>
            <a:schemeClr val="bg1">
              <a:lumMod val="95000"/>
            </a:schemeClr>
          </a:solidFill>
        </p:spPr>
        <p:txBody>
          <a:bodyPr anchor="ctr"/>
          <a:lstStyle>
            <a:lvl1pPr marL="0" indent="0" algn="ctr">
              <a:buFont typeface="Graphik" panose="020B0604020202020204" pitchFamily="34" charset="0"/>
              <a:buNone/>
              <a:defRPr sz="1400" b="0" i="0">
                <a:latin typeface="Graphik" panose="020B0503030202060203" pitchFamily="34" charset="77"/>
              </a:defRPr>
            </a:lvl1pPr>
          </a:lstStyle>
          <a:p>
            <a:r>
              <a:rPr lang="en-GB"/>
              <a:t>Add icon</a:t>
            </a:r>
            <a:endParaRPr lang="en-US"/>
          </a:p>
        </p:txBody>
      </p:sp>
      <p:sp>
        <p:nvSpPr>
          <p:cNvPr id="10" name="Text Placeholder 1">
            <a:extLst>
              <a:ext uri="{FF2B5EF4-FFF2-40B4-BE49-F238E27FC236}">
                <a16:creationId xmlns:a16="http://schemas.microsoft.com/office/drawing/2014/main" id="{4122B155-BA05-874A-7587-FD87E46FA210}"/>
              </a:ext>
            </a:extLst>
          </p:cNvPr>
          <p:cNvSpPr>
            <a:spLocks noGrp="1"/>
          </p:cNvSpPr>
          <p:nvPr>
            <p:ph type="body" sz="quarter" idx="19" hasCustomPrompt="1"/>
          </p:nvPr>
        </p:nvSpPr>
        <p:spPr>
          <a:xfrm>
            <a:off x="563411" y="3648454"/>
            <a:ext cx="1629646" cy="1971541"/>
          </a:xfrm>
          <a:prstGeom prst="rect">
            <a:avLst/>
          </a:prstGeom>
        </p:spPr>
        <p:txBody>
          <a:bodyPr/>
          <a:lstStyle>
            <a:lvl1pPr marL="0" indent="0" algn="l">
              <a:lnSpc>
                <a:spcPct val="90000"/>
              </a:lnSpc>
              <a:spcAft>
                <a:spcPts val="600"/>
              </a:spcAft>
              <a:buFont typeface="Graphik" panose="020B0604020202020204" pitchFamily="34" charset="0"/>
              <a:buNone/>
              <a:defRPr sz="1400" b="0" i="0">
                <a:solidFill>
                  <a:schemeClr val="bg2"/>
                </a:solidFill>
                <a:latin typeface="Graphik Semibold" panose="020B0503030202060203" pitchFamily="34" charset="77"/>
              </a:defRPr>
            </a:lvl1pPr>
            <a:lvl2pPr marL="0" indent="0" algn="l">
              <a:spcAft>
                <a:spcPts val="600"/>
              </a:spcAft>
              <a:buNone/>
              <a:defRPr sz="1200" b="0" i="0">
                <a:latin typeface="Graphik" panose="020B0503030202060203" pitchFamily="34" charset="77"/>
              </a:defRPr>
            </a:lvl2pPr>
            <a:lvl3pPr marL="0" indent="0" algn="l">
              <a:spcAft>
                <a:spcPts val="600"/>
              </a:spcAft>
              <a:buNone/>
              <a:defRPr sz="1200" b="0" i="0">
                <a:latin typeface="Graphik" panose="020B0503030202060203" pitchFamily="34" charset="77"/>
              </a:defRPr>
            </a:lvl3pPr>
            <a:lvl4pPr marL="182875" indent="-182875" algn="l">
              <a:spcAft>
                <a:spcPts val="600"/>
              </a:spcAft>
              <a:buFont typeface="Graphik" panose="020B0604020202020204" pitchFamily="34" charset="0"/>
              <a:buChar char="•"/>
              <a:defRPr sz="1200" b="0" i="0">
                <a:latin typeface="Graphik" panose="020B0503030202060203" pitchFamily="34" charset="77"/>
              </a:defRPr>
            </a:lvl4pPr>
            <a:lvl5pPr>
              <a:spcAft>
                <a:spcPts val="600"/>
              </a:spcAft>
              <a:defRPr sz="1600"/>
            </a:lvl5pPr>
          </a:lstStyle>
          <a:p>
            <a:pPr lvl="0"/>
            <a:r>
              <a:rPr lang="en-US"/>
              <a:t>Headline Details</a:t>
            </a:r>
          </a:p>
          <a:p>
            <a:pPr lvl="2"/>
            <a:r>
              <a:rPr lang="en-US"/>
              <a:t>More details</a:t>
            </a:r>
          </a:p>
          <a:p>
            <a:pPr lvl="3"/>
            <a:r>
              <a:rPr lang="en-US"/>
              <a:t>Bullet point</a:t>
            </a:r>
          </a:p>
        </p:txBody>
      </p:sp>
      <p:sp>
        <p:nvSpPr>
          <p:cNvPr id="29" name="Picture Placeholder 4">
            <a:extLst>
              <a:ext uri="{FF2B5EF4-FFF2-40B4-BE49-F238E27FC236}">
                <a16:creationId xmlns:a16="http://schemas.microsoft.com/office/drawing/2014/main" id="{EABD27E6-4547-45B3-9AC5-1EF508AE88ED}"/>
              </a:ext>
            </a:extLst>
          </p:cNvPr>
          <p:cNvSpPr>
            <a:spLocks noGrp="1"/>
          </p:cNvSpPr>
          <p:nvPr>
            <p:ph type="pic" sz="quarter" idx="24" hasCustomPrompt="1"/>
          </p:nvPr>
        </p:nvSpPr>
        <p:spPr>
          <a:xfrm>
            <a:off x="2925431" y="1991444"/>
            <a:ext cx="1312792" cy="1312792"/>
          </a:xfrm>
          <a:prstGeom prst="rect">
            <a:avLst/>
          </a:prstGeom>
          <a:solidFill>
            <a:schemeClr val="bg1">
              <a:lumMod val="95000"/>
            </a:schemeClr>
          </a:solidFill>
        </p:spPr>
        <p:txBody>
          <a:bodyPr anchor="ctr"/>
          <a:lstStyle>
            <a:lvl1pPr marL="0" indent="0" algn="ctr">
              <a:buFont typeface="Graphik" panose="020B0604020202020204" pitchFamily="34" charset="0"/>
              <a:buNone/>
              <a:defRPr sz="1400" b="0" i="0">
                <a:latin typeface="Graphik" panose="020B0503030202060203" pitchFamily="34" charset="77"/>
              </a:defRPr>
            </a:lvl1pPr>
          </a:lstStyle>
          <a:p>
            <a:r>
              <a:rPr lang="en-GB"/>
              <a:t>Add icon</a:t>
            </a:r>
            <a:endParaRPr lang="en-US"/>
          </a:p>
        </p:txBody>
      </p:sp>
      <p:sp>
        <p:nvSpPr>
          <p:cNvPr id="3" name="Text Placeholder 2">
            <a:extLst>
              <a:ext uri="{FF2B5EF4-FFF2-40B4-BE49-F238E27FC236}">
                <a16:creationId xmlns:a16="http://schemas.microsoft.com/office/drawing/2014/main" id="{E51530D0-8A8F-68C0-4E3A-39EE60F2A549}"/>
              </a:ext>
            </a:extLst>
          </p:cNvPr>
          <p:cNvSpPr>
            <a:spLocks noGrp="1"/>
          </p:cNvSpPr>
          <p:nvPr>
            <p:ph type="body" sz="quarter" idx="28" hasCustomPrompt="1"/>
          </p:nvPr>
        </p:nvSpPr>
        <p:spPr>
          <a:xfrm>
            <a:off x="2925431" y="3648454"/>
            <a:ext cx="1629646" cy="1971541"/>
          </a:xfrm>
          <a:prstGeom prst="rect">
            <a:avLst/>
          </a:prstGeom>
        </p:spPr>
        <p:txBody>
          <a:bodyPr/>
          <a:lstStyle>
            <a:lvl1pPr marL="0" indent="0" algn="l">
              <a:lnSpc>
                <a:spcPct val="90000"/>
              </a:lnSpc>
              <a:spcAft>
                <a:spcPts val="600"/>
              </a:spcAft>
              <a:buFont typeface="Graphik" panose="020B0604020202020204" pitchFamily="34" charset="0"/>
              <a:buNone/>
              <a:defRPr sz="1400" b="0" i="0">
                <a:solidFill>
                  <a:schemeClr val="bg2"/>
                </a:solidFill>
                <a:latin typeface="Graphik Semibold" panose="020B0503030202060203" pitchFamily="34" charset="77"/>
              </a:defRPr>
            </a:lvl1pPr>
            <a:lvl2pPr marL="0" indent="0" algn="l">
              <a:spcAft>
                <a:spcPts val="600"/>
              </a:spcAft>
              <a:buNone/>
              <a:defRPr sz="1200" b="0" i="0">
                <a:latin typeface="Graphik" panose="020B0503030202060203" pitchFamily="34" charset="77"/>
              </a:defRPr>
            </a:lvl2pPr>
            <a:lvl3pPr marL="0" indent="0" algn="l">
              <a:spcAft>
                <a:spcPts val="600"/>
              </a:spcAft>
              <a:buNone/>
              <a:defRPr sz="1200" b="0" i="0">
                <a:latin typeface="Graphik" panose="020B0503030202060203" pitchFamily="34" charset="77"/>
              </a:defRPr>
            </a:lvl3pPr>
            <a:lvl4pPr marL="182875" indent="-182875" algn="l">
              <a:spcAft>
                <a:spcPts val="600"/>
              </a:spcAft>
              <a:buFont typeface="Graphik" panose="020B0604020202020204" pitchFamily="34" charset="0"/>
              <a:buChar char="•"/>
              <a:defRPr sz="1200" b="0" i="0">
                <a:latin typeface="Graphik" panose="020B0503030202060203" pitchFamily="34" charset="77"/>
              </a:defRPr>
            </a:lvl4pPr>
            <a:lvl5pPr>
              <a:spcAft>
                <a:spcPts val="600"/>
              </a:spcAft>
              <a:defRPr sz="1600"/>
            </a:lvl5pPr>
          </a:lstStyle>
          <a:p>
            <a:pPr lvl="0"/>
            <a:r>
              <a:rPr lang="en-US"/>
              <a:t>Headline Details</a:t>
            </a:r>
          </a:p>
          <a:p>
            <a:pPr lvl="2"/>
            <a:r>
              <a:rPr lang="en-US"/>
              <a:t>More details</a:t>
            </a:r>
          </a:p>
          <a:p>
            <a:pPr lvl="3"/>
            <a:r>
              <a:rPr lang="en-US"/>
              <a:t>Bullet point</a:t>
            </a:r>
          </a:p>
        </p:txBody>
      </p:sp>
      <p:sp>
        <p:nvSpPr>
          <p:cNvPr id="30" name="Picture Placeholder 6">
            <a:extLst>
              <a:ext uri="{FF2B5EF4-FFF2-40B4-BE49-F238E27FC236}">
                <a16:creationId xmlns:a16="http://schemas.microsoft.com/office/drawing/2014/main" id="{31C34651-25FA-45DD-86DF-BB58EBE9AA84}"/>
              </a:ext>
            </a:extLst>
          </p:cNvPr>
          <p:cNvSpPr>
            <a:spLocks noGrp="1"/>
          </p:cNvSpPr>
          <p:nvPr>
            <p:ph type="pic" sz="quarter" idx="25" hasCustomPrompt="1"/>
          </p:nvPr>
        </p:nvSpPr>
        <p:spPr>
          <a:xfrm>
            <a:off x="5287451" y="1991444"/>
            <a:ext cx="1312792" cy="1312792"/>
          </a:xfrm>
          <a:prstGeom prst="rect">
            <a:avLst/>
          </a:prstGeom>
          <a:solidFill>
            <a:schemeClr val="bg1">
              <a:lumMod val="95000"/>
            </a:schemeClr>
          </a:solidFill>
        </p:spPr>
        <p:txBody>
          <a:bodyPr anchor="ctr"/>
          <a:lstStyle>
            <a:lvl1pPr marL="0" indent="0" algn="ctr">
              <a:buFont typeface="Graphik" panose="020B0604020202020204" pitchFamily="34" charset="0"/>
              <a:buNone/>
              <a:defRPr sz="1400" b="0" i="0">
                <a:latin typeface="Graphik" panose="020B0503030202060203" pitchFamily="34" charset="77"/>
              </a:defRPr>
            </a:lvl1pPr>
          </a:lstStyle>
          <a:p>
            <a:r>
              <a:rPr lang="en-GB"/>
              <a:t>Add icon</a:t>
            </a:r>
            <a:endParaRPr lang="en-US"/>
          </a:p>
        </p:txBody>
      </p:sp>
      <p:sp>
        <p:nvSpPr>
          <p:cNvPr id="5" name="Text Placeholder 3">
            <a:extLst>
              <a:ext uri="{FF2B5EF4-FFF2-40B4-BE49-F238E27FC236}">
                <a16:creationId xmlns:a16="http://schemas.microsoft.com/office/drawing/2014/main" id="{B220583F-078A-E528-E802-2F888AD1F0C1}"/>
              </a:ext>
            </a:extLst>
          </p:cNvPr>
          <p:cNvSpPr>
            <a:spLocks noGrp="1"/>
          </p:cNvSpPr>
          <p:nvPr>
            <p:ph type="body" sz="quarter" idx="29" hasCustomPrompt="1"/>
          </p:nvPr>
        </p:nvSpPr>
        <p:spPr>
          <a:xfrm>
            <a:off x="5287451" y="3648454"/>
            <a:ext cx="1629646" cy="1971541"/>
          </a:xfrm>
          <a:prstGeom prst="rect">
            <a:avLst/>
          </a:prstGeom>
        </p:spPr>
        <p:txBody>
          <a:bodyPr/>
          <a:lstStyle>
            <a:lvl1pPr marL="0" indent="0" algn="l">
              <a:lnSpc>
                <a:spcPct val="90000"/>
              </a:lnSpc>
              <a:spcAft>
                <a:spcPts val="600"/>
              </a:spcAft>
              <a:buFont typeface="Graphik" panose="020B0604020202020204" pitchFamily="34" charset="0"/>
              <a:buNone/>
              <a:defRPr sz="1400" b="0" i="0">
                <a:solidFill>
                  <a:schemeClr val="bg2"/>
                </a:solidFill>
                <a:latin typeface="Graphik Semibold" panose="020B0503030202060203" pitchFamily="34" charset="77"/>
              </a:defRPr>
            </a:lvl1pPr>
            <a:lvl2pPr marL="0" indent="0" algn="l">
              <a:spcAft>
                <a:spcPts val="600"/>
              </a:spcAft>
              <a:buNone/>
              <a:defRPr sz="1200" b="0" i="0">
                <a:latin typeface="Graphik" panose="020B0503030202060203" pitchFamily="34" charset="77"/>
              </a:defRPr>
            </a:lvl2pPr>
            <a:lvl3pPr marL="0" indent="0" algn="l">
              <a:spcAft>
                <a:spcPts val="600"/>
              </a:spcAft>
              <a:buNone/>
              <a:defRPr sz="1200" b="0" i="0">
                <a:latin typeface="Graphik" panose="020B0503030202060203" pitchFamily="34" charset="77"/>
              </a:defRPr>
            </a:lvl3pPr>
            <a:lvl4pPr marL="182875" indent="-182875" algn="l">
              <a:spcAft>
                <a:spcPts val="600"/>
              </a:spcAft>
              <a:buFont typeface="Graphik" panose="020B0604020202020204" pitchFamily="34" charset="0"/>
              <a:buChar char="•"/>
              <a:defRPr sz="1200" b="0" i="0">
                <a:latin typeface="Graphik" panose="020B0503030202060203" pitchFamily="34" charset="77"/>
              </a:defRPr>
            </a:lvl4pPr>
            <a:lvl5pPr>
              <a:spcAft>
                <a:spcPts val="600"/>
              </a:spcAft>
              <a:defRPr sz="1600"/>
            </a:lvl5pPr>
          </a:lstStyle>
          <a:p>
            <a:pPr lvl="0"/>
            <a:r>
              <a:rPr lang="en-US"/>
              <a:t>Headline Details</a:t>
            </a:r>
          </a:p>
          <a:p>
            <a:pPr lvl="2"/>
            <a:r>
              <a:rPr lang="en-US"/>
              <a:t>More details</a:t>
            </a:r>
          </a:p>
          <a:p>
            <a:pPr lvl="3"/>
            <a:r>
              <a:rPr lang="en-US"/>
              <a:t>Bullet point</a:t>
            </a:r>
          </a:p>
        </p:txBody>
      </p:sp>
      <p:sp>
        <p:nvSpPr>
          <p:cNvPr id="31" name="Picture Placeholder 8">
            <a:extLst>
              <a:ext uri="{FF2B5EF4-FFF2-40B4-BE49-F238E27FC236}">
                <a16:creationId xmlns:a16="http://schemas.microsoft.com/office/drawing/2014/main" id="{B32375EE-E449-4B59-B987-5D6EBFBDF31C}"/>
              </a:ext>
            </a:extLst>
          </p:cNvPr>
          <p:cNvSpPr>
            <a:spLocks noGrp="1"/>
          </p:cNvSpPr>
          <p:nvPr>
            <p:ph type="pic" sz="quarter" idx="26" hasCustomPrompt="1"/>
          </p:nvPr>
        </p:nvSpPr>
        <p:spPr>
          <a:xfrm>
            <a:off x="7649471" y="1991444"/>
            <a:ext cx="1312792" cy="1312792"/>
          </a:xfrm>
          <a:prstGeom prst="rect">
            <a:avLst/>
          </a:prstGeom>
          <a:solidFill>
            <a:schemeClr val="bg1">
              <a:lumMod val="95000"/>
            </a:schemeClr>
          </a:solidFill>
        </p:spPr>
        <p:txBody>
          <a:bodyPr anchor="ctr"/>
          <a:lstStyle>
            <a:lvl1pPr marL="0" indent="0" algn="ctr">
              <a:buFont typeface="Graphik" panose="020B0604020202020204" pitchFamily="34" charset="0"/>
              <a:buNone/>
              <a:defRPr sz="1400" b="0" i="0">
                <a:latin typeface="Graphik" panose="020B0503030202060203" pitchFamily="34" charset="77"/>
              </a:defRPr>
            </a:lvl1pPr>
          </a:lstStyle>
          <a:p>
            <a:r>
              <a:rPr lang="en-GB"/>
              <a:t>Add icon</a:t>
            </a:r>
            <a:endParaRPr lang="en-US"/>
          </a:p>
        </p:txBody>
      </p:sp>
      <p:sp>
        <p:nvSpPr>
          <p:cNvPr id="6" name="Text Placeholder 4">
            <a:extLst>
              <a:ext uri="{FF2B5EF4-FFF2-40B4-BE49-F238E27FC236}">
                <a16:creationId xmlns:a16="http://schemas.microsoft.com/office/drawing/2014/main" id="{154AA6FC-4B12-B058-1F73-83023D3E1DF8}"/>
              </a:ext>
            </a:extLst>
          </p:cNvPr>
          <p:cNvSpPr>
            <a:spLocks noGrp="1"/>
          </p:cNvSpPr>
          <p:nvPr>
            <p:ph type="body" sz="quarter" idx="30" hasCustomPrompt="1"/>
          </p:nvPr>
        </p:nvSpPr>
        <p:spPr>
          <a:xfrm>
            <a:off x="7649471" y="3648454"/>
            <a:ext cx="1629646" cy="1971541"/>
          </a:xfrm>
          <a:prstGeom prst="rect">
            <a:avLst/>
          </a:prstGeom>
        </p:spPr>
        <p:txBody>
          <a:bodyPr/>
          <a:lstStyle>
            <a:lvl1pPr marL="0" indent="0" algn="l">
              <a:lnSpc>
                <a:spcPct val="90000"/>
              </a:lnSpc>
              <a:spcAft>
                <a:spcPts val="600"/>
              </a:spcAft>
              <a:buFont typeface="Graphik" panose="020B0604020202020204" pitchFamily="34" charset="0"/>
              <a:buNone/>
              <a:defRPr sz="1400" b="0" i="0">
                <a:solidFill>
                  <a:schemeClr val="bg2"/>
                </a:solidFill>
                <a:latin typeface="Graphik Semibold" panose="020B0503030202060203" pitchFamily="34" charset="77"/>
              </a:defRPr>
            </a:lvl1pPr>
            <a:lvl2pPr marL="0" indent="0" algn="l">
              <a:spcAft>
                <a:spcPts val="600"/>
              </a:spcAft>
              <a:buNone/>
              <a:defRPr sz="1200" b="0" i="0">
                <a:latin typeface="Graphik" panose="020B0503030202060203" pitchFamily="34" charset="77"/>
              </a:defRPr>
            </a:lvl2pPr>
            <a:lvl3pPr marL="0" indent="0" algn="l">
              <a:spcAft>
                <a:spcPts val="600"/>
              </a:spcAft>
              <a:buNone/>
              <a:defRPr sz="1200" b="0" i="0">
                <a:latin typeface="Graphik" panose="020B0503030202060203" pitchFamily="34" charset="77"/>
              </a:defRPr>
            </a:lvl3pPr>
            <a:lvl4pPr marL="182875" indent="-182875" algn="l">
              <a:spcAft>
                <a:spcPts val="600"/>
              </a:spcAft>
              <a:buFont typeface="Graphik" panose="020B0604020202020204" pitchFamily="34" charset="0"/>
              <a:buChar char="•"/>
              <a:defRPr sz="1200" b="0" i="0">
                <a:latin typeface="Graphik" panose="020B0503030202060203" pitchFamily="34" charset="77"/>
              </a:defRPr>
            </a:lvl4pPr>
            <a:lvl5pPr>
              <a:spcAft>
                <a:spcPts val="600"/>
              </a:spcAft>
              <a:defRPr sz="1600"/>
            </a:lvl5pPr>
          </a:lstStyle>
          <a:p>
            <a:pPr lvl="0"/>
            <a:r>
              <a:rPr lang="en-US"/>
              <a:t>Headline Details</a:t>
            </a:r>
          </a:p>
          <a:p>
            <a:pPr lvl="2"/>
            <a:r>
              <a:rPr lang="en-US"/>
              <a:t>More details</a:t>
            </a:r>
          </a:p>
          <a:p>
            <a:pPr lvl="3"/>
            <a:r>
              <a:rPr lang="en-US"/>
              <a:t>Bullet point</a:t>
            </a:r>
          </a:p>
        </p:txBody>
      </p:sp>
      <p:sp>
        <p:nvSpPr>
          <p:cNvPr id="32" name="Picture Placeholder 10">
            <a:extLst>
              <a:ext uri="{FF2B5EF4-FFF2-40B4-BE49-F238E27FC236}">
                <a16:creationId xmlns:a16="http://schemas.microsoft.com/office/drawing/2014/main" id="{EE1692D5-4CE6-4990-8769-B146983B9477}"/>
              </a:ext>
            </a:extLst>
          </p:cNvPr>
          <p:cNvSpPr>
            <a:spLocks noGrp="1"/>
          </p:cNvSpPr>
          <p:nvPr>
            <p:ph type="pic" sz="quarter" idx="27" hasCustomPrompt="1"/>
          </p:nvPr>
        </p:nvSpPr>
        <p:spPr>
          <a:xfrm>
            <a:off x="10011492" y="1991444"/>
            <a:ext cx="1312792" cy="1312792"/>
          </a:xfrm>
          <a:prstGeom prst="rect">
            <a:avLst/>
          </a:prstGeom>
          <a:solidFill>
            <a:schemeClr val="bg1">
              <a:lumMod val="95000"/>
            </a:schemeClr>
          </a:solidFill>
        </p:spPr>
        <p:txBody>
          <a:bodyPr anchor="ctr"/>
          <a:lstStyle>
            <a:lvl1pPr marL="0" indent="0" algn="ctr">
              <a:buFont typeface="Graphik" panose="020B0604020202020204" pitchFamily="34" charset="0"/>
              <a:buNone/>
              <a:defRPr sz="1400" b="0" i="0">
                <a:latin typeface="Graphik" panose="020B0503030202060203" pitchFamily="34" charset="77"/>
              </a:defRPr>
            </a:lvl1pPr>
          </a:lstStyle>
          <a:p>
            <a:r>
              <a:rPr lang="en-GB"/>
              <a:t>Add icon</a:t>
            </a:r>
            <a:endParaRPr lang="en-US"/>
          </a:p>
        </p:txBody>
      </p:sp>
      <p:sp>
        <p:nvSpPr>
          <p:cNvPr id="7" name="Text Placeholder 5">
            <a:extLst>
              <a:ext uri="{FF2B5EF4-FFF2-40B4-BE49-F238E27FC236}">
                <a16:creationId xmlns:a16="http://schemas.microsoft.com/office/drawing/2014/main" id="{DE7585F8-AF83-86FE-9FDC-FCBB8F0FDCBB}"/>
              </a:ext>
            </a:extLst>
          </p:cNvPr>
          <p:cNvSpPr>
            <a:spLocks noGrp="1"/>
          </p:cNvSpPr>
          <p:nvPr>
            <p:ph type="body" sz="quarter" idx="31" hasCustomPrompt="1"/>
          </p:nvPr>
        </p:nvSpPr>
        <p:spPr>
          <a:xfrm>
            <a:off x="10011492" y="3648454"/>
            <a:ext cx="1629646" cy="1971541"/>
          </a:xfrm>
          <a:prstGeom prst="rect">
            <a:avLst/>
          </a:prstGeom>
        </p:spPr>
        <p:txBody>
          <a:bodyPr/>
          <a:lstStyle>
            <a:lvl1pPr marL="0" indent="0" algn="l">
              <a:lnSpc>
                <a:spcPct val="90000"/>
              </a:lnSpc>
              <a:spcAft>
                <a:spcPts val="600"/>
              </a:spcAft>
              <a:buFont typeface="Graphik" panose="020B0604020202020204" pitchFamily="34" charset="0"/>
              <a:buNone/>
              <a:defRPr sz="1400" b="0" i="0">
                <a:solidFill>
                  <a:schemeClr val="bg2"/>
                </a:solidFill>
                <a:latin typeface="Graphik Semibold" panose="020B0503030202060203" pitchFamily="34" charset="77"/>
              </a:defRPr>
            </a:lvl1pPr>
            <a:lvl2pPr marL="0" indent="0" algn="l">
              <a:spcAft>
                <a:spcPts val="600"/>
              </a:spcAft>
              <a:buNone/>
              <a:defRPr sz="1200" b="0" i="0">
                <a:latin typeface="Graphik" panose="020B0503030202060203" pitchFamily="34" charset="77"/>
              </a:defRPr>
            </a:lvl2pPr>
            <a:lvl3pPr marL="0" indent="0" algn="l">
              <a:spcAft>
                <a:spcPts val="600"/>
              </a:spcAft>
              <a:buNone/>
              <a:defRPr sz="1200" b="0" i="0">
                <a:latin typeface="Graphik" panose="020B0503030202060203" pitchFamily="34" charset="77"/>
              </a:defRPr>
            </a:lvl3pPr>
            <a:lvl4pPr marL="182875" indent="-182875" algn="l">
              <a:spcAft>
                <a:spcPts val="600"/>
              </a:spcAft>
              <a:buFont typeface="Graphik" panose="020B0604020202020204" pitchFamily="34" charset="0"/>
              <a:buChar char="•"/>
              <a:defRPr sz="1200" b="0" i="0">
                <a:latin typeface="Graphik" panose="020B0503030202060203" pitchFamily="34" charset="77"/>
              </a:defRPr>
            </a:lvl4pPr>
            <a:lvl5pPr>
              <a:spcAft>
                <a:spcPts val="600"/>
              </a:spcAft>
              <a:defRPr sz="1600"/>
            </a:lvl5pPr>
          </a:lstStyle>
          <a:p>
            <a:pPr lvl="0"/>
            <a:r>
              <a:rPr lang="en-US"/>
              <a:t>Headline Details</a:t>
            </a:r>
          </a:p>
          <a:p>
            <a:pPr lvl="2"/>
            <a:r>
              <a:rPr lang="en-US"/>
              <a:t>More details</a:t>
            </a:r>
          </a:p>
          <a:p>
            <a:pPr lvl="3"/>
            <a:r>
              <a:rPr lang="en-US"/>
              <a:t>Bullet point</a:t>
            </a:r>
          </a:p>
        </p:txBody>
      </p:sp>
    </p:spTree>
    <p:extLst>
      <p:ext uri="{BB962C8B-B14F-4D97-AF65-F5344CB8AC3E}">
        <p14:creationId xmlns:p14="http://schemas.microsoft.com/office/powerpoint/2010/main" val="3332419124"/>
      </p:ext>
    </p:extLst>
  </p:cSld>
  <p:clrMapOvr>
    <a:masterClrMapping/>
  </p:clrMapOvr>
  <p:extLst>
    <p:ext uri="{DCECCB84-F9BA-43D5-87BE-67443E8EF086}">
      <p15:sldGuideLst xmlns:p15="http://schemas.microsoft.com/office/powerpoint/2012/main">
        <p15:guide id="1" orient="horz" pos="2777">
          <p15:clr>
            <a:srgbClr val="C35EA4"/>
          </p15:clr>
        </p15:guide>
        <p15:guide id="2" orient="horz" pos="699">
          <p15:clr>
            <a:srgbClr val="547EBF"/>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Content: team 1">
    <p:spTree>
      <p:nvGrpSpPr>
        <p:cNvPr id="1" name=""/>
        <p:cNvGrpSpPr/>
        <p:nvPr/>
      </p:nvGrpSpPr>
      <p:grpSpPr>
        <a:xfrm>
          <a:off x="0" y="0"/>
          <a:ext cx="0" cy="0"/>
          <a:chOff x="0" y="0"/>
          <a:chExt cx="0" cy="0"/>
        </a:xfrm>
      </p:grpSpPr>
      <p:sp>
        <p:nvSpPr>
          <p:cNvPr id="21" name="Picture Placeholder 2">
            <a:extLst>
              <a:ext uri="{FF2B5EF4-FFF2-40B4-BE49-F238E27FC236}">
                <a16:creationId xmlns:a16="http://schemas.microsoft.com/office/drawing/2014/main" id="{D57647B7-79D1-0A4B-BE19-EB3D7E56204A}"/>
              </a:ext>
            </a:extLst>
          </p:cNvPr>
          <p:cNvSpPr>
            <a:spLocks noGrp="1" noChangeAspect="1"/>
          </p:cNvSpPr>
          <p:nvPr>
            <p:ph type="pic" sz="quarter" idx="15" hasCustomPrompt="1"/>
          </p:nvPr>
        </p:nvSpPr>
        <p:spPr>
          <a:xfrm>
            <a:off x="564646" y="1744663"/>
            <a:ext cx="1180800" cy="1180800"/>
          </a:xfrm>
          <a:prstGeom prst="rect">
            <a:avLst/>
          </a:prstGeom>
          <a:solidFill>
            <a:schemeClr val="bg1">
              <a:lumMod val="95000"/>
            </a:schemeClr>
          </a:solidFill>
          <a:ln>
            <a:noFill/>
          </a:ln>
        </p:spPr>
        <p:txBody>
          <a:bodyPr vert="horz" lIns="91440" tIns="0" rIns="0" bIns="0" rtlCol="0" anchor="ctr">
            <a:noAutofit/>
          </a:bodyPr>
          <a:lstStyle>
            <a:lvl1pPr>
              <a:defRPr lang="en-US" i="0">
                <a:latin typeface="Graphik" panose="020B0503030202060203" pitchFamily="34" charset="77"/>
              </a:defRPr>
            </a:lvl1pPr>
          </a:lstStyle>
          <a:p>
            <a:pPr lvl="0" algn="ctr"/>
            <a:r>
              <a:rPr lang="en-GB"/>
              <a:t>Add profile photo</a:t>
            </a:r>
            <a:endParaRPr lang="en-US"/>
          </a:p>
        </p:txBody>
      </p:sp>
      <p:sp>
        <p:nvSpPr>
          <p:cNvPr id="46" name="Picture Placeholder 4">
            <a:extLst>
              <a:ext uri="{FF2B5EF4-FFF2-40B4-BE49-F238E27FC236}">
                <a16:creationId xmlns:a16="http://schemas.microsoft.com/office/drawing/2014/main" id="{25DB0B2A-9775-46B0-9A40-F75EBFA4B45C}"/>
              </a:ext>
            </a:extLst>
          </p:cNvPr>
          <p:cNvSpPr>
            <a:spLocks noGrp="1" noChangeAspect="1"/>
          </p:cNvSpPr>
          <p:nvPr>
            <p:ph type="pic" sz="quarter" idx="27" hasCustomPrompt="1"/>
          </p:nvPr>
        </p:nvSpPr>
        <p:spPr>
          <a:xfrm>
            <a:off x="3569554" y="1744663"/>
            <a:ext cx="1180800" cy="1180800"/>
          </a:xfrm>
          <a:prstGeom prst="rect">
            <a:avLst/>
          </a:prstGeom>
          <a:solidFill>
            <a:schemeClr val="bg1">
              <a:lumMod val="95000"/>
            </a:schemeClr>
          </a:solidFill>
          <a:ln>
            <a:noFill/>
          </a:ln>
        </p:spPr>
        <p:txBody>
          <a:bodyPr vert="horz" lIns="91440" tIns="0" rIns="0" bIns="0" rtlCol="0" anchor="ctr">
            <a:noAutofit/>
          </a:bodyPr>
          <a:lstStyle>
            <a:lvl1pPr>
              <a:defRPr lang="en-US" i="0">
                <a:latin typeface="Graphik" panose="020B0503030202060203" pitchFamily="34" charset="77"/>
              </a:defRPr>
            </a:lvl1pPr>
          </a:lstStyle>
          <a:p>
            <a:pPr lvl="0" algn="ctr"/>
            <a:r>
              <a:rPr lang="en-GB"/>
              <a:t>Add profile photo</a:t>
            </a:r>
            <a:endParaRPr lang="en-US"/>
          </a:p>
        </p:txBody>
      </p:sp>
      <p:sp>
        <p:nvSpPr>
          <p:cNvPr id="47" name="Picture Placeholder 6">
            <a:extLst>
              <a:ext uri="{FF2B5EF4-FFF2-40B4-BE49-F238E27FC236}">
                <a16:creationId xmlns:a16="http://schemas.microsoft.com/office/drawing/2014/main" id="{F83F6B5F-EAE7-44DA-BD77-6D66865CEB92}"/>
              </a:ext>
            </a:extLst>
          </p:cNvPr>
          <p:cNvSpPr>
            <a:spLocks noGrp="1" noChangeAspect="1"/>
          </p:cNvSpPr>
          <p:nvPr>
            <p:ph type="pic" sz="quarter" idx="28" hasCustomPrompt="1"/>
          </p:nvPr>
        </p:nvSpPr>
        <p:spPr>
          <a:xfrm>
            <a:off x="6574462" y="1744663"/>
            <a:ext cx="1180800" cy="1180800"/>
          </a:xfrm>
          <a:prstGeom prst="rect">
            <a:avLst/>
          </a:prstGeom>
          <a:solidFill>
            <a:schemeClr val="bg1">
              <a:lumMod val="95000"/>
            </a:schemeClr>
          </a:solidFill>
          <a:ln>
            <a:noFill/>
          </a:ln>
        </p:spPr>
        <p:txBody>
          <a:bodyPr vert="horz" lIns="91440" tIns="0" rIns="0" bIns="0" rtlCol="0" anchor="ctr">
            <a:noAutofit/>
          </a:bodyPr>
          <a:lstStyle>
            <a:lvl1pPr>
              <a:defRPr lang="en-US" i="0">
                <a:latin typeface="Graphik" panose="020B0503030202060203" pitchFamily="34" charset="77"/>
              </a:defRPr>
            </a:lvl1pPr>
          </a:lstStyle>
          <a:p>
            <a:pPr lvl="0" algn="ctr"/>
            <a:r>
              <a:rPr lang="en-GB"/>
              <a:t>Add profile photo</a:t>
            </a:r>
            <a:endParaRPr lang="en-US"/>
          </a:p>
        </p:txBody>
      </p:sp>
      <p:sp>
        <p:nvSpPr>
          <p:cNvPr id="48" name="Picture Placeholder 8">
            <a:extLst>
              <a:ext uri="{FF2B5EF4-FFF2-40B4-BE49-F238E27FC236}">
                <a16:creationId xmlns:a16="http://schemas.microsoft.com/office/drawing/2014/main" id="{AD8EF41C-E978-4139-80A4-73605C41EA35}"/>
              </a:ext>
            </a:extLst>
          </p:cNvPr>
          <p:cNvSpPr>
            <a:spLocks noGrp="1" noChangeAspect="1"/>
          </p:cNvSpPr>
          <p:nvPr>
            <p:ph type="pic" sz="quarter" idx="29" hasCustomPrompt="1"/>
          </p:nvPr>
        </p:nvSpPr>
        <p:spPr>
          <a:xfrm>
            <a:off x="9579372" y="1744663"/>
            <a:ext cx="1180800" cy="1180800"/>
          </a:xfrm>
          <a:prstGeom prst="rect">
            <a:avLst/>
          </a:prstGeom>
          <a:solidFill>
            <a:schemeClr val="bg1">
              <a:lumMod val="95000"/>
            </a:schemeClr>
          </a:solidFill>
          <a:ln>
            <a:noFill/>
          </a:ln>
        </p:spPr>
        <p:txBody>
          <a:bodyPr vert="horz" lIns="91440" tIns="0" rIns="0" bIns="0" rtlCol="0" anchor="ctr">
            <a:noAutofit/>
          </a:bodyPr>
          <a:lstStyle>
            <a:lvl1pPr>
              <a:defRPr lang="en-US" i="0">
                <a:latin typeface="Graphik" panose="020B0503030202060203" pitchFamily="34" charset="77"/>
              </a:defRPr>
            </a:lvl1pPr>
          </a:lstStyle>
          <a:p>
            <a:pPr lvl="0" algn="ctr"/>
            <a:r>
              <a:rPr lang="en-GB"/>
              <a:t>Add profile photo</a:t>
            </a:r>
            <a:endParaRPr lang="en-US"/>
          </a:p>
        </p:txBody>
      </p:sp>
      <p:sp>
        <p:nvSpPr>
          <p:cNvPr id="3" name="Text Placeholder 1">
            <a:extLst>
              <a:ext uri="{FF2B5EF4-FFF2-40B4-BE49-F238E27FC236}">
                <a16:creationId xmlns:a16="http://schemas.microsoft.com/office/drawing/2014/main" id="{E190AA3D-F653-7DE3-E814-C735080B2FC6}"/>
              </a:ext>
            </a:extLst>
          </p:cNvPr>
          <p:cNvSpPr>
            <a:spLocks noGrp="1"/>
          </p:cNvSpPr>
          <p:nvPr>
            <p:ph type="body" sz="quarter" idx="19" hasCustomPrompt="1"/>
          </p:nvPr>
        </p:nvSpPr>
        <p:spPr>
          <a:xfrm>
            <a:off x="564645" y="3331287"/>
            <a:ext cx="2047984" cy="2397859"/>
          </a:xfrm>
          <a:prstGeom prst="rect">
            <a:avLst/>
          </a:prstGeom>
        </p:spPr>
        <p:txBody>
          <a:bodyPr/>
          <a:lstStyle>
            <a:lvl1pPr marL="0" indent="0">
              <a:lnSpc>
                <a:spcPct val="80000"/>
              </a:lnSpc>
              <a:spcAft>
                <a:spcPts val="0"/>
              </a:spcAft>
              <a:buFont typeface="Graphik" panose="020B0604020202020204" pitchFamily="34" charset="0"/>
              <a:buNone/>
              <a:defRPr sz="1100" b="1" i="0">
                <a:solidFill>
                  <a:schemeClr val="bg2"/>
                </a:solidFill>
                <a:latin typeface="Graphik Semibold" panose="020B0503030202060203" pitchFamily="34" charset="77"/>
              </a:defRPr>
            </a:lvl1pPr>
            <a:lvl2pPr marL="0" indent="0">
              <a:spcAft>
                <a:spcPts val="800"/>
              </a:spcAft>
              <a:buNone/>
              <a:defRPr lang="en-US" sz="1100" b="1" i="0" kern="1200">
                <a:solidFill>
                  <a:schemeClr val="bg2"/>
                </a:solidFill>
                <a:latin typeface="Graphik Semibold" panose="020B0503030202060203" pitchFamily="34" charset="77"/>
                <a:ea typeface="+mn-ea"/>
                <a:cs typeface="+mn-cs"/>
              </a:defRPr>
            </a:lvl2pPr>
            <a:lvl3pPr marL="0" indent="0">
              <a:spcAft>
                <a:spcPts val="600"/>
              </a:spcAft>
              <a:buNone/>
              <a:defRPr sz="1100" b="0" i="0">
                <a:latin typeface="Graphik" panose="020B0503030202060203" pitchFamily="34" charset="77"/>
              </a:defRPr>
            </a:lvl3pPr>
            <a:lvl4pPr marL="182875" indent="-182875">
              <a:spcAft>
                <a:spcPts val="600"/>
              </a:spcAft>
              <a:buFont typeface="Graphik" panose="020B0604020202020204" pitchFamily="34" charset="0"/>
              <a:buChar char="•"/>
              <a:defRPr sz="1100" b="0" i="0">
                <a:latin typeface="Graphik" panose="020B0503030202060203" pitchFamily="34" charset="77"/>
              </a:defRPr>
            </a:lvl4pPr>
            <a:lvl5pPr>
              <a:spcAft>
                <a:spcPts val="600"/>
              </a:spcAft>
              <a:defRPr sz="1600"/>
            </a:lvl5pPr>
          </a:lstStyle>
          <a:p>
            <a:pPr lvl="0"/>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4" name="Text Placeholder 2">
            <a:extLst>
              <a:ext uri="{FF2B5EF4-FFF2-40B4-BE49-F238E27FC236}">
                <a16:creationId xmlns:a16="http://schemas.microsoft.com/office/drawing/2014/main" id="{6845C65E-741B-B706-0B82-1C81A0F6B5D9}"/>
              </a:ext>
            </a:extLst>
          </p:cNvPr>
          <p:cNvSpPr>
            <a:spLocks noGrp="1"/>
          </p:cNvSpPr>
          <p:nvPr>
            <p:ph type="body" sz="quarter" idx="31" hasCustomPrompt="1"/>
          </p:nvPr>
        </p:nvSpPr>
        <p:spPr>
          <a:xfrm>
            <a:off x="3569554" y="3331287"/>
            <a:ext cx="2047984" cy="2397859"/>
          </a:xfrm>
          <a:prstGeom prst="rect">
            <a:avLst/>
          </a:prstGeom>
        </p:spPr>
        <p:txBody>
          <a:bodyPr/>
          <a:lstStyle>
            <a:lvl1pPr marL="0" indent="0">
              <a:lnSpc>
                <a:spcPct val="80000"/>
              </a:lnSpc>
              <a:spcAft>
                <a:spcPts val="0"/>
              </a:spcAft>
              <a:buFont typeface="Graphik" panose="020B0604020202020204" pitchFamily="34" charset="0"/>
              <a:buNone/>
              <a:defRPr sz="1100" b="1" i="0">
                <a:solidFill>
                  <a:schemeClr val="bg2"/>
                </a:solidFill>
                <a:latin typeface="Graphik Semibold" panose="020B0503030202060203" pitchFamily="34" charset="77"/>
              </a:defRPr>
            </a:lvl1pPr>
            <a:lvl2pPr marL="0" indent="0">
              <a:spcAft>
                <a:spcPts val="800"/>
              </a:spcAft>
              <a:buNone/>
              <a:defRPr lang="en-US" sz="1100" b="1" i="0" kern="1200">
                <a:solidFill>
                  <a:schemeClr val="bg2"/>
                </a:solidFill>
                <a:latin typeface="Graphik Semibold" panose="020B0503030202060203" pitchFamily="34" charset="77"/>
                <a:ea typeface="+mn-ea"/>
                <a:cs typeface="+mn-cs"/>
              </a:defRPr>
            </a:lvl2pPr>
            <a:lvl3pPr marL="0" indent="0">
              <a:spcAft>
                <a:spcPts val="600"/>
              </a:spcAft>
              <a:buNone/>
              <a:defRPr sz="1100" b="0" i="0">
                <a:latin typeface="Graphik" panose="020B0503030202060203" pitchFamily="34" charset="77"/>
              </a:defRPr>
            </a:lvl3pPr>
            <a:lvl4pPr marL="182875" indent="-182875">
              <a:spcAft>
                <a:spcPts val="600"/>
              </a:spcAft>
              <a:buFont typeface="Graphik" panose="020B0604020202020204" pitchFamily="34" charset="0"/>
              <a:buChar char="•"/>
              <a:defRPr sz="1100" b="0" i="0">
                <a:latin typeface="Graphik" panose="020B0503030202060203" pitchFamily="34" charset="77"/>
              </a:defRPr>
            </a:lvl4pPr>
            <a:lvl5pPr>
              <a:spcAft>
                <a:spcPts val="600"/>
              </a:spcAft>
              <a:defRPr sz="1600"/>
            </a:lvl5pPr>
          </a:lstStyle>
          <a:p>
            <a:pPr lvl="0"/>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6" name="Text Placeholder 3">
            <a:extLst>
              <a:ext uri="{FF2B5EF4-FFF2-40B4-BE49-F238E27FC236}">
                <a16:creationId xmlns:a16="http://schemas.microsoft.com/office/drawing/2014/main" id="{820C257B-A255-A185-7414-40904B81A8DC}"/>
              </a:ext>
            </a:extLst>
          </p:cNvPr>
          <p:cNvSpPr>
            <a:spLocks noGrp="1"/>
          </p:cNvSpPr>
          <p:nvPr>
            <p:ph type="body" sz="quarter" idx="32" hasCustomPrompt="1"/>
          </p:nvPr>
        </p:nvSpPr>
        <p:spPr>
          <a:xfrm>
            <a:off x="6574463" y="3331287"/>
            <a:ext cx="2047984" cy="2397859"/>
          </a:xfrm>
          <a:prstGeom prst="rect">
            <a:avLst/>
          </a:prstGeom>
        </p:spPr>
        <p:txBody>
          <a:bodyPr/>
          <a:lstStyle>
            <a:lvl1pPr marL="0" indent="0">
              <a:lnSpc>
                <a:spcPct val="80000"/>
              </a:lnSpc>
              <a:spcAft>
                <a:spcPts val="0"/>
              </a:spcAft>
              <a:buFont typeface="Graphik" panose="020B0604020202020204" pitchFamily="34" charset="0"/>
              <a:buNone/>
              <a:defRPr sz="1100" b="1" i="0">
                <a:solidFill>
                  <a:schemeClr val="bg2"/>
                </a:solidFill>
                <a:latin typeface="Graphik Semibold" panose="020B0503030202060203" pitchFamily="34" charset="77"/>
              </a:defRPr>
            </a:lvl1pPr>
            <a:lvl2pPr marL="0" indent="0">
              <a:spcAft>
                <a:spcPts val="800"/>
              </a:spcAft>
              <a:buNone/>
              <a:defRPr lang="en-US" sz="1100" b="1" i="0" kern="1200">
                <a:solidFill>
                  <a:schemeClr val="bg2"/>
                </a:solidFill>
                <a:latin typeface="Graphik Semibold" panose="020B0503030202060203" pitchFamily="34" charset="77"/>
                <a:ea typeface="+mn-ea"/>
                <a:cs typeface="+mn-cs"/>
              </a:defRPr>
            </a:lvl2pPr>
            <a:lvl3pPr marL="0" indent="0">
              <a:spcAft>
                <a:spcPts val="600"/>
              </a:spcAft>
              <a:buNone/>
              <a:defRPr sz="1100" b="0" i="0">
                <a:latin typeface="Graphik" panose="020B0503030202060203" pitchFamily="34" charset="77"/>
              </a:defRPr>
            </a:lvl3pPr>
            <a:lvl4pPr marL="182875" indent="-182875">
              <a:spcAft>
                <a:spcPts val="600"/>
              </a:spcAft>
              <a:buFont typeface="Graphik" panose="020B0604020202020204" pitchFamily="34" charset="0"/>
              <a:buChar char="•"/>
              <a:defRPr sz="1100" b="0" i="0">
                <a:latin typeface="Graphik" panose="020B0503030202060203" pitchFamily="34" charset="77"/>
              </a:defRPr>
            </a:lvl4pPr>
            <a:lvl5pPr>
              <a:spcAft>
                <a:spcPts val="600"/>
              </a:spcAft>
              <a:defRPr sz="1600"/>
            </a:lvl5pPr>
          </a:lstStyle>
          <a:p>
            <a:pPr lvl="0"/>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7" name="Text Placeholder 4">
            <a:extLst>
              <a:ext uri="{FF2B5EF4-FFF2-40B4-BE49-F238E27FC236}">
                <a16:creationId xmlns:a16="http://schemas.microsoft.com/office/drawing/2014/main" id="{46CCAA45-3EAB-F22C-1634-630066DF8C20}"/>
              </a:ext>
            </a:extLst>
          </p:cNvPr>
          <p:cNvSpPr>
            <a:spLocks noGrp="1"/>
          </p:cNvSpPr>
          <p:nvPr>
            <p:ph type="body" sz="quarter" idx="33" hasCustomPrompt="1"/>
          </p:nvPr>
        </p:nvSpPr>
        <p:spPr>
          <a:xfrm>
            <a:off x="9579371" y="3331287"/>
            <a:ext cx="2047984" cy="2397859"/>
          </a:xfrm>
          <a:prstGeom prst="rect">
            <a:avLst/>
          </a:prstGeom>
        </p:spPr>
        <p:txBody>
          <a:bodyPr/>
          <a:lstStyle>
            <a:lvl1pPr marL="0" indent="0">
              <a:lnSpc>
                <a:spcPct val="80000"/>
              </a:lnSpc>
              <a:spcAft>
                <a:spcPts val="0"/>
              </a:spcAft>
              <a:buFont typeface="Graphik" panose="020B0604020202020204" pitchFamily="34" charset="0"/>
              <a:buNone/>
              <a:defRPr sz="1100" b="1" i="0">
                <a:solidFill>
                  <a:schemeClr val="bg2"/>
                </a:solidFill>
                <a:latin typeface="Graphik Semibold" panose="020B0503030202060203" pitchFamily="34" charset="77"/>
              </a:defRPr>
            </a:lvl1pPr>
            <a:lvl2pPr marL="0" indent="0">
              <a:spcAft>
                <a:spcPts val="800"/>
              </a:spcAft>
              <a:buNone/>
              <a:defRPr lang="en-US" sz="1100" b="1" i="0" kern="1200">
                <a:solidFill>
                  <a:schemeClr val="bg2"/>
                </a:solidFill>
                <a:latin typeface="Graphik Semibold" panose="020B0503030202060203" pitchFamily="34" charset="77"/>
                <a:ea typeface="+mn-ea"/>
                <a:cs typeface="+mn-cs"/>
              </a:defRPr>
            </a:lvl2pPr>
            <a:lvl3pPr marL="0" indent="0">
              <a:spcAft>
                <a:spcPts val="600"/>
              </a:spcAft>
              <a:buNone/>
              <a:defRPr sz="1100" b="0" i="0">
                <a:latin typeface="Graphik" panose="020B0503030202060203" pitchFamily="34" charset="77"/>
              </a:defRPr>
            </a:lvl3pPr>
            <a:lvl4pPr marL="182875" indent="-182875">
              <a:spcAft>
                <a:spcPts val="600"/>
              </a:spcAft>
              <a:buFont typeface="Graphik" panose="020B0604020202020204" pitchFamily="34" charset="0"/>
              <a:buChar char="•"/>
              <a:defRPr sz="1100" b="0" i="0">
                <a:latin typeface="Graphik" panose="020B0503030202060203" pitchFamily="34" charset="77"/>
              </a:defRPr>
            </a:lvl4pPr>
            <a:lvl5pPr>
              <a:spcAft>
                <a:spcPts val="600"/>
              </a:spcAft>
              <a:defRPr sz="1600"/>
            </a:lvl5pPr>
          </a:lstStyle>
          <a:p>
            <a:pPr lvl="0"/>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5" name="Text Placeholder 3">
            <a:extLst>
              <a:ext uri="{FF2B5EF4-FFF2-40B4-BE49-F238E27FC236}">
                <a16:creationId xmlns:a16="http://schemas.microsoft.com/office/drawing/2014/main" id="{61017757-DC7D-283B-40ED-71A3ADDFA6E7}"/>
              </a:ext>
            </a:extLst>
          </p:cNvPr>
          <p:cNvSpPr>
            <a:spLocks noGrp="1"/>
          </p:cNvSpPr>
          <p:nvPr>
            <p:ph type="body" sz="quarter" idx="26" hasCustomPrompt="1"/>
          </p:nvPr>
        </p:nvSpPr>
        <p:spPr>
          <a:xfrm>
            <a:off x="563412" y="1109663"/>
            <a:ext cx="11063944" cy="384048"/>
          </a:xfrm>
          <a:prstGeom prst="rect">
            <a:avLst/>
          </a:prstGeom>
        </p:spPr>
        <p:txBody>
          <a:bodyPr anchor="t"/>
          <a:lstStyle>
            <a:lvl1pPr marL="0" indent="0">
              <a:spcAft>
                <a:spcPts val="0"/>
              </a:spcAft>
              <a:buNone/>
              <a:defRPr sz="1800" b="0" i="0">
                <a:solidFill>
                  <a:schemeClr val="tx1"/>
                </a:solidFill>
                <a:latin typeface="Graphik" panose="020B0503030202060203" pitchFamily="34" charset="77"/>
              </a:defRPr>
            </a:lvl1pPr>
          </a:lstStyle>
          <a:p>
            <a:pPr lvl="0"/>
            <a:r>
              <a:rPr lang="en-GB"/>
              <a:t>Place subtitle here in </a:t>
            </a:r>
            <a:r>
              <a:rPr lang="en-GB" err="1"/>
              <a:t>Graphik</a:t>
            </a:r>
            <a:r>
              <a:rPr lang="en-GB"/>
              <a:t> regular</a:t>
            </a:r>
            <a:endParaRPr lang="en-US"/>
          </a:p>
        </p:txBody>
      </p:sp>
      <p:sp>
        <p:nvSpPr>
          <p:cNvPr id="8" name="Title 2">
            <a:extLst>
              <a:ext uri="{FF2B5EF4-FFF2-40B4-BE49-F238E27FC236}">
                <a16:creationId xmlns:a16="http://schemas.microsoft.com/office/drawing/2014/main" id="{31352EF7-C8C2-5E64-698B-A2C388CB7F7C}"/>
              </a:ext>
            </a:extLst>
          </p:cNvPr>
          <p:cNvSpPr>
            <a:spLocks noGrp="1"/>
          </p:cNvSpPr>
          <p:nvPr>
            <p:ph type="title"/>
          </p:nvPr>
        </p:nvSpPr>
        <p:spPr>
          <a:xfrm>
            <a:off x="556466" y="572600"/>
            <a:ext cx="11070889" cy="393954"/>
          </a:xfrm>
        </p:spPr>
        <p:txBody>
          <a:bodyPr/>
          <a:lstStyle/>
          <a:p>
            <a:r>
              <a:rPr lang="en-GB"/>
              <a:t>Click to edit Master title style</a:t>
            </a:r>
            <a:endParaRPr lang="en-US"/>
          </a:p>
        </p:txBody>
      </p:sp>
    </p:spTree>
    <p:extLst>
      <p:ext uri="{BB962C8B-B14F-4D97-AF65-F5344CB8AC3E}">
        <p14:creationId xmlns:p14="http://schemas.microsoft.com/office/powerpoint/2010/main" val="255691144"/>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Content: team 2 + light mode">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BE8934D7-8F0E-DAC2-009E-72AA89D1034C}"/>
              </a:ext>
            </a:extLst>
          </p:cNvPr>
          <p:cNvSpPr>
            <a:spLocks noGrp="1" noChangeAspect="1"/>
          </p:cNvSpPr>
          <p:nvPr>
            <p:ph type="pic" sz="quarter" idx="14" hasCustomPrompt="1"/>
          </p:nvPr>
        </p:nvSpPr>
        <p:spPr>
          <a:xfrm>
            <a:off x="1420322" y="2629388"/>
            <a:ext cx="1180800" cy="1180800"/>
          </a:xfrm>
          <a:prstGeom prst="rect">
            <a:avLst/>
          </a:prstGeom>
          <a:solidFill>
            <a:schemeClr val="bg1">
              <a:lumMod val="95000"/>
            </a:schemeClr>
          </a:solidFill>
        </p:spPr>
        <p:txBody>
          <a:bodyPr lIns="91440" tIns="0" anchor="ctr"/>
          <a:lstStyle>
            <a:lvl1pPr marL="0" indent="0" algn="ctr">
              <a:buNone/>
              <a:defRPr sz="1400" b="0" i="0">
                <a:latin typeface="Graphik" panose="020B0503030202060203" pitchFamily="34" charset="77"/>
              </a:defRPr>
            </a:lvl1pPr>
          </a:lstStyle>
          <a:p>
            <a:r>
              <a:rPr lang="en-GB"/>
              <a:t>Add profile photo</a:t>
            </a:r>
            <a:endParaRPr lang="en-US"/>
          </a:p>
        </p:txBody>
      </p:sp>
      <p:sp>
        <p:nvSpPr>
          <p:cNvPr id="4" name="Picture Placeholder 4">
            <a:extLst>
              <a:ext uri="{FF2B5EF4-FFF2-40B4-BE49-F238E27FC236}">
                <a16:creationId xmlns:a16="http://schemas.microsoft.com/office/drawing/2014/main" id="{66FFCC06-23AF-63BD-C570-7D17CA07D430}"/>
              </a:ext>
            </a:extLst>
          </p:cNvPr>
          <p:cNvSpPr>
            <a:spLocks noGrp="1" noChangeAspect="1"/>
          </p:cNvSpPr>
          <p:nvPr>
            <p:ph type="pic" sz="quarter" idx="15" hasCustomPrompt="1"/>
          </p:nvPr>
        </p:nvSpPr>
        <p:spPr>
          <a:xfrm>
            <a:off x="2980178" y="2629388"/>
            <a:ext cx="1180800" cy="1180800"/>
          </a:xfrm>
          <a:prstGeom prst="rect">
            <a:avLst/>
          </a:prstGeom>
          <a:solidFill>
            <a:schemeClr val="bg1">
              <a:lumMod val="95000"/>
            </a:schemeClr>
          </a:solidFill>
        </p:spPr>
        <p:txBody>
          <a:bodyPr vert="horz" lIns="91440" tIns="0" rIns="0" bIns="0" rtlCol="0" anchor="ctr">
            <a:noAutofit/>
          </a:bodyPr>
          <a:lstStyle>
            <a:lvl1pPr marL="0" indent="0" algn="ctr">
              <a:buNone/>
              <a:defRPr lang="en-US" sz="1400" b="0" i="0" dirty="0">
                <a:latin typeface="Graphik" panose="020B0503030202060203" pitchFamily="34" charset="77"/>
              </a:defRPr>
            </a:lvl1pPr>
          </a:lstStyle>
          <a:p>
            <a:pPr lvl="0"/>
            <a:r>
              <a:rPr lang="en-GB"/>
              <a:t>Add profile photo</a:t>
            </a:r>
            <a:endParaRPr lang="en-US"/>
          </a:p>
        </p:txBody>
      </p:sp>
      <p:sp>
        <p:nvSpPr>
          <p:cNvPr id="6" name="Picture Placeholder 6">
            <a:extLst>
              <a:ext uri="{FF2B5EF4-FFF2-40B4-BE49-F238E27FC236}">
                <a16:creationId xmlns:a16="http://schemas.microsoft.com/office/drawing/2014/main" id="{12A42FC0-DC57-2DAF-9A2D-A7CC2A4D2438}"/>
              </a:ext>
            </a:extLst>
          </p:cNvPr>
          <p:cNvSpPr>
            <a:spLocks noGrp="1" noChangeAspect="1"/>
          </p:cNvSpPr>
          <p:nvPr>
            <p:ph type="pic" sz="quarter" idx="16" hasCustomPrompt="1"/>
          </p:nvPr>
        </p:nvSpPr>
        <p:spPr>
          <a:xfrm>
            <a:off x="4540034" y="2629388"/>
            <a:ext cx="1180800" cy="1180800"/>
          </a:xfrm>
          <a:prstGeom prst="rect">
            <a:avLst/>
          </a:prstGeom>
          <a:solidFill>
            <a:schemeClr val="bg1">
              <a:lumMod val="95000"/>
            </a:schemeClr>
          </a:solidFill>
        </p:spPr>
        <p:txBody>
          <a:bodyPr vert="horz" lIns="91440" tIns="0" rIns="0" bIns="0" rtlCol="0" anchor="ctr">
            <a:noAutofit/>
          </a:bodyPr>
          <a:lstStyle>
            <a:lvl1pPr marL="0" indent="0" algn="ctr">
              <a:buNone/>
              <a:defRPr lang="en-US" sz="1400" b="0" i="0" dirty="0">
                <a:latin typeface="Graphik" panose="020B0503030202060203" pitchFamily="34" charset="77"/>
              </a:defRPr>
            </a:lvl1pPr>
          </a:lstStyle>
          <a:p>
            <a:pPr lvl="0"/>
            <a:r>
              <a:rPr lang="en-GB"/>
              <a:t>Add profile photo</a:t>
            </a:r>
            <a:endParaRPr lang="en-US"/>
          </a:p>
        </p:txBody>
      </p:sp>
      <p:sp>
        <p:nvSpPr>
          <p:cNvPr id="7" name="Picture Placeholder 8">
            <a:extLst>
              <a:ext uri="{FF2B5EF4-FFF2-40B4-BE49-F238E27FC236}">
                <a16:creationId xmlns:a16="http://schemas.microsoft.com/office/drawing/2014/main" id="{75D1459B-043F-093D-F414-47A4829412AC}"/>
              </a:ext>
            </a:extLst>
          </p:cNvPr>
          <p:cNvSpPr>
            <a:spLocks noGrp="1" noChangeAspect="1"/>
          </p:cNvSpPr>
          <p:nvPr>
            <p:ph type="pic" sz="quarter" idx="17" hasCustomPrompt="1"/>
          </p:nvPr>
        </p:nvSpPr>
        <p:spPr>
          <a:xfrm>
            <a:off x="6099890" y="2629388"/>
            <a:ext cx="1180800" cy="1180800"/>
          </a:xfrm>
          <a:prstGeom prst="rect">
            <a:avLst/>
          </a:prstGeom>
          <a:solidFill>
            <a:schemeClr val="bg1">
              <a:lumMod val="95000"/>
            </a:schemeClr>
          </a:solidFill>
        </p:spPr>
        <p:txBody>
          <a:bodyPr vert="horz" lIns="91440" tIns="0" rIns="0" bIns="0" rtlCol="0" anchor="ctr">
            <a:noAutofit/>
          </a:bodyPr>
          <a:lstStyle>
            <a:lvl1pPr marL="0" indent="0" algn="ctr">
              <a:buNone/>
              <a:defRPr lang="en-US" sz="1400" b="0" i="0" dirty="0">
                <a:latin typeface="Graphik" panose="020B0503030202060203" pitchFamily="34" charset="77"/>
              </a:defRPr>
            </a:lvl1pPr>
          </a:lstStyle>
          <a:p>
            <a:pPr lvl="0"/>
            <a:r>
              <a:rPr lang="en-GB"/>
              <a:t>Add profile photo</a:t>
            </a:r>
            <a:endParaRPr lang="en-US"/>
          </a:p>
        </p:txBody>
      </p:sp>
      <p:sp>
        <p:nvSpPr>
          <p:cNvPr id="8" name="Picture Placeholder 10">
            <a:extLst>
              <a:ext uri="{FF2B5EF4-FFF2-40B4-BE49-F238E27FC236}">
                <a16:creationId xmlns:a16="http://schemas.microsoft.com/office/drawing/2014/main" id="{F83C65DB-7D3F-C47F-0688-6ED36B4BC359}"/>
              </a:ext>
            </a:extLst>
          </p:cNvPr>
          <p:cNvSpPr>
            <a:spLocks noGrp="1" noChangeAspect="1"/>
          </p:cNvSpPr>
          <p:nvPr>
            <p:ph type="pic" sz="quarter" idx="24" hasCustomPrompt="1"/>
          </p:nvPr>
        </p:nvSpPr>
        <p:spPr>
          <a:xfrm>
            <a:off x="7659746" y="2629388"/>
            <a:ext cx="1180800" cy="1180800"/>
          </a:xfrm>
          <a:prstGeom prst="rect">
            <a:avLst/>
          </a:prstGeom>
          <a:solidFill>
            <a:schemeClr val="bg1">
              <a:lumMod val="95000"/>
            </a:schemeClr>
          </a:solidFill>
        </p:spPr>
        <p:txBody>
          <a:bodyPr vert="horz" lIns="91440" tIns="0" rIns="0" bIns="0" rtlCol="0" anchor="ctr">
            <a:noAutofit/>
          </a:bodyPr>
          <a:lstStyle>
            <a:lvl1pPr marL="0" indent="0" algn="ctr">
              <a:buNone/>
              <a:defRPr lang="en-US" sz="1400" b="0" i="0" dirty="0">
                <a:latin typeface="Graphik" panose="020B0503030202060203" pitchFamily="34" charset="77"/>
              </a:defRPr>
            </a:lvl1pPr>
          </a:lstStyle>
          <a:p>
            <a:pPr lvl="0"/>
            <a:r>
              <a:rPr lang="en-GB"/>
              <a:t>Add profile photo</a:t>
            </a:r>
            <a:endParaRPr lang="en-US"/>
          </a:p>
        </p:txBody>
      </p:sp>
      <p:sp>
        <p:nvSpPr>
          <p:cNvPr id="9" name="Picture Placeholder 12">
            <a:extLst>
              <a:ext uri="{FF2B5EF4-FFF2-40B4-BE49-F238E27FC236}">
                <a16:creationId xmlns:a16="http://schemas.microsoft.com/office/drawing/2014/main" id="{4C9ABC01-5EC3-7241-7C4A-88F421331E70}"/>
              </a:ext>
            </a:extLst>
          </p:cNvPr>
          <p:cNvSpPr>
            <a:spLocks noGrp="1" noChangeAspect="1"/>
          </p:cNvSpPr>
          <p:nvPr>
            <p:ph type="pic" sz="quarter" idx="18" hasCustomPrompt="1"/>
          </p:nvPr>
        </p:nvSpPr>
        <p:spPr>
          <a:xfrm>
            <a:off x="9219600" y="2629388"/>
            <a:ext cx="1180800" cy="1180800"/>
          </a:xfrm>
          <a:prstGeom prst="rect">
            <a:avLst/>
          </a:prstGeom>
          <a:solidFill>
            <a:schemeClr val="bg1">
              <a:lumMod val="95000"/>
            </a:schemeClr>
          </a:solidFill>
        </p:spPr>
        <p:txBody>
          <a:bodyPr vert="horz" lIns="91440" tIns="0" rIns="0" bIns="0" rtlCol="0" anchor="ctr">
            <a:noAutofit/>
          </a:bodyPr>
          <a:lstStyle>
            <a:lvl1pPr marL="0" indent="0" algn="ctr">
              <a:buNone/>
              <a:defRPr lang="en-US" sz="1400" b="0" i="0" dirty="0">
                <a:latin typeface="Graphik" panose="020B0503030202060203" pitchFamily="34" charset="77"/>
              </a:defRPr>
            </a:lvl1pPr>
          </a:lstStyle>
          <a:p>
            <a:pPr lvl="0"/>
            <a:r>
              <a:rPr lang="en-GB"/>
              <a:t>Add profile photo</a:t>
            </a:r>
            <a:endParaRPr lang="en-US"/>
          </a:p>
        </p:txBody>
      </p:sp>
      <p:sp>
        <p:nvSpPr>
          <p:cNvPr id="28" name="Text Placeholder 3">
            <a:extLst>
              <a:ext uri="{FF2B5EF4-FFF2-40B4-BE49-F238E27FC236}">
                <a16:creationId xmlns:a16="http://schemas.microsoft.com/office/drawing/2014/main" id="{44690F9A-3FD8-58C2-C4B6-728AA0AC2DB6}"/>
              </a:ext>
            </a:extLst>
          </p:cNvPr>
          <p:cNvSpPr>
            <a:spLocks noGrp="1"/>
          </p:cNvSpPr>
          <p:nvPr>
            <p:ph type="body" sz="quarter" idx="38" hasCustomPrompt="1"/>
          </p:nvPr>
        </p:nvSpPr>
        <p:spPr>
          <a:xfrm>
            <a:off x="1420322"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bg2"/>
                </a:solidFill>
                <a:latin typeface="Graphik Semibold" panose="020B0503030202060203" pitchFamily="34" charset="77"/>
                <a:ea typeface="+mn-ea"/>
                <a:cs typeface="+mn-cs"/>
              </a:defRPr>
            </a:lvl1pPr>
            <a:lvl2pPr marL="0" indent="0">
              <a:spcAft>
                <a:spcPts val="800"/>
              </a:spcAft>
              <a:buNone/>
              <a:defRPr sz="1000" b="1" i="0">
                <a:solidFill>
                  <a:schemeClr val="bg2"/>
                </a:solidFill>
                <a:latin typeface="Graphik Semibold" panose="020B0503030202060203" pitchFamily="34" charset="77"/>
              </a:defRPr>
            </a:lvl2pPr>
            <a:lvl3pPr marL="0" indent="0">
              <a:spcAft>
                <a:spcPts val="267"/>
              </a:spcAft>
              <a:buNone/>
              <a:defRPr sz="1000" b="0" i="0">
                <a:latin typeface="Graphik" panose="020B0503030202060203" pitchFamily="34" charset="77"/>
              </a:defRPr>
            </a:lvl3pPr>
            <a:lvl4pPr marL="182875" indent="-182875">
              <a:spcAft>
                <a:spcPts val="267"/>
              </a:spcAft>
              <a:buFont typeface="Graphik" panose="020B0604020202020204" pitchFamily="34" charset="0"/>
              <a:buChar char="•"/>
              <a:defRPr sz="1000" b="0" i="0">
                <a:latin typeface="Graphik" panose="020B0503030202060203" pitchFamily="34" charset="77"/>
              </a:defRPr>
            </a:lvl4pPr>
            <a:lvl5pPr>
              <a:spcAft>
                <a:spcPts val="600"/>
              </a:spcAft>
              <a:defRPr sz="1600"/>
            </a:lvl5pPr>
          </a:lstStyle>
          <a:p>
            <a:pPr lvl="0"/>
            <a:r>
              <a:rPr lang="en-US"/>
              <a:t>First name</a:t>
            </a:r>
          </a:p>
          <a:p>
            <a:pPr lvl="1"/>
            <a:r>
              <a:rPr lang="en-US"/>
              <a:t>Surname or Role</a:t>
            </a:r>
          </a:p>
          <a:p>
            <a:pPr lvl="2"/>
            <a:r>
              <a:rPr lang="en-US"/>
              <a:t>Short bio</a:t>
            </a:r>
          </a:p>
          <a:p>
            <a:pPr lvl="3"/>
            <a:r>
              <a:rPr lang="en-US"/>
              <a:t>Bullet point</a:t>
            </a:r>
          </a:p>
        </p:txBody>
      </p:sp>
      <p:sp>
        <p:nvSpPr>
          <p:cNvPr id="30" name="Text Placeholder 4">
            <a:extLst>
              <a:ext uri="{FF2B5EF4-FFF2-40B4-BE49-F238E27FC236}">
                <a16:creationId xmlns:a16="http://schemas.microsoft.com/office/drawing/2014/main" id="{8B4CF385-9FC6-70A9-2E90-C43EAE77F58C}"/>
              </a:ext>
            </a:extLst>
          </p:cNvPr>
          <p:cNvSpPr>
            <a:spLocks noGrp="1"/>
          </p:cNvSpPr>
          <p:nvPr>
            <p:ph type="body" sz="quarter" idx="39" hasCustomPrompt="1"/>
          </p:nvPr>
        </p:nvSpPr>
        <p:spPr>
          <a:xfrm>
            <a:off x="2980178"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bg2"/>
                </a:solidFill>
                <a:latin typeface="Graphik Semibold" panose="020B0503030202060203" pitchFamily="34" charset="77"/>
                <a:ea typeface="+mn-ea"/>
                <a:cs typeface="+mn-cs"/>
              </a:defRPr>
            </a:lvl1pPr>
            <a:lvl2pPr marL="0" indent="0">
              <a:spcAft>
                <a:spcPts val="800"/>
              </a:spcAft>
              <a:buNone/>
              <a:defRPr lang="en-US" sz="1000" b="1" i="0" kern="1200">
                <a:solidFill>
                  <a:schemeClr val="bg2"/>
                </a:solidFill>
                <a:latin typeface="Graphik Semibold" panose="020B0503030202060203" pitchFamily="34" charset="77"/>
                <a:ea typeface="+mn-ea"/>
                <a:cs typeface="+mn-cs"/>
              </a:defRPr>
            </a:lvl2pPr>
            <a:lvl3pPr marL="0" indent="0">
              <a:spcAft>
                <a:spcPts val="267"/>
              </a:spcAft>
              <a:buNone/>
              <a:defRPr sz="1000" b="0" i="0">
                <a:latin typeface="Graphik" panose="020B0503030202060203" pitchFamily="34" charset="77"/>
              </a:defRPr>
            </a:lvl3pPr>
            <a:lvl4pPr marL="182875" indent="-182875">
              <a:spcAft>
                <a:spcPts val="267"/>
              </a:spcAft>
              <a:buFont typeface="Graphik" panose="020B0604020202020204" pitchFamily="34" charset="0"/>
              <a:buChar char="•"/>
              <a:defRPr sz="1000" b="0" i="0">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32" name="Text Placeholder 5">
            <a:extLst>
              <a:ext uri="{FF2B5EF4-FFF2-40B4-BE49-F238E27FC236}">
                <a16:creationId xmlns:a16="http://schemas.microsoft.com/office/drawing/2014/main" id="{A8CE1B5A-4E28-77C8-EB90-DDA864C98EE4}"/>
              </a:ext>
            </a:extLst>
          </p:cNvPr>
          <p:cNvSpPr>
            <a:spLocks noGrp="1"/>
          </p:cNvSpPr>
          <p:nvPr>
            <p:ph type="body" sz="quarter" idx="40" hasCustomPrompt="1"/>
          </p:nvPr>
        </p:nvSpPr>
        <p:spPr>
          <a:xfrm>
            <a:off x="4540034"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bg2"/>
                </a:solidFill>
                <a:latin typeface="Graphik Semibold" panose="020B0503030202060203" pitchFamily="34" charset="77"/>
                <a:ea typeface="+mn-ea"/>
                <a:cs typeface="+mn-cs"/>
              </a:defRPr>
            </a:lvl1pPr>
            <a:lvl2pPr marL="0" indent="0">
              <a:spcAft>
                <a:spcPts val="800"/>
              </a:spcAft>
              <a:buNone/>
              <a:defRPr lang="en-US" sz="1000" b="1" i="0" kern="1200">
                <a:solidFill>
                  <a:schemeClr val="bg2"/>
                </a:solidFill>
                <a:latin typeface="Graphik Semibold" panose="020B0503030202060203" pitchFamily="34" charset="77"/>
                <a:ea typeface="+mn-ea"/>
                <a:cs typeface="+mn-cs"/>
              </a:defRPr>
            </a:lvl2pPr>
            <a:lvl3pPr marL="0" indent="0">
              <a:spcAft>
                <a:spcPts val="267"/>
              </a:spcAft>
              <a:buNone/>
              <a:defRPr sz="1000" b="0" i="0">
                <a:latin typeface="Graphik" panose="020B0503030202060203" pitchFamily="34" charset="77"/>
              </a:defRPr>
            </a:lvl3pPr>
            <a:lvl4pPr marL="182875" indent="-182875">
              <a:spcAft>
                <a:spcPts val="267"/>
              </a:spcAft>
              <a:buFont typeface="Graphik" panose="020B0604020202020204" pitchFamily="34" charset="0"/>
              <a:buChar char="•"/>
              <a:defRPr sz="1000" b="0" i="0">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33" name="Text Placeholder 6">
            <a:extLst>
              <a:ext uri="{FF2B5EF4-FFF2-40B4-BE49-F238E27FC236}">
                <a16:creationId xmlns:a16="http://schemas.microsoft.com/office/drawing/2014/main" id="{D17BC01F-7509-B7D1-2FF2-419E3035A67D}"/>
              </a:ext>
            </a:extLst>
          </p:cNvPr>
          <p:cNvSpPr>
            <a:spLocks noGrp="1"/>
          </p:cNvSpPr>
          <p:nvPr>
            <p:ph type="body" sz="quarter" idx="41" hasCustomPrompt="1"/>
          </p:nvPr>
        </p:nvSpPr>
        <p:spPr>
          <a:xfrm>
            <a:off x="6099890"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bg2"/>
                </a:solidFill>
                <a:latin typeface="Graphik Semibold" panose="020B0503030202060203" pitchFamily="34" charset="77"/>
                <a:ea typeface="+mn-ea"/>
                <a:cs typeface="+mn-cs"/>
              </a:defRPr>
            </a:lvl1pPr>
            <a:lvl2pPr marL="0" indent="0">
              <a:spcAft>
                <a:spcPts val="800"/>
              </a:spcAft>
              <a:buNone/>
              <a:defRPr lang="en-US" sz="1000" b="1" i="0" kern="1200">
                <a:solidFill>
                  <a:schemeClr val="bg2"/>
                </a:solidFill>
                <a:latin typeface="Graphik Semibold" panose="020B0503030202060203" pitchFamily="34" charset="77"/>
                <a:ea typeface="+mn-ea"/>
                <a:cs typeface="+mn-cs"/>
              </a:defRPr>
            </a:lvl2pPr>
            <a:lvl3pPr marL="0" indent="0">
              <a:spcAft>
                <a:spcPts val="267"/>
              </a:spcAft>
              <a:buNone/>
              <a:defRPr sz="1000" b="0" i="0">
                <a:latin typeface="Graphik" panose="020B0503030202060203" pitchFamily="34" charset="77"/>
              </a:defRPr>
            </a:lvl3pPr>
            <a:lvl4pPr marL="182875" indent="-182875">
              <a:spcAft>
                <a:spcPts val="267"/>
              </a:spcAft>
              <a:buFont typeface="Graphik" panose="020B0604020202020204" pitchFamily="34" charset="0"/>
              <a:buChar char="•"/>
              <a:defRPr sz="1000" b="0" i="0">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34" name="Text Placeholder 7">
            <a:extLst>
              <a:ext uri="{FF2B5EF4-FFF2-40B4-BE49-F238E27FC236}">
                <a16:creationId xmlns:a16="http://schemas.microsoft.com/office/drawing/2014/main" id="{B5E87864-3492-16F6-7D53-F48ECFF71B6B}"/>
              </a:ext>
            </a:extLst>
          </p:cNvPr>
          <p:cNvSpPr>
            <a:spLocks noGrp="1"/>
          </p:cNvSpPr>
          <p:nvPr>
            <p:ph type="body" sz="quarter" idx="42" hasCustomPrompt="1"/>
          </p:nvPr>
        </p:nvSpPr>
        <p:spPr>
          <a:xfrm>
            <a:off x="7659746"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bg2"/>
                </a:solidFill>
                <a:latin typeface="Graphik Semibold" panose="020B0503030202060203" pitchFamily="34" charset="77"/>
                <a:ea typeface="+mn-ea"/>
                <a:cs typeface="+mn-cs"/>
              </a:defRPr>
            </a:lvl1pPr>
            <a:lvl2pPr marL="0" indent="0">
              <a:spcAft>
                <a:spcPts val="800"/>
              </a:spcAft>
              <a:buNone/>
              <a:defRPr lang="en-US" sz="1000" b="1" i="0" kern="1200">
                <a:solidFill>
                  <a:schemeClr val="bg2"/>
                </a:solidFill>
                <a:latin typeface="Graphik Semibold" panose="020B0503030202060203" pitchFamily="34" charset="77"/>
                <a:ea typeface="+mn-ea"/>
                <a:cs typeface="+mn-cs"/>
              </a:defRPr>
            </a:lvl2pPr>
            <a:lvl3pPr marL="0" indent="0">
              <a:spcAft>
                <a:spcPts val="267"/>
              </a:spcAft>
              <a:buNone/>
              <a:defRPr sz="1000" b="0" i="0">
                <a:latin typeface="Graphik" panose="020B0503030202060203" pitchFamily="34" charset="77"/>
              </a:defRPr>
            </a:lvl3pPr>
            <a:lvl4pPr marL="182875" indent="-182875">
              <a:spcAft>
                <a:spcPts val="267"/>
              </a:spcAft>
              <a:buFont typeface="Graphik" panose="020B0604020202020204" pitchFamily="34" charset="0"/>
              <a:buChar char="•"/>
              <a:defRPr sz="1000" b="0" i="0">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35" name="Text Placeholder 8">
            <a:extLst>
              <a:ext uri="{FF2B5EF4-FFF2-40B4-BE49-F238E27FC236}">
                <a16:creationId xmlns:a16="http://schemas.microsoft.com/office/drawing/2014/main" id="{0882B210-0FE9-9013-3A4F-EBDFFF0F91F2}"/>
              </a:ext>
            </a:extLst>
          </p:cNvPr>
          <p:cNvSpPr>
            <a:spLocks noGrp="1"/>
          </p:cNvSpPr>
          <p:nvPr>
            <p:ph type="body" sz="quarter" idx="43" hasCustomPrompt="1"/>
          </p:nvPr>
        </p:nvSpPr>
        <p:spPr>
          <a:xfrm>
            <a:off x="9219600"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bg2"/>
                </a:solidFill>
                <a:latin typeface="Graphik Semibold" panose="020B0503030202060203" pitchFamily="34" charset="77"/>
                <a:ea typeface="+mn-ea"/>
                <a:cs typeface="+mn-cs"/>
              </a:defRPr>
            </a:lvl1pPr>
            <a:lvl2pPr marL="0" indent="0">
              <a:spcAft>
                <a:spcPts val="800"/>
              </a:spcAft>
              <a:buNone/>
              <a:defRPr lang="en-US" sz="1000" b="1" i="0" kern="1200">
                <a:solidFill>
                  <a:schemeClr val="bg2"/>
                </a:solidFill>
                <a:latin typeface="Graphik Semibold" panose="020B0503030202060203" pitchFamily="34" charset="77"/>
                <a:ea typeface="+mn-ea"/>
                <a:cs typeface="+mn-cs"/>
              </a:defRPr>
            </a:lvl2pPr>
            <a:lvl3pPr marL="0" indent="0">
              <a:spcAft>
                <a:spcPts val="267"/>
              </a:spcAft>
              <a:buNone/>
              <a:defRPr sz="1000" b="0" i="0">
                <a:latin typeface="Graphik" panose="020B0503030202060203" pitchFamily="34" charset="77"/>
              </a:defRPr>
            </a:lvl3pPr>
            <a:lvl4pPr marL="182875" indent="-182875">
              <a:spcAft>
                <a:spcPts val="267"/>
              </a:spcAft>
              <a:buFont typeface="Graphik" panose="020B0604020202020204" pitchFamily="34" charset="0"/>
              <a:buChar char="•"/>
              <a:defRPr sz="1000" b="0" i="0">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11" name="Text Placeholder 3">
            <a:extLst>
              <a:ext uri="{FF2B5EF4-FFF2-40B4-BE49-F238E27FC236}">
                <a16:creationId xmlns:a16="http://schemas.microsoft.com/office/drawing/2014/main" id="{B67959CF-959A-6AC4-94D1-25F08AB1C4FC}"/>
              </a:ext>
            </a:extLst>
          </p:cNvPr>
          <p:cNvSpPr>
            <a:spLocks noGrp="1"/>
          </p:cNvSpPr>
          <p:nvPr>
            <p:ph type="body" sz="quarter" idx="26" hasCustomPrompt="1"/>
          </p:nvPr>
        </p:nvSpPr>
        <p:spPr>
          <a:xfrm>
            <a:off x="563411" y="1109663"/>
            <a:ext cx="11084671" cy="384048"/>
          </a:xfrm>
          <a:prstGeom prst="rect">
            <a:avLst/>
          </a:prstGeom>
        </p:spPr>
        <p:txBody>
          <a:bodyPr anchor="t"/>
          <a:lstStyle>
            <a:lvl1pPr marL="0" indent="0">
              <a:spcAft>
                <a:spcPts val="0"/>
              </a:spcAft>
              <a:buNone/>
              <a:defRPr sz="1800" b="0" i="0">
                <a:solidFill>
                  <a:schemeClr val="tx1"/>
                </a:solidFill>
                <a:latin typeface="Graphik" panose="020B0503030202060203" pitchFamily="34" charset="77"/>
              </a:defRPr>
            </a:lvl1pPr>
          </a:lstStyle>
          <a:p>
            <a:pPr lvl="0"/>
            <a:r>
              <a:rPr lang="en-GB"/>
              <a:t>Place subtitle here in </a:t>
            </a:r>
            <a:r>
              <a:rPr lang="en-GB" err="1"/>
              <a:t>Graphik</a:t>
            </a:r>
            <a:r>
              <a:rPr lang="en-GB"/>
              <a:t> regular</a:t>
            </a:r>
            <a:endParaRPr lang="en-US"/>
          </a:p>
        </p:txBody>
      </p:sp>
      <p:sp>
        <p:nvSpPr>
          <p:cNvPr id="12" name="Title 2">
            <a:extLst>
              <a:ext uri="{FF2B5EF4-FFF2-40B4-BE49-F238E27FC236}">
                <a16:creationId xmlns:a16="http://schemas.microsoft.com/office/drawing/2014/main" id="{BC12817E-BFFB-996F-0414-D71850F8BB8D}"/>
              </a:ext>
            </a:extLst>
          </p:cNvPr>
          <p:cNvSpPr>
            <a:spLocks noGrp="1"/>
          </p:cNvSpPr>
          <p:nvPr>
            <p:ph type="title"/>
          </p:nvPr>
        </p:nvSpPr>
        <p:spPr>
          <a:xfrm>
            <a:off x="556467" y="572600"/>
            <a:ext cx="11084671" cy="393954"/>
          </a:xfrm>
        </p:spPr>
        <p:txBody>
          <a:bodyPr/>
          <a:lstStyle/>
          <a:p>
            <a:r>
              <a:rPr lang="en-GB"/>
              <a:t>Click to edit Master title style</a:t>
            </a:r>
            <a:endParaRPr lang="en-US"/>
          </a:p>
        </p:txBody>
      </p:sp>
    </p:spTree>
    <p:extLst>
      <p:ext uri="{BB962C8B-B14F-4D97-AF65-F5344CB8AC3E}">
        <p14:creationId xmlns:p14="http://schemas.microsoft.com/office/powerpoint/2010/main" val="2083825050"/>
      </p:ext>
    </p:extLst>
  </p:cSld>
  <p:clrMapOvr>
    <a:masterClrMapping/>
  </p:clrMapOvr>
  <p:extLst>
    <p:ext uri="{DCECCB84-F9BA-43D5-87BE-67443E8EF086}">
      <p15:sldGuideLst xmlns:p15="http://schemas.microsoft.com/office/powerpoint/2012/main">
        <p15:guide id="1" orient="horz" pos="2777">
          <p15:clr>
            <a:srgbClr val="C35EA4"/>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Content: team 2 + purple">
    <p:bg>
      <p:bgPr>
        <a:solidFill>
          <a:schemeClr val="tx2"/>
        </a:solidFill>
        <a:effectLst/>
      </p:bgPr>
    </p:bg>
    <p:spTree>
      <p:nvGrpSpPr>
        <p:cNvPr id="1" name=""/>
        <p:cNvGrpSpPr/>
        <p:nvPr/>
      </p:nvGrpSpPr>
      <p:grpSpPr>
        <a:xfrm>
          <a:off x="0" y="0"/>
          <a:ext cx="0" cy="0"/>
          <a:chOff x="0" y="0"/>
          <a:chExt cx="0" cy="0"/>
        </a:xfrm>
      </p:grpSpPr>
      <p:sp>
        <p:nvSpPr>
          <p:cNvPr id="32" name="GTS_WH">
            <a:extLst>
              <a:ext uri="{FF2B5EF4-FFF2-40B4-BE49-F238E27FC236}">
                <a16:creationId xmlns:a16="http://schemas.microsoft.com/office/drawing/2014/main" id="{B49891DC-D80E-4D1B-961E-1B567E0E4535}"/>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
        <p:nvSpPr>
          <p:cNvPr id="49" name="Text Placeholder 3">
            <a:extLst>
              <a:ext uri="{FF2B5EF4-FFF2-40B4-BE49-F238E27FC236}">
                <a16:creationId xmlns:a16="http://schemas.microsoft.com/office/drawing/2014/main" id="{C79C29FA-AFA2-CB0C-7716-CE3754DCAD25}"/>
              </a:ext>
            </a:extLst>
          </p:cNvPr>
          <p:cNvSpPr>
            <a:spLocks noGrp="1"/>
          </p:cNvSpPr>
          <p:nvPr>
            <p:ph type="body" sz="quarter" idx="26" hasCustomPrompt="1"/>
          </p:nvPr>
        </p:nvSpPr>
        <p:spPr>
          <a:xfrm>
            <a:off x="563412" y="1109663"/>
            <a:ext cx="11084672" cy="384048"/>
          </a:xfrm>
          <a:prstGeom prst="rect">
            <a:avLst/>
          </a:prstGeom>
        </p:spPr>
        <p:txBody>
          <a:bodyPr anchor="t"/>
          <a:lstStyle>
            <a:lvl1pPr marL="0" indent="0">
              <a:spcAft>
                <a:spcPts val="0"/>
              </a:spcAft>
              <a:buNone/>
              <a:defRPr sz="1800" b="0" i="0">
                <a:solidFill>
                  <a:schemeClr val="tx1"/>
                </a:solidFill>
                <a:latin typeface="Graphik" panose="020B0503030202060203" pitchFamily="34" charset="77"/>
              </a:defRPr>
            </a:lvl1pPr>
          </a:lstStyle>
          <a:p>
            <a:pPr lvl="0"/>
            <a:r>
              <a:rPr lang="en-GB"/>
              <a:t>Place subtitle here in </a:t>
            </a:r>
            <a:r>
              <a:rPr lang="en-GB" err="1"/>
              <a:t>Graphik</a:t>
            </a:r>
            <a:r>
              <a:rPr lang="en-GB"/>
              <a:t> regular</a:t>
            </a:r>
            <a:endParaRPr lang="en-US"/>
          </a:p>
        </p:txBody>
      </p:sp>
      <p:sp>
        <p:nvSpPr>
          <p:cNvPr id="50" name="Title 2">
            <a:extLst>
              <a:ext uri="{FF2B5EF4-FFF2-40B4-BE49-F238E27FC236}">
                <a16:creationId xmlns:a16="http://schemas.microsoft.com/office/drawing/2014/main" id="{D9DE4A47-B387-28A0-0CCF-3D113159BC44}"/>
              </a:ext>
            </a:extLst>
          </p:cNvPr>
          <p:cNvSpPr>
            <a:spLocks noGrp="1"/>
          </p:cNvSpPr>
          <p:nvPr>
            <p:ph type="title"/>
          </p:nvPr>
        </p:nvSpPr>
        <p:spPr>
          <a:xfrm>
            <a:off x="556467" y="572600"/>
            <a:ext cx="11084672" cy="393954"/>
          </a:xfrm>
        </p:spPr>
        <p:txBody>
          <a:bodyPr/>
          <a:lstStyle/>
          <a:p>
            <a:r>
              <a:rPr lang="en-GB"/>
              <a:t>Click to edit Master title style</a:t>
            </a:r>
            <a:endParaRPr lang="en-US"/>
          </a:p>
        </p:txBody>
      </p:sp>
      <p:sp>
        <p:nvSpPr>
          <p:cNvPr id="63" name="Picture Placeholder 2">
            <a:extLst>
              <a:ext uri="{FF2B5EF4-FFF2-40B4-BE49-F238E27FC236}">
                <a16:creationId xmlns:a16="http://schemas.microsoft.com/office/drawing/2014/main" id="{B6B30F3E-6876-0883-BD26-A4FC5D74BFEB}"/>
              </a:ext>
            </a:extLst>
          </p:cNvPr>
          <p:cNvSpPr>
            <a:spLocks noGrp="1" noChangeAspect="1"/>
          </p:cNvSpPr>
          <p:nvPr>
            <p:ph type="pic" sz="quarter" idx="14" hasCustomPrompt="1"/>
          </p:nvPr>
        </p:nvSpPr>
        <p:spPr>
          <a:xfrm>
            <a:off x="1420322" y="2629388"/>
            <a:ext cx="1180800" cy="1180800"/>
          </a:xfrm>
          <a:prstGeom prst="rect">
            <a:avLst/>
          </a:prstGeom>
          <a:solidFill>
            <a:schemeClr val="tx1">
              <a:lumMod val="95000"/>
            </a:schemeClr>
          </a:solidFill>
        </p:spPr>
        <p:txBody>
          <a:bodyPr lIns="91440" tIns="0" anchor="ctr"/>
          <a:lstStyle>
            <a:lvl1pPr marL="0" indent="0" algn="ctr">
              <a:buNone/>
              <a:defRPr sz="1400" b="0" i="0">
                <a:solidFill>
                  <a:schemeClr val="bg1"/>
                </a:solidFill>
                <a:latin typeface="Graphik" panose="020B0503030202060203" pitchFamily="34" charset="77"/>
              </a:defRPr>
            </a:lvl1pPr>
          </a:lstStyle>
          <a:p>
            <a:r>
              <a:rPr lang="en-GB"/>
              <a:t>Add profile photo</a:t>
            </a:r>
            <a:endParaRPr lang="en-US"/>
          </a:p>
        </p:txBody>
      </p:sp>
      <p:sp>
        <p:nvSpPr>
          <p:cNvPr id="64" name="Picture Placeholder 4">
            <a:extLst>
              <a:ext uri="{FF2B5EF4-FFF2-40B4-BE49-F238E27FC236}">
                <a16:creationId xmlns:a16="http://schemas.microsoft.com/office/drawing/2014/main" id="{68CBCB53-EDC2-430A-6091-471E4A3C0E69}"/>
              </a:ext>
            </a:extLst>
          </p:cNvPr>
          <p:cNvSpPr>
            <a:spLocks noGrp="1" noChangeAspect="1"/>
          </p:cNvSpPr>
          <p:nvPr>
            <p:ph type="pic" sz="quarter" idx="15" hasCustomPrompt="1"/>
          </p:nvPr>
        </p:nvSpPr>
        <p:spPr>
          <a:xfrm>
            <a:off x="2980178" y="2629388"/>
            <a:ext cx="1180800" cy="1180800"/>
          </a:xfrm>
          <a:prstGeom prst="rect">
            <a:avLst/>
          </a:prstGeom>
          <a:solidFill>
            <a:schemeClr val="tx1">
              <a:lumMod val="95000"/>
            </a:schemeClr>
          </a:solidFill>
        </p:spPr>
        <p:txBody>
          <a:bodyPr vert="horz" lIns="91440" tIns="0" rIns="0" bIns="0" rtlCol="0" anchor="ctr">
            <a:noAutofit/>
          </a:bodyPr>
          <a:lstStyle>
            <a:lvl1pPr marL="0" indent="0" algn="ctr">
              <a:buNone/>
              <a:defRPr lang="en-US" sz="1400" b="0" i="0" dirty="0">
                <a:solidFill>
                  <a:schemeClr val="bg1"/>
                </a:solidFill>
                <a:latin typeface="Graphik" panose="020B0503030202060203" pitchFamily="34" charset="77"/>
              </a:defRPr>
            </a:lvl1pPr>
          </a:lstStyle>
          <a:p>
            <a:pPr lvl="0"/>
            <a:r>
              <a:rPr lang="en-GB"/>
              <a:t>Add profile photo</a:t>
            </a:r>
            <a:endParaRPr lang="en-US"/>
          </a:p>
        </p:txBody>
      </p:sp>
      <p:sp>
        <p:nvSpPr>
          <p:cNvPr id="65" name="Picture Placeholder 6">
            <a:extLst>
              <a:ext uri="{FF2B5EF4-FFF2-40B4-BE49-F238E27FC236}">
                <a16:creationId xmlns:a16="http://schemas.microsoft.com/office/drawing/2014/main" id="{637BE686-D971-81F4-FECC-526CEF4F381E}"/>
              </a:ext>
            </a:extLst>
          </p:cNvPr>
          <p:cNvSpPr>
            <a:spLocks noGrp="1" noChangeAspect="1"/>
          </p:cNvSpPr>
          <p:nvPr>
            <p:ph type="pic" sz="quarter" idx="16" hasCustomPrompt="1"/>
          </p:nvPr>
        </p:nvSpPr>
        <p:spPr>
          <a:xfrm>
            <a:off x="4540034" y="2629388"/>
            <a:ext cx="1180800" cy="1180800"/>
          </a:xfrm>
          <a:prstGeom prst="rect">
            <a:avLst/>
          </a:prstGeom>
          <a:solidFill>
            <a:schemeClr val="tx1">
              <a:lumMod val="95000"/>
            </a:schemeClr>
          </a:solidFill>
        </p:spPr>
        <p:txBody>
          <a:bodyPr vert="horz" lIns="91440" tIns="0" rIns="0" bIns="0" rtlCol="0" anchor="ctr">
            <a:noAutofit/>
          </a:bodyPr>
          <a:lstStyle>
            <a:lvl1pPr marL="0" indent="0" algn="ctr">
              <a:buNone/>
              <a:defRPr lang="en-US" sz="1400" b="0" i="0" dirty="0">
                <a:solidFill>
                  <a:schemeClr val="bg1"/>
                </a:solidFill>
                <a:latin typeface="Graphik" panose="020B0503030202060203" pitchFamily="34" charset="77"/>
              </a:defRPr>
            </a:lvl1pPr>
          </a:lstStyle>
          <a:p>
            <a:pPr lvl="0"/>
            <a:r>
              <a:rPr lang="en-GB"/>
              <a:t>Add profile photo</a:t>
            </a:r>
            <a:endParaRPr lang="en-US"/>
          </a:p>
        </p:txBody>
      </p:sp>
      <p:sp>
        <p:nvSpPr>
          <p:cNvPr id="66" name="Picture Placeholder 8">
            <a:extLst>
              <a:ext uri="{FF2B5EF4-FFF2-40B4-BE49-F238E27FC236}">
                <a16:creationId xmlns:a16="http://schemas.microsoft.com/office/drawing/2014/main" id="{BA07AFEE-DC74-E7A8-BDBA-BFFE9BF24CD9}"/>
              </a:ext>
            </a:extLst>
          </p:cNvPr>
          <p:cNvSpPr>
            <a:spLocks noGrp="1" noChangeAspect="1"/>
          </p:cNvSpPr>
          <p:nvPr>
            <p:ph type="pic" sz="quarter" idx="17" hasCustomPrompt="1"/>
          </p:nvPr>
        </p:nvSpPr>
        <p:spPr>
          <a:xfrm>
            <a:off x="6099890" y="2629388"/>
            <a:ext cx="1180800" cy="1180800"/>
          </a:xfrm>
          <a:prstGeom prst="rect">
            <a:avLst/>
          </a:prstGeom>
          <a:solidFill>
            <a:schemeClr val="tx1">
              <a:lumMod val="95000"/>
            </a:schemeClr>
          </a:solidFill>
        </p:spPr>
        <p:txBody>
          <a:bodyPr vert="horz" lIns="91440" tIns="0" rIns="0" bIns="0" rtlCol="0" anchor="ctr">
            <a:noAutofit/>
          </a:bodyPr>
          <a:lstStyle>
            <a:lvl1pPr marL="0" indent="0" algn="ctr">
              <a:buNone/>
              <a:defRPr lang="en-US" sz="1400" b="0" i="0" dirty="0">
                <a:solidFill>
                  <a:schemeClr val="bg1"/>
                </a:solidFill>
                <a:latin typeface="Graphik" panose="020B0503030202060203" pitchFamily="34" charset="77"/>
              </a:defRPr>
            </a:lvl1pPr>
          </a:lstStyle>
          <a:p>
            <a:pPr lvl="0"/>
            <a:r>
              <a:rPr lang="en-GB"/>
              <a:t>Add profile photo</a:t>
            </a:r>
            <a:endParaRPr lang="en-US"/>
          </a:p>
        </p:txBody>
      </p:sp>
      <p:sp>
        <p:nvSpPr>
          <p:cNvPr id="67" name="Picture Placeholder 10">
            <a:extLst>
              <a:ext uri="{FF2B5EF4-FFF2-40B4-BE49-F238E27FC236}">
                <a16:creationId xmlns:a16="http://schemas.microsoft.com/office/drawing/2014/main" id="{90E75D7F-D480-7A96-4F8E-3631E15DA2AD}"/>
              </a:ext>
            </a:extLst>
          </p:cNvPr>
          <p:cNvSpPr>
            <a:spLocks noGrp="1" noChangeAspect="1"/>
          </p:cNvSpPr>
          <p:nvPr>
            <p:ph type="pic" sz="quarter" idx="24" hasCustomPrompt="1"/>
          </p:nvPr>
        </p:nvSpPr>
        <p:spPr>
          <a:xfrm>
            <a:off x="7659746" y="2629388"/>
            <a:ext cx="1180800" cy="1180800"/>
          </a:xfrm>
          <a:prstGeom prst="rect">
            <a:avLst/>
          </a:prstGeom>
          <a:solidFill>
            <a:schemeClr val="tx1">
              <a:lumMod val="95000"/>
            </a:schemeClr>
          </a:solidFill>
        </p:spPr>
        <p:txBody>
          <a:bodyPr vert="horz" lIns="91440" tIns="0" rIns="0" bIns="0" rtlCol="0" anchor="ctr">
            <a:noAutofit/>
          </a:bodyPr>
          <a:lstStyle>
            <a:lvl1pPr marL="0" indent="0" algn="ctr">
              <a:buNone/>
              <a:defRPr lang="en-US" sz="1400" b="0" i="0" dirty="0">
                <a:solidFill>
                  <a:schemeClr val="bg1"/>
                </a:solidFill>
                <a:latin typeface="Graphik" panose="020B0503030202060203" pitchFamily="34" charset="77"/>
              </a:defRPr>
            </a:lvl1pPr>
          </a:lstStyle>
          <a:p>
            <a:pPr lvl="0"/>
            <a:r>
              <a:rPr lang="en-GB"/>
              <a:t>Add profile photo</a:t>
            </a:r>
            <a:endParaRPr lang="en-US"/>
          </a:p>
        </p:txBody>
      </p:sp>
      <p:sp>
        <p:nvSpPr>
          <p:cNvPr id="68" name="Picture Placeholder 12">
            <a:extLst>
              <a:ext uri="{FF2B5EF4-FFF2-40B4-BE49-F238E27FC236}">
                <a16:creationId xmlns:a16="http://schemas.microsoft.com/office/drawing/2014/main" id="{183F93F6-A09B-A2EF-64C2-4902846E2410}"/>
              </a:ext>
            </a:extLst>
          </p:cNvPr>
          <p:cNvSpPr>
            <a:spLocks noGrp="1" noChangeAspect="1"/>
          </p:cNvSpPr>
          <p:nvPr>
            <p:ph type="pic" sz="quarter" idx="18" hasCustomPrompt="1"/>
          </p:nvPr>
        </p:nvSpPr>
        <p:spPr>
          <a:xfrm>
            <a:off x="9219600" y="2629388"/>
            <a:ext cx="1180800" cy="1180800"/>
          </a:xfrm>
          <a:prstGeom prst="rect">
            <a:avLst/>
          </a:prstGeom>
          <a:solidFill>
            <a:schemeClr val="tx1">
              <a:lumMod val="95000"/>
            </a:schemeClr>
          </a:solidFill>
        </p:spPr>
        <p:txBody>
          <a:bodyPr vert="horz" lIns="91440" tIns="0" rIns="0" bIns="0" rtlCol="0" anchor="ctr">
            <a:noAutofit/>
          </a:bodyPr>
          <a:lstStyle>
            <a:lvl1pPr marL="0" indent="0" algn="ctr">
              <a:buNone/>
              <a:defRPr lang="en-US" sz="1400" b="0" i="0" dirty="0">
                <a:solidFill>
                  <a:schemeClr val="bg1"/>
                </a:solidFill>
                <a:latin typeface="Graphik" panose="020B0503030202060203" pitchFamily="34" charset="77"/>
              </a:defRPr>
            </a:lvl1pPr>
          </a:lstStyle>
          <a:p>
            <a:pPr lvl="0"/>
            <a:r>
              <a:rPr lang="en-GB"/>
              <a:t>Add profile photo</a:t>
            </a:r>
            <a:endParaRPr lang="en-US"/>
          </a:p>
        </p:txBody>
      </p:sp>
      <p:sp>
        <p:nvSpPr>
          <p:cNvPr id="69" name="Text Placeholder 3">
            <a:extLst>
              <a:ext uri="{FF2B5EF4-FFF2-40B4-BE49-F238E27FC236}">
                <a16:creationId xmlns:a16="http://schemas.microsoft.com/office/drawing/2014/main" id="{678182CD-97A5-B632-A606-E290F2E8F003}"/>
              </a:ext>
            </a:extLst>
          </p:cNvPr>
          <p:cNvSpPr>
            <a:spLocks noGrp="1"/>
          </p:cNvSpPr>
          <p:nvPr>
            <p:ph type="body" sz="quarter" idx="38" hasCustomPrompt="1"/>
          </p:nvPr>
        </p:nvSpPr>
        <p:spPr>
          <a:xfrm>
            <a:off x="1420322"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tx1"/>
                </a:solidFill>
                <a:latin typeface="Graphik Semibold" panose="020B0503030202060203" pitchFamily="34" charset="77"/>
                <a:ea typeface="+mn-ea"/>
                <a:cs typeface="+mn-cs"/>
              </a:defRPr>
            </a:lvl1pPr>
            <a:lvl2pPr marL="0" indent="0">
              <a:spcAft>
                <a:spcPts val="800"/>
              </a:spcAft>
              <a:buNone/>
              <a:defRPr sz="1000" b="1" i="0">
                <a:solidFill>
                  <a:schemeClr val="tx1"/>
                </a:solidFill>
                <a:latin typeface="Graphik Semibold" panose="020B0503030202060203" pitchFamily="34" charset="77"/>
              </a:defRPr>
            </a:lvl2pPr>
            <a:lvl3pPr marL="0" indent="0">
              <a:spcAft>
                <a:spcPts val="267"/>
              </a:spcAft>
              <a:buNone/>
              <a:defRPr sz="10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000" b="0" i="0">
                <a:solidFill>
                  <a:schemeClr val="tx1"/>
                </a:solidFill>
                <a:latin typeface="Graphik" panose="020B0503030202060203" pitchFamily="34" charset="77"/>
              </a:defRPr>
            </a:lvl4pPr>
            <a:lvl5pPr>
              <a:spcAft>
                <a:spcPts val="600"/>
              </a:spcAft>
              <a:defRPr sz="1600"/>
            </a:lvl5pPr>
          </a:lstStyle>
          <a:p>
            <a:pPr lvl="0"/>
            <a:r>
              <a:rPr lang="en-US"/>
              <a:t>First name</a:t>
            </a:r>
          </a:p>
          <a:p>
            <a:pPr lvl="1"/>
            <a:r>
              <a:rPr lang="en-US"/>
              <a:t>Surname or Role</a:t>
            </a:r>
          </a:p>
          <a:p>
            <a:pPr lvl="2"/>
            <a:r>
              <a:rPr lang="en-US"/>
              <a:t>Short bio</a:t>
            </a:r>
          </a:p>
          <a:p>
            <a:pPr lvl="3"/>
            <a:r>
              <a:rPr lang="en-US"/>
              <a:t>Bullet point</a:t>
            </a:r>
          </a:p>
        </p:txBody>
      </p:sp>
      <p:sp>
        <p:nvSpPr>
          <p:cNvPr id="70" name="Text Placeholder 4">
            <a:extLst>
              <a:ext uri="{FF2B5EF4-FFF2-40B4-BE49-F238E27FC236}">
                <a16:creationId xmlns:a16="http://schemas.microsoft.com/office/drawing/2014/main" id="{BC20362B-D8E4-FBCA-BA42-83663531AA4B}"/>
              </a:ext>
            </a:extLst>
          </p:cNvPr>
          <p:cNvSpPr>
            <a:spLocks noGrp="1"/>
          </p:cNvSpPr>
          <p:nvPr>
            <p:ph type="body" sz="quarter" idx="39" hasCustomPrompt="1"/>
          </p:nvPr>
        </p:nvSpPr>
        <p:spPr>
          <a:xfrm>
            <a:off x="2980178"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tx1"/>
                </a:solidFill>
                <a:latin typeface="Graphik Semibold" panose="020B0503030202060203" pitchFamily="34" charset="77"/>
                <a:ea typeface="+mn-ea"/>
                <a:cs typeface="+mn-cs"/>
              </a:defRPr>
            </a:lvl1pPr>
            <a:lvl2pPr marL="0" indent="0">
              <a:spcAft>
                <a:spcPts val="800"/>
              </a:spcAft>
              <a:buNone/>
              <a:defRPr lang="en-US" sz="1000" b="1" i="0" kern="1200">
                <a:solidFill>
                  <a:schemeClr val="tx1"/>
                </a:solidFill>
                <a:latin typeface="Graphik Semibold" panose="020B0503030202060203" pitchFamily="34" charset="77"/>
                <a:ea typeface="+mn-ea"/>
                <a:cs typeface="+mn-cs"/>
              </a:defRPr>
            </a:lvl2pPr>
            <a:lvl3pPr marL="0" indent="0">
              <a:spcAft>
                <a:spcPts val="267"/>
              </a:spcAft>
              <a:buNone/>
              <a:defRPr sz="10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0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71" name="Text Placeholder 5">
            <a:extLst>
              <a:ext uri="{FF2B5EF4-FFF2-40B4-BE49-F238E27FC236}">
                <a16:creationId xmlns:a16="http://schemas.microsoft.com/office/drawing/2014/main" id="{27B74B01-5E96-C593-2AE8-1AC067D6CF5C}"/>
              </a:ext>
            </a:extLst>
          </p:cNvPr>
          <p:cNvSpPr>
            <a:spLocks noGrp="1"/>
          </p:cNvSpPr>
          <p:nvPr>
            <p:ph type="body" sz="quarter" idx="40" hasCustomPrompt="1"/>
          </p:nvPr>
        </p:nvSpPr>
        <p:spPr>
          <a:xfrm>
            <a:off x="4540034"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tx1"/>
                </a:solidFill>
                <a:latin typeface="Graphik Semibold" panose="020B0503030202060203" pitchFamily="34" charset="77"/>
                <a:ea typeface="+mn-ea"/>
                <a:cs typeface="+mn-cs"/>
              </a:defRPr>
            </a:lvl1pPr>
            <a:lvl2pPr marL="0" indent="0">
              <a:spcAft>
                <a:spcPts val="800"/>
              </a:spcAft>
              <a:buNone/>
              <a:defRPr lang="en-US" sz="1000" b="1" i="0" kern="1200">
                <a:solidFill>
                  <a:schemeClr val="tx1"/>
                </a:solidFill>
                <a:latin typeface="Graphik Semibold" panose="020B0503030202060203" pitchFamily="34" charset="77"/>
                <a:ea typeface="+mn-ea"/>
                <a:cs typeface="+mn-cs"/>
              </a:defRPr>
            </a:lvl2pPr>
            <a:lvl3pPr marL="0" indent="0">
              <a:spcAft>
                <a:spcPts val="267"/>
              </a:spcAft>
              <a:buNone/>
              <a:defRPr sz="10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0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72" name="Text Placeholder 6">
            <a:extLst>
              <a:ext uri="{FF2B5EF4-FFF2-40B4-BE49-F238E27FC236}">
                <a16:creationId xmlns:a16="http://schemas.microsoft.com/office/drawing/2014/main" id="{77DA96FA-342F-3709-1656-B7FC6C905DFA}"/>
              </a:ext>
            </a:extLst>
          </p:cNvPr>
          <p:cNvSpPr>
            <a:spLocks noGrp="1"/>
          </p:cNvSpPr>
          <p:nvPr>
            <p:ph type="body" sz="quarter" idx="41" hasCustomPrompt="1"/>
          </p:nvPr>
        </p:nvSpPr>
        <p:spPr>
          <a:xfrm>
            <a:off x="6099890"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tx1"/>
                </a:solidFill>
                <a:latin typeface="Graphik Semibold" panose="020B0503030202060203" pitchFamily="34" charset="77"/>
                <a:ea typeface="+mn-ea"/>
                <a:cs typeface="+mn-cs"/>
              </a:defRPr>
            </a:lvl1pPr>
            <a:lvl2pPr marL="0" indent="0">
              <a:spcAft>
                <a:spcPts val="800"/>
              </a:spcAft>
              <a:buNone/>
              <a:defRPr lang="en-US" sz="1000" b="1" i="0" kern="1200">
                <a:solidFill>
                  <a:schemeClr val="tx1"/>
                </a:solidFill>
                <a:latin typeface="Graphik Semibold" panose="020B0503030202060203" pitchFamily="34" charset="77"/>
                <a:ea typeface="+mn-ea"/>
                <a:cs typeface="+mn-cs"/>
              </a:defRPr>
            </a:lvl2pPr>
            <a:lvl3pPr marL="0" indent="0">
              <a:spcAft>
                <a:spcPts val="267"/>
              </a:spcAft>
              <a:buNone/>
              <a:defRPr sz="10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0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73" name="Text Placeholder 7">
            <a:extLst>
              <a:ext uri="{FF2B5EF4-FFF2-40B4-BE49-F238E27FC236}">
                <a16:creationId xmlns:a16="http://schemas.microsoft.com/office/drawing/2014/main" id="{DED6B8B6-1CF0-A57B-C39A-E87D9D3570EB}"/>
              </a:ext>
            </a:extLst>
          </p:cNvPr>
          <p:cNvSpPr>
            <a:spLocks noGrp="1"/>
          </p:cNvSpPr>
          <p:nvPr>
            <p:ph type="body" sz="quarter" idx="42" hasCustomPrompt="1"/>
          </p:nvPr>
        </p:nvSpPr>
        <p:spPr>
          <a:xfrm>
            <a:off x="7659746"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tx1"/>
                </a:solidFill>
                <a:latin typeface="Graphik Semibold" panose="020B0503030202060203" pitchFamily="34" charset="77"/>
                <a:ea typeface="+mn-ea"/>
                <a:cs typeface="+mn-cs"/>
              </a:defRPr>
            </a:lvl1pPr>
            <a:lvl2pPr marL="0" indent="0">
              <a:spcAft>
                <a:spcPts val="800"/>
              </a:spcAft>
              <a:buNone/>
              <a:defRPr lang="en-US" sz="1000" b="1" i="0" kern="1200">
                <a:solidFill>
                  <a:schemeClr val="tx1"/>
                </a:solidFill>
                <a:latin typeface="Graphik Semibold" panose="020B0503030202060203" pitchFamily="34" charset="77"/>
                <a:ea typeface="+mn-ea"/>
                <a:cs typeface="+mn-cs"/>
              </a:defRPr>
            </a:lvl2pPr>
            <a:lvl3pPr marL="0" indent="0">
              <a:spcAft>
                <a:spcPts val="267"/>
              </a:spcAft>
              <a:buNone/>
              <a:defRPr sz="10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0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74" name="Text Placeholder 8">
            <a:extLst>
              <a:ext uri="{FF2B5EF4-FFF2-40B4-BE49-F238E27FC236}">
                <a16:creationId xmlns:a16="http://schemas.microsoft.com/office/drawing/2014/main" id="{0A4ACC4B-F1AD-98A5-3F4F-0528E81C50E6}"/>
              </a:ext>
            </a:extLst>
          </p:cNvPr>
          <p:cNvSpPr>
            <a:spLocks noGrp="1"/>
          </p:cNvSpPr>
          <p:nvPr>
            <p:ph type="body" sz="quarter" idx="43" hasCustomPrompt="1"/>
          </p:nvPr>
        </p:nvSpPr>
        <p:spPr>
          <a:xfrm>
            <a:off x="9219600"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tx1"/>
                </a:solidFill>
                <a:latin typeface="Graphik Semibold" panose="020B0503030202060203" pitchFamily="34" charset="77"/>
                <a:ea typeface="+mn-ea"/>
                <a:cs typeface="+mn-cs"/>
              </a:defRPr>
            </a:lvl1pPr>
            <a:lvl2pPr marL="0" indent="0">
              <a:spcAft>
                <a:spcPts val="800"/>
              </a:spcAft>
              <a:buNone/>
              <a:defRPr lang="en-US" sz="1000" b="1" i="0" kern="1200">
                <a:solidFill>
                  <a:schemeClr val="tx1"/>
                </a:solidFill>
                <a:latin typeface="Graphik Semibold" panose="020B0503030202060203" pitchFamily="34" charset="77"/>
                <a:ea typeface="+mn-ea"/>
                <a:cs typeface="+mn-cs"/>
              </a:defRPr>
            </a:lvl2pPr>
            <a:lvl3pPr marL="0" indent="0">
              <a:spcAft>
                <a:spcPts val="267"/>
              </a:spcAft>
              <a:buNone/>
              <a:defRPr sz="10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0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Tree>
    <p:extLst>
      <p:ext uri="{BB962C8B-B14F-4D97-AF65-F5344CB8AC3E}">
        <p14:creationId xmlns:p14="http://schemas.microsoft.com/office/powerpoint/2010/main" val="10351126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777">
          <p15:clr>
            <a:srgbClr val="C35EA4"/>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Content: team 2 + dark mode">
    <p:bg>
      <p:bgRef idx="1001">
        <a:schemeClr val="bg1"/>
      </p:bgRef>
    </p:bg>
    <p:spTree>
      <p:nvGrpSpPr>
        <p:cNvPr id="1" name=""/>
        <p:cNvGrpSpPr/>
        <p:nvPr/>
      </p:nvGrpSpPr>
      <p:grpSpPr>
        <a:xfrm>
          <a:off x="0" y="0"/>
          <a:ext cx="0" cy="0"/>
          <a:chOff x="0" y="0"/>
          <a:chExt cx="0" cy="0"/>
        </a:xfrm>
      </p:grpSpPr>
      <p:sp>
        <p:nvSpPr>
          <p:cNvPr id="48" name="Title 2">
            <a:extLst>
              <a:ext uri="{FF2B5EF4-FFF2-40B4-BE49-F238E27FC236}">
                <a16:creationId xmlns:a16="http://schemas.microsoft.com/office/drawing/2014/main" id="{EE96B902-DA40-F453-88BF-C5A865B07A86}"/>
              </a:ext>
            </a:extLst>
          </p:cNvPr>
          <p:cNvSpPr>
            <a:spLocks noGrp="1"/>
          </p:cNvSpPr>
          <p:nvPr>
            <p:ph type="title"/>
          </p:nvPr>
        </p:nvSpPr>
        <p:spPr>
          <a:xfrm>
            <a:off x="556467" y="572600"/>
            <a:ext cx="11084672" cy="393954"/>
          </a:xfrm>
        </p:spPr>
        <p:txBody>
          <a:bodyPr/>
          <a:lstStyle/>
          <a:p>
            <a:r>
              <a:rPr lang="en-GB"/>
              <a:t>Click to edit Master title style</a:t>
            </a:r>
            <a:endParaRPr lang="en-US"/>
          </a:p>
        </p:txBody>
      </p:sp>
      <p:sp>
        <p:nvSpPr>
          <p:cNvPr id="47" name="Text Placeholder 3">
            <a:extLst>
              <a:ext uri="{FF2B5EF4-FFF2-40B4-BE49-F238E27FC236}">
                <a16:creationId xmlns:a16="http://schemas.microsoft.com/office/drawing/2014/main" id="{BAE735C4-1315-5604-E715-00812A74737C}"/>
              </a:ext>
            </a:extLst>
          </p:cNvPr>
          <p:cNvSpPr>
            <a:spLocks noGrp="1"/>
          </p:cNvSpPr>
          <p:nvPr>
            <p:ph type="body" sz="quarter" idx="26" hasCustomPrompt="1"/>
          </p:nvPr>
        </p:nvSpPr>
        <p:spPr>
          <a:xfrm>
            <a:off x="563411" y="1109663"/>
            <a:ext cx="11084673" cy="384048"/>
          </a:xfrm>
          <a:prstGeom prst="rect">
            <a:avLst/>
          </a:prstGeom>
        </p:spPr>
        <p:txBody>
          <a:bodyPr anchor="t"/>
          <a:lstStyle>
            <a:lvl1pPr marL="0" indent="0">
              <a:spcAft>
                <a:spcPts val="0"/>
              </a:spcAft>
              <a:buNone/>
              <a:defRPr sz="1800" b="0" i="0">
                <a:solidFill>
                  <a:schemeClr val="tx1"/>
                </a:solidFill>
                <a:latin typeface="Graphik" panose="020B0503030202060203" pitchFamily="34" charset="77"/>
              </a:defRPr>
            </a:lvl1pPr>
          </a:lstStyle>
          <a:p>
            <a:pPr lvl="0"/>
            <a:r>
              <a:rPr lang="en-GB"/>
              <a:t>Place subtitle here in </a:t>
            </a:r>
            <a:r>
              <a:rPr lang="en-GB" err="1"/>
              <a:t>Graphik</a:t>
            </a:r>
            <a:r>
              <a:rPr lang="en-GB"/>
              <a:t> regular</a:t>
            </a:r>
            <a:endParaRPr lang="en-US"/>
          </a:p>
        </p:txBody>
      </p:sp>
      <p:sp>
        <p:nvSpPr>
          <p:cNvPr id="61" name="Picture Placeholder 2">
            <a:extLst>
              <a:ext uri="{FF2B5EF4-FFF2-40B4-BE49-F238E27FC236}">
                <a16:creationId xmlns:a16="http://schemas.microsoft.com/office/drawing/2014/main" id="{F0E9B0EE-00BA-77AC-391E-0B1F0E1E8A9C}"/>
              </a:ext>
            </a:extLst>
          </p:cNvPr>
          <p:cNvSpPr>
            <a:spLocks noGrp="1" noChangeAspect="1"/>
          </p:cNvSpPr>
          <p:nvPr>
            <p:ph type="pic" sz="quarter" idx="14" hasCustomPrompt="1"/>
          </p:nvPr>
        </p:nvSpPr>
        <p:spPr>
          <a:xfrm>
            <a:off x="1420322" y="2629388"/>
            <a:ext cx="1180800" cy="1180800"/>
          </a:xfrm>
          <a:prstGeom prst="rect">
            <a:avLst/>
          </a:prstGeom>
          <a:solidFill>
            <a:schemeClr val="tx1">
              <a:lumMod val="95000"/>
            </a:schemeClr>
          </a:solidFill>
        </p:spPr>
        <p:txBody>
          <a:bodyPr lIns="91440" tIns="0" anchor="ctr"/>
          <a:lstStyle>
            <a:lvl1pPr marL="0" indent="0" algn="ctr">
              <a:buNone/>
              <a:defRPr sz="1400" b="0" i="0">
                <a:solidFill>
                  <a:schemeClr val="bg1"/>
                </a:solidFill>
                <a:latin typeface="Graphik" panose="020B0503030202060203" pitchFamily="34" charset="77"/>
              </a:defRPr>
            </a:lvl1pPr>
          </a:lstStyle>
          <a:p>
            <a:r>
              <a:rPr lang="en-GB"/>
              <a:t>Add profile photo</a:t>
            </a:r>
            <a:endParaRPr lang="en-US"/>
          </a:p>
        </p:txBody>
      </p:sp>
      <p:sp>
        <p:nvSpPr>
          <p:cNvPr id="62" name="Picture Placeholder 4">
            <a:extLst>
              <a:ext uri="{FF2B5EF4-FFF2-40B4-BE49-F238E27FC236}">
                <a16:creationId xmlns:a16="http://schemas.microsoft.com/office/drawing/2014/main" id="{8A6DE4FC-AD43-5522-F3DC-8CCFCDC5C1AC}"/>
              </a:ext>
            </a:extLst>
          </p:cNvPr>
          <p:cNvSpPr>
            <a:spLocks noGrp="1" noChangeAspect="1"/>
          </p:cNvSpPr>
          <p:nvPr>
            <p:ph type="pic" sz="quarter" idx="15" hasCustomPrompt="1"/>
          </p:nvPr>
        </p:nvSpPr>
        <p:spPr>
          <a:xfrm>
            <a:off x="2980178" y="2629388"/>
            <a:ext cx="1180800" cy="1180800"/>
          </a:xfrm>
          <a:prstGeom prst="rect">
            <a:avLst/>
          </a:prstGeom>
          <a:solidFill>
            <a:schemeClr val="tx1">
              <a:lumMod val="95000"/>
            </a:schemeClr>
          </a:solidFill>
        </p:spPr>
        <p:txBody>
          <a:bodyPr vert="horz" lIns="91440" tIns="0" rIns="0" bIns="0" rtlCol="0" anchor="ctr">
            <a:noAutofit/>
          </a:bodyPr>
          <a:lstStyle>
            <a:lvl1pPr marL="0" indent="0" algn="ctr">
              <a:buNone/>
              <a:defRPr lang="en-US" sz="1400" b="0" i="0" dirty="0">
                <a:solidFill>
                  <a:schemeClr val="bg1"/>
                </a:solidFill>
                <a:latin typeface="Graphik" panose="020B0503030202060203" pitchFamily="34" charset="77"/>
              </a:defRPr>
            </a:lvl1pPr>
          </a:lstStyle>
          <a:p>
            <a:pPr lvl="0"/>
            <a:r>
              <a:rPr lang="en-GB"/>
              <a:t>Add profile photo</a:t>
            </a:r>
            <a:endParaRPr lang="en-US"/>
          </a:p>
        </p:txBody>
      </p:sp>
      <p:sp>
        <p:nvSpPr>
          <p:cNvPr id="63" name="Picture Placeholder 6">
            <a:extLst>
              <a:ext uri="{FF2B5EF4-FFF2-40B4-BE49-F238E27FC236}">
                <a16:creationId xmlns:a16="http://schemas.microsoft.com/office/drawing/2014/main" id="{1BD069D5-BE5E-6066-FCA3-0DF229CA234F}"/>
              </a:ext>
            </a:extLst>
          </p:cNvPr>
          <p:cNvSpPr>
            <a:spLocks noGrp="1" noChangeAspect="1"/>
          </p:cNvSpPr>
          <p:nvPr>
            <p:ph type="pic" sz="quarter" idx="16" hasCustomPrompt="1"/>
          </p:nvPr>
        </p:nvSpPr>
        <p:spPr>
          <a:xfrm>
            <a:off x="4540034" y="2629388"/>
            <a:ext cx="1180800" cy="1180800"/>
          </a:xfrm>
          <a:prstGeom prst="rect">
            <a:avLst/>
          </a:prstGeom>
          <a:solidFill>
            <a:schemeClr val="tx1">
              <a:lumMod val="95000"/>
            </a:schemeClr>
          </a:solidFill>
        </p:spPr>
        <p:txBody>
          <a:bodyPr vert="horz" lIns="91440" tIns="0" rIns="0" bIns="0" rtlCol="0" anchor="ctr">
            <a:noAutofit/>
          </a:bodyPr>
          <a:lstStyle>
            <a:lvl1pPr marL="0" indent="0" algn="ctr">
              <a:buNone/>
              <a:defRPr lang="en-US" sz="1400" b="0" i="0" dirty="0">
                <a:solidFill>
                  <a:schemeClr val="bg1"/>
                </a:solidFill>
                <a:latin typeface="Graphik" panose="020B0503030202060203" pitchFamily="34" charset="77"/>
              </a:defRPr>
            </a:lvl1pPr>
          </a:lstStyle>
          <a:p>
            <a:pPr lvl="0"/>
            <a:r>
              <a:rPr lang="en-GB"/>
              <a:t>Add profile photo</a:t>
            </a:r>
            <a:endParaRPr lang="en-US"/>
          </a:p>
        </p:txBody>
      </p:sp>
      <p:sp>
        <p:nvSpPr>
          <p:cNvPr id="64" name="Picture Placeholder 8">
            <a:extLst>
              <a:ext uri="{FF2B5EF4-FFF2-40B4-BE49-F238E27FC236}">
                <a16:creationId xmlns:a16="http://schemas.microsoft.com/office/drawing/2014/main" id="{9411D50B-1629-1008-57E7-75FEA9042E4C}"/>
              </a:ext>
            </a:extLst>
          </p:cNvPr>
          <p:cNvSpPr>
            <a:spLocks noGrp="1" noChangeAspect="1"/>
          </p:cNvSpPr>
          <p:nvPr>
            <p:ph type="pic" sz="quarter" idx="17" hasCustomPrompt="1"/>
          </p:nvPr>
        </p:nvSpPr>
        <p:spPr>
          <a:xfrm>
            <a:off x="6099890" y="2629388"/>
            <a:ext cx="1180800" cy="1180800"/>
          </a:xfrm>
          <a:prstGeom prst="rect">
            <a:avLst/>
          </a:prstGeom>
          <a:solidFill>
            <a:schemeClr val="tx1">
              <a:lumMod val="95000"/>
            </a:schemeClr>
          </a:solidFill>
        </p:spPr>
        <p:txBody>
          <a:bodyPr vert="horz" lIns="91440" tIns="0" rIns="0" bIns="0" rtlCol="0" anchor="ctr">
            <a:noAutofit/>
          </a:bodyPr>
          <a:lstStyle>
            <a:lvl1pPr marL="0" indent="0" algn="ctr">
              <a:buNone/>
              <a:defRPr lang="en-US" sz="1400" b="0" i="0" dirty="0">
                <a:solidFill>
                  <a:schemeClr val="bg1"/>
                </a:solidFill>
                <a:latin typeface="Graphik" panose="020B0503030202060203" pitchFamily="34" charset="77"/>
              </a:defRPr>
            </a:lvl1pPr>
          </a:lstStyle>
          <a:p>
            <a:pPr lvl="0"/>
            <a:r>
              <a:rPr lang="en-GB"/>
              <a:t>Add profile photo</a:t>
            </a:r>
            <a:endParaRPr lang="en-US"/>
          </a:p>
        </p:txBody>
      </p:sp>
      <p:sp>
        <p:nvSpPr>
          <p:cNvPr id="65" name="Picture Placeholder 10">
            <a:extLst>
              <a:ext uri="{FF2B5EF4-FFF2-40B4-BE49-F238E27FC236}">
                <a16:creationId xmlns:a16="http://schemas.microsoft.com/office/drawing/2014/main" id="{ADF38582-16D1-8220-29AD-F720575DB7C5}"/>
              </a:ext>
            </a:extLst>
          </p:cNvPr>
          <p:cNvSpPr>
            <a:spLocks noGrp="1" noChangeAspect="1"/>
          </p:cNvSpPr>
          <p:nvPr>
            <p:ph type="pic" sz="quarter" idx="24" hasCustomPrompt="1"/>
          </p:nvPr>
        </p:nvSpPr>
        <p:spPr>
          <a:xfrm>
            <a:off x="7659746" y="2629388"/>
            <a:ext cx="1180800" cy="1180800"/>
          </a:xfrm>
          <a:prstGeom prst="rect">
            <a:avLst/>
          </a:prstGeom>
          <a:solidFill>
            <a:schemeClr val="tx1">
              <a:lumMod val="95000"/>
            </a:schemeClr>
          </a:solidFill>
        </p:spPr>
        <p:txBody>
          <a:bodyPr vert="horz" lIns="91440" tIns="0" rIns="0" bIns="0" rtlCol="0" anchor="ctr">
            <a:noAutofit/>
          </a:bodyPr>
          <a:lstStyle>
            <a:lvl1pPr marL="0" indent="0" algn="ctr">
              <a:buNone/>
              <a:defRPr lang="en-US" sz="1400" b="0" i="0" dirty="0">
                <a:solidFill>
                  <a:schemeClr val="bg1"/>
                </a:solidFill>
                <a:latin typeface="Graphik" panose="020B0503030202060203" pitchFamily="34" charset="77"/>
              </a:defRPr>
            </a:lvl1pPr>
          </a:lstStyle>
          <a:p>
            <a:pPr lvl="0"/>
            <a:r>
              <a:rPr lang="en-GB"/>
              <a:t>Add profile photo</a:t>
            </a:r>
            <a:endParaRPr lang="en-US"/>
          </a:p>
        </p:txBody>
      </p:sp>
      <p:sp>
        <p:nvSpPr>
          <p:cNvPr id="66" name="Picture Placeholder 12">
            <a:extLst>
              <a:ext uri="{FF2B5EF4-FFF2-40B4-BE49-F238E27FC236}">
                <a16:creationId xmlns:a16="http://schemas.microsoft.com/office/drawing/2014/main" id="{97C37837-0060-AD69-31D2-1F8111CE8665}"/>
              </a:ext>
            </a:extLst>
          </p:cNvPr>
          <p:cNvSpPr>
            <a:spLocks noGrp="1" noChangeAspect="1"/>
          </p:cNvSpPr>
          <p:nvPr>
            <p:ph type="pic" sz="quarter" idx="18" hasCustomPrompt="1"/>
          </p:nvPr>
        </p:nvSpPr>
        <p:spPr>
          <a:xfrm>
            <a:off x="9219600" y="2629388"/>
            <a:ext cx="1180800" cy="1180800"/>
          </a:xfrm>
          <a:prstGeom prst="rect">
            <a:avLst/>
          </a:prstGeom>
          <a:solidFill>
            <a:schemeClr val="tx1">
              <a:lumMod val="95000"/>
            </a:schemeClr>
          </a:solidFill>
        </p:spPr>
        <p:txBody>
          <a:bodyPr vert="horz" lIns="91440" tIns="0" rIns="0" bIns="0" rtlCol="0" anchor="ctr">
            <a:noAutofit/>
          </a:bodyPr>
          <a:lstStyle>
            <a:lvl1pPr marL="0" indent="0" algn="ctr">
              <a:buNone/>
              <a:defRPr lang="en-US" sz="1400" b="0" i="0" dirty="0">
                <a:solidFill>
                  <a:schemeClr val="bg1"/>
                </a:solidFill>
                <a:latin typeface="Graphik" panose="020B0503030202060203" pitchFamily="34" charset="77"/>
              </a:defRPr>
            </a:lvl1pPr>
          </a:lstStyle>
          <a:p>
            <a:pPr lvl="0"/>
            <a:r>
              <a:rPr lang="en-GB"/>
              <a:t>Add profile photo</a:t>
            </a:r>
            <a:endParaRPr lang="en-US"/>
          </a:p>
        </p:txBody>
      </p:sp>
      <p:sp>
        <p:nvSpPr>
          <p:cNvPr id="67" name="Text Placeholder 3">
            <a:extLst>
              <a:ext uri="{FF2B5EF4-FFF2-40B4-BE49-F238E27FC236}">
                <a16:creationId xmlns:a16="http://schemas.microsoft.com/office/drawing/2014/main" id="{E38C952C-69EF-B109-2D9A-0E1226273D9A}"/>
              </a:ext>
            </a:extLst>
          </p:cNvPr>
          <p:cNvSpPr>
            <a:spLocks noGrp="1"/>
          </p:cNvSpPr>
          <p:nvPr>
            <p:ph type="body" sz="quarter" idx="38" hasCustomPrompt="1"/>
          </p:nvPr>
        </p:nvSpPr>
        <p:spPr>
          <a:xfrm>
            <a:off x="1420322"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accent2"/>
                </a:solidFill>
                <a:latin typeface="Graphik Semibold" panose="020B0503030202060203" pitchFamily="34" charset="77"/>
                <a:ea typeface="+mn-ea"/>
                <a:cs typeface="+mn-cs"/>
              </a:defRPr>
            </a:lvl1pPr>
            <a:lvl2pPr marL="0" indent="0">
              <a:spcAft>
                <a:spcPts val="800"/>
              </a:spcAft>
              <a:buNone/>
              <a:defRPr sz="1000" b="1" i="0">
                <a:solidFill>
                  <a:schemeClr val="accent2"/>
                </a:solidFill>
                <a:latin typeface="Graphik Semibold" panose="020B0503030202060203" pitchFamily="34" charset="77"/>
              </a:defRPr>
            </a:lvl2pPr>
            <a:lvl3pPr marL="0" indent="0">
              <a:spcAft>
                <a:spcPts val="267"/>
              </a:spcAft>
              <a:buNone/>
              <a:defRPr sz="10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000" b="0" i="0">
                <a:solidFill>
                  <a:schemeClr val="tx1"/>
                </a:solidFill>
                <a:latin typeface="Graphik" panose="020B0503030202060203" pitchFamily="34" charset="77"/>
              </a:defRPr>
            </a:lvl4pPr>
            <a:lvl5pPr>
              <a:spcAft>
                <a:spcPts val="600"/>
              </a:spcAft>
              <a:defRPr sz="1600"/>
            </a:lvl5pPr>
          </a:lstStyle>
          <a:p>
            <a:pPr lvl="0"/>
            <a:r>
              <a:rPr lang="en-US"/>
              <a:t>First name</a:t>
            </a:r>
          </a:p>
          <a:p>
            <a:pPr lvl="1"/>
            <a:r>
              <a:rPr lang="en-US"/>
              <a:t>Surname or Role</a:t>
            </a:r>
          </a:p>
          <a:p>
            <a:pPr lvl="2"/>
            <a:r>
              <a:rPr lang="en-US"/>
              <a:t>Short bio</a:t>
            </a:r>
          </a:p>
          <a:p>
            <a:pPr lvl="3"/>
            <a:r>
              <a:rPr lang="en-US"/>
              <a:t>Bullet point</a:t>
            </a:r>
          </a:p>
        </p:txBody>
      </p:sp>
      <p:sp>
        <p:nvSpPr>
          <p:cNvPr id="68" name="Text Placeholder 4">
            <a:extLst>
              <a:ext uri="{FF2B5EF4-FFF2-40B4-BE49-F238E27FC236}">
                <a16:creationId xmlns:a16="http://schemas.microsoft.com/office/drawing/2014/main" id="{DE8A2EE3-FD03-89B1-82A0-A678E022E3DD}"/>
              </a:ext>
            </a:extLst>
          </p:cNvPr>
          <p:cNvSpPr>
            <a:spLocks noGrp="1"/>
          </p:cNvSpPr>
          <p:nvPr>
            <p:ph type="body" sz="quarter" idx="39" hasCustomPrompt="1"/>
          </p:nvPr>
        </p:nvSpPr>
        <p:spPr>
          <a:xfrm>
            <a:off x="2980178"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accent2"/>
                </a:solidFill>
                <a:latin typeface="Graphik Semibold" panose="020B0503030202060203" pitchFamily="34" charset="77"/>
                <a:ea typeface="+mn-ea"/>
                <a:cs typeface="+mn-cs"/>
              </a:defRPr>
            </a:lvl1pPr>
            <a:lvl2pPr marL="0" indent="0">
              <a:spcAft>
                <a:spcPts val="800"/>
              </a:spcAft>
              <a:buNone/>
              <a:defRPr lang="en-US" sz="1000" b="1" i="0" kern="1200">
                <a:solidFill>
                  <a:schemeClr val="accent2"/>
                </a:solidFill>
                <a:latin typeface="Graphik Semibold" panose="020B0503030202060203" pitchFamily="34" charset="77"/>
                <a:ea typeface="+mn-ea"/>
                <a:cs typeface="+mn-cs"/>
              </a:defRPr>
            </a:lvl2pPr>
            <a:lvl3pPr marL="0" indent="0">
              <a:spcAft>
                <a:spcPts val="267"/>
              </a:spcAft>
              <a:buNone/>
              <a:defRPr sz="10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0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69" name="Text Placeholder 5">
            <a:extLst>
              <a:ext uri="{FF2B5EF4-FFF2-40B4-BE49-F238E27FC236}">
                <a16:creationId xmlns:a16="http://schemas.microsoft.com/office/drawing/2014/main" id="{F179A0E0-1EF9-E854-A005-C3FFC783DADA}"/>
              </a:ext>
            </a:extLst>
          </p:cNvPr>
          <p:cNvSpPr>
            <a:spLocks noGrp="1"/>
          </p:cNvSpPr>
          <p:nvPr>
            <p:ph type="body" sz="quarter" idx="40" hasCustomPrompt="1"/>
          </p:nvPr>
        </p:nvSpPr>
        <p:spPr>
          <a:xfrm>
            <a:off x="4540034"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accent2"/>
                </a:solidFill>
                <a:latin typeface="Graphik Semibold" panose="020B0503030202060203" pitchFamily="34" charset="77"/>
                <a:ea typeface="+mn-ea"/>
                <a:cs typeface="+mn-cs"/>
              </a:defRPr>
            </a:lvl1pPr>
            <a:lvl2pPr marL="0" indent="0">
              <a:spcAft>
                <a:spcPts val="800"/>
              </a:spcAft>
              <a:buNone/>
              <a:defRPr lang="en-US" sz="1000" b="1" i="0" kern="1200">
                <a:solidFill>
                  <a:schemeClr val="accent2"/>
                </a:solidFill>
                <a:latin typeface="Graphik Semibold" panose="020B0503030202060203" pitchFamily="34" charset="77"/>
                <a:ea typeface="+mn-ea"/>
                <a:cs typeface="+mn-cs"/>
              </a:defRPr>
            </a:lvl2pPr>
            <a:lvl3pPr marL="0" indent="0">
              <a:spcAft>
                <a:spcPts val="267"/>
              </a:spcAft>
              <a:buNone/>
              <a:defRPr sz="10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0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70" name="Text Placeholder 6">
            <a:extLst>
              <a:ext uri="{FF2B5EF4-FFF2-40B4-BE49-F238E27FC236}">
                <a16:creationId xmlns:a16="http://schemas.microsoft.com/office/drawing/2014/main" id="{98575771-F64F-E2C2-0963-4F7DA15F5336}"/>
              </a:ext>
            </a:extLst>
          </p:cNvPr>
          <p:cNvSpPr>
            <a:spLocks noGrp="1"/>
          </p:cNvSpPr>
          <p:nvPr>
            <p:ph type="body" sz="quarter" idx="41" hasCustomPrompt="1"/>
          </p:nvPr>
        </p:nvSpPr>
        <p:spPr>
          <a:xfrm>
            <a:off x="6099890"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accent2"/>
                </a:solidFill>
                <a:latin typeface="Graphik Semibold" panose="020B0503030202060203" pitchFamily="34" charset="77"/>
                <a:ea typeface="+mn-ea"/>
                <a:cs typeface="+mn-cs"/>
              </a:defRPr>
            </a:lvl1pPr>
            <a:lvl2pPr marL="0" indent="0">
              <a:spcAft>
                <a:spcPts val="800"/>
              </a:spcAft>
              <a:buNone/>
              <a:defRPr lang="en-US" sz="1000" b="1" i="0" kern="1200">
                <a:solidFill>
                  <a:schemeClr val="accent2"/>
                </a:solidFill>
                <a:latin typeface="Graphik Semibold" panose="020B0503030202060203" pitchFamily="34" charset="77"/>
                <a:ea typeface="+mn-ea"/>
                <a:cs typeface="+mn-cs"/>
              </a:defRPr>
            </a:lvl2pPr>
            <a:lvl3pPr marL="0" indent="0">
              <a:spcAft>
                <a:spcPts val="267"/>
              </a:spcAft>
              <a:buNone/>
              <a:defRPr sz="10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0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71" name="Text Placeholder 7">
            <a:extLst>
              <a:ext uri="{FF2B5EF4-FFF2-40B4-BE49-F238E27FC236}">
                <a16:creationId xmlns:a16="http://schemas.microsoft.com/office/drawing/2014/main" id="{6067F82A-448D-AF56-DCF9-8FC95A5EA87D}"/>
              </a:ext>
            </a:extLst>
          </p:cNvPr>
          <p:cNvSpPr>
            <a:spLocks noGrp="1"/>
          </p:cNvSpPr>
          <p:nvPr>
            <p:ph type="body" sz="quarter" idx="42" hasCustomPrompt="1"/>
          </p:nvPr>
        </p:nvSpPr>
        <p:spPr>
          <a:xfrm>
            <a:off x="7659746"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accent2"/>
                </a:solidFill>
                <a:latin typeface="Graphik Semibold" panose="020B0503030202060203" pitchFamily="34" charset="77"/>
                <a:ea typeface="+mn-ea"/>
                <a:cs typeface="+mn-cs"/>
              </a:defRPr>
            </a:lvl1pPr>
            <a:lvl2pPr marL="0" indent="0">
              <a:spcAft>
                <a:spcPts val="800"/>
              </a:spcAft>
              <a:buNone/>
              <a:defRPr lang="en-US" sz="1000" b="1" i="0" kern="1200">
                <a:solidFill>
                  <a:schemeClr val="accent2"/>
                </a:solidFill>
                <a:latin typeface="Graphik Semibold" panose="020B0503030202060203" pitchFamily="34" charset="77"/>
                <a:ea typeface="+mn-ea"/>
                <a:cs typeface="+mn-cs"/>
              </a:defRPr>
            </a:lvl2pPr>
            <a:lvl3pPr marL="0" indent="0">
              <a:spcAft>
                <a:spcPts val="267"/>
              </a:spcAft>
              <a:buNone/>
              <a:defRPr sz="10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0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72" name="Text Placeholder 8">
            <a:extLst>
              <a:ext uri="{FF2B5EF4-FFF2-40B4-BE49-F238E27FC236}">
                <a16:creationId xmlns:a16="http://schemas.microsoft.com/office/drawing/2014/main" id="{C90D0832-8997-2CF3-4C1C-76EC7DBBE377}"/>
              </a:ext>
            </a:extLst>
          </p:cNvPr>
          <p:cNvSpPr>
            <a:spLocks noGrp="1"/>
          </p:cNvSpPr>
          <p:nvPr>
            <p:ph type="body" sz="quarter" idx="43" hasCustomPrompt="1"/>
          </p:nvPr>
        </p:nvSpPr>
        <p:spPr>
          <a:xfrm>
            <a:off x="9219600"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accent2"/>
                </a:solidFill>
                <a:latin typeface="Graphik Semibold" panose="020B0503030202060203" pitchFamily="34" charset="77"/>
                <a:ea typeface="+mn-ea"/>
                <a:cs typeface="+mn-cs"/>
              </a:defRPr>
            </a:lvl1pPr>
            <a:lvl2pPr marL="0" indent="0">
              <a:spcAft>
                <a:spcPts val="800"/>
              </a:spcAft>
              <a:buNone/>
              <a:defRPr lang="en-US" sz="1000" b="1" i="0" kern="1200">
                <a:solidFill>
                  <a:schemeClr val="accent2"/>
                </a:solidFill>
                <a:latin typeface="Graphik Semibold" panose="020B0503030202060203" pitchFamily="34" charset="77"/>
                <a:ea typeface="+mn-ea"/>
                <a:cs typeface="+mn-cs"/>
              </a:defRPr>
            </a:lvl2pPr>
            <a:lvl3pPr marL="0" indent="0">
              <a:spcAft>
                <a:spcPts val="267"/>
              </a:spcAft>
              <a:buNone/>
              <a:defRPr sz="10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0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32" name="GTS_WH">
            <a:extLst>
              <a:ext uri="{FF2B5EF4-FFF2-40B4-BE49-F238E27FC236}">
                <a16:creationId xmlns:a16="http://schemas.microsoft.com/office/drawing/2014/main" id="{B49891DC-D80E-4D1B-961E-1B567E0E4535}"/>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Tree>
    <p:extLst>
      <p:ext uri="{BB962C8B-B14F-4D97-AF65-F5344CB8AC3E}">
        <p14:creationId xmlns:p14="http://schemas.microsoft.com/office/powerpoint/2010/main" val="147818241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777">
          <p15:clr>
            <a:srgbClr val="C35EA4"/>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userDrawn="1">
  <p:cSld name="Content: team + column Content: team + column light mode">
    <p:spTree>
      <p:nvGrpSpPr>
        <p:cNvPr id="1" name=""/>
        <p:cNvGrpSpPr/>
        <p:nvPr/>
      </p:nvGrpSpPr>
      <p:grpSpPr>
        <a:xfrm>
          <a:off x="0" y="0"/>
          <a:ext cx="0" cy="0"/>
          <a:chOff x="0" y="0"/>
          <a:chExt cx="0" cy="0"/>
        </a:xfrm>
      </p:grpSpPr>
      <p:sp>
        <p:nvSpPr>
          <p:cNvPr id="4" name="Text Placeholder 2">
            <a:extLst>
              <a:ext uri="{FF2B5EF4-FFF2-40B4-BE49-F238E27FC236}">
                <a16:creationId xmlns:a16="http://schemas.microsoft.com/office/drawing/2014/main" id="{76371931-42F0-694A-9918-74F36725749C}"/>
              </a:ext>
            </a:extLst>
          </p:cNvPr>
          <p:cNvSpPr>
            <a:spLocks noGrp="1"/>
          </p:cNvSpPr>
          <p:nvPr>
            <p:ph type="body" sz="quarter" idx="42" hasCustomPrompt="1"/>
          </p:nvPr>
        </p:nvSpPr>
        <p:spPr>
          <a:xfrm>
            <a:off x="563409" y="1355292"/>
            <a:ext cx="3540355" cy="4757969"/>
          </a:xfrm>
          <a:prstGeom prst="rect">
            <a:avLst/>
          </a:prstGeom>
        </p:spPr>
        <p:txBody>
          <a:bodyPr/>
          <a:lstStyle>
            <a:lvl1pPr marL="0" indent="0">
              <a:buNone/>
              <a:defRPr sz="2000" b="0" i="0">
                <a:latin typeface="Graphik" panose="020B0503030202060203" pitchFamily="34" charset="77"/>
              </a:defRPr>
            </a:lvl1pPr>
            <a:lvl2pPr>
              <a:defRPr sz="1600" b="0" i="0">
                <a:latin typeface="Graphik" panose="020B0503030202060203" pitchFamily="34" charset="77"/>
              </a:defRPr>
            </a:lvl2pPr>
            <a:lvl3pPr>
              <a:defRPr sz="1600" b="0" i="0">
                <a:latin typeface="Graphik" panose="020B0503030202060203" pitchFamily="34" charset="77"/>
              </a:defRPr>
            </a:lvl3pPr>
            <a:lvl4pPr>
              <a:defRPr sz="1400" b="0" i="0">
                <a:latin typeface="Graphik" panose="020B0503030202060203" pitchFamily="34" charset="77"/>
              </a:defRPr>
            </a:lvl4pPr>
            <a:lvl5pPr>
              <a:defRPr sz="1400" b="0" i="0">
                <a:latin typeface="Graphik" panose="020B0503030202060203" pitchFamily="34" charset="77"/>
              </a:defRPr>
            </a:lvl5pPr>
          </a:lstStyle>
          <a:p>
            <a:pPr lvl="0"/>
            <a:r>
              <a:rPr lang="en-US"/>
              <a:t>Place sub-headline </a:t>
            </a:r>
            <a:r>
              <a:rPr lang="en-GB"/>
              <a:t>here in </a:t>
            </a:r>
            <a:r>
              <a:rPr lang="en-GB" err="1"/>
              <a:t>Graphik</a:t>
            </a:r>
            <a:r>
              <a:rPr lang="en-US"/>
              <a:t>, indent for other levels</a:t>
            </a:r>
          </a:p>
          <a:p>
            <a:pPr lvl="1"/>
            <a:r>
              <a:rPr lang="en-US"/>
              <a:t>Second level</a:t>
            </a:r>
          </a:p>
          <a:p>
            <a:pPr lvl="2"/>
            <a:r>
              <a:rPr lang="en-US"/>
              <a:t>Third level bullet</a:t>
            </a:r>
          </a:p>
          <a:p>
            <a:pPr lvl="3"/>
            <a:r>
              <a:rPr lang="en-US"/>
              <a:t>Fourth level bullet</a:t>
            </a:r>
          </a:p>
          <a:p>
            <a:pPr lvl="4"/>
            <a:r>
              <a:rPr lang="en-US"/>
              <a:t>Fifth level bullet</a:t>
            </a:r>
          </a:p>
        </p:txBody>
      </p:sp>
      <p:sp>
        <p:nvSpPr>
          <p:cNvPr id="10" name="Picture Placeholder 6">
            <a:extLst>
              <a:ext uri="{FF2B5EF4-FFF2-40B4-BE49-F238E27FC236}">
                <a16:creationId xmlns:a16="http://schemas.microsoft.com/office/drawing/2014/main" id="{67B8B3ED-3C30-8209-EC37-30BECCCAC6DF}"/>
              </a:ext>
            </a:extLst>
          </p:cNvPr>
          <p:cNvSpPr>
            <a:spLocks noGrp="1" noChangeAspect="1"/>
          </p:cNvSpPr>
          <p:nvPr>
            <p:ph type="pic" sz="quarter" idx="16" hasCustomPrompt="1"/>
          </p:nvPr>
        </p:nvSpPr>
        <p:spPr>
          <a:xfrm>
            <a:off x="4750100" y="1355292"/>
            <a:ext cx="1180800" cy="1180800"/>
          </a:xfrm>
          <a:prstGeom prst="rect">
            <a:avLst/>
          </a:prstGeom>
          <a:solidFill>
            <a:schemeClr val="bg1">
              <a:lumMod val="95000"/>
            </a:schemeClr>
          </a:solidFill>
        </p:spPr>
        <p:txBody>
          <a:bodyPr vert="horz" lIns="0" tIns="0" rIns="0" bIns="0" rtlCol="0" anchor="ctr">
            <a:noAutofit/>
          </a:bodyPr>
          <a:lstStyle>
            <a:lvl1pPr marL="0" indent="0" algn="ctr">
              <a:buNone/>
              <a:defRPr lang="en-US" sz="1400" b="0" i="0" dirty="0">
                <a:solidFill>
                  <a:schemeClr val="tx1"/>
                </a:solidFill>
                <a:latin typeface="Graphik" panose="020B0503030202060203" pitchFamily="34" charset="77"/>
              </a:defRPr>
            </a:lvl1pPr>
          </a:lstStyle>
          <a:p>
            <a:pPr lvl="0"/>
            <a:r>
              <a:rPr lang="en-GB"/>
              <a:t>Add profile photo</a:t>
            </a:r>
            <a:endParaRPr lang="en-US"/>
          </a:p>
        </p:txBody>
      </p:sp>
      <p:sp>
        <p:nvSpPr>
          <p:cNvPr id="11" name="Picture Placeholder 8">
            <a:extLst>
              <a:ext uri="{FF2B5EF4-FFF2-40B4-BE49-F238E27FC236}">
                <a16:creationId xmlns:a16="http://schemas.microsoft.com/office/drawing/2014/main" id="{DC7F0577-7039-34CE-9E81-1E1B5179E19A}"/>
              </a:ext>
            </a:extLst>
          </p:cNvPr>
          <p:cNvSpPr>
            <a:spLocks noGrp="1" noChangeAspect="1"/>
          </p:cNvSpPr>
          <p:nvPr>
            <p:ph type="pic" sz="quarter" idx="17" hasCustomPrompt="1"/>
          </p:nvPr>
        </p:nvSpPr>
        <p:spPr>
          <a:xfrm>
            <a:off x="6532027" y="1355292"/>
            <a:ext cx="1180800" cy="1180800"/>
          </a:xfrm>
          <a:prstGeom prst="rect">
            <a:avLst/>
          </a:prstGeom>
          <a:solidFill>
            <a:schemeClr val="bg1">
              <a:lumMod val="95000"/>
            </a:schemeClr>
          </a:solidFill>
        </p:spPr>
        <p:txBody>
          <a:bodyPr vert="horz" lIns="0" tIns="0" rIns="0" bIns="0" rtlCol="0" anchor="ctr">
            <a:noAutofit/>
          </a:bodyPr>
          <a:lstStyle>
            <a:lvl1pPr marL="0" indent="0" algn="ctr">
              <a:buNone/>
              <a:defRPr lang="en-US" sz="1400" b="0" i="0" dirty="0">
                <a:solidFill>
                  <a:schemeClr val="tx1"/>
                </a:solidFill>
                <a:latin typeface="Graphik" panose="020B0503030202060203" pitchFamily="34" charset="77"/>
              </a:defRPr>
            </a:lvl1pPr>
          </a:lstStyle>
          <a:p>
            <a:pPr lvl="0"/>
            <a:r>
              <a:rPr lang="en-GB"/>
              <a:t>Add profile photo</a:t>
            </a:r>
            <a:endParaRPr lang="en-US"/>
          </a:p>
        </p:txBody>
      </p:sp>
      <p:sp>
        <p:nvSpPr>
          <p:cNvPr id="12" name="Picture Placeholder 10">
            <a:extLst>
              <a:ext uri="{FF2B5EF4-FFF2-40B4-BE49-F238E27FC236}">
                <a16:creationId xmlns:a16="http://schemas.microsoft.com/office/drawing/2014/main" id="{389183D5-43A1-CED9-DE7A-152AD40F1DB9}"/>
              </a:ext>
            </a:extLst>
          </p:cNvPr>
          <p:cNvSpPr>
            <a:spLocks noGrp="1" noChangeAspect="1"/>
          </p:cNvSpPr>
          <p:nvPr>
            <p:ph type="pic" sz="quarter" idx="24" hasCustomPrompt="1"/>
          </p:nvPr>
        </p:nvSpPr>
        <p:spPr>
          <a:xfrm>
            <a:off x="8313954" y="1355292"/>
            <a:ext cx="1180800" cy="1180800"/>
          </a:xfrm>
          <a:prstGeom prst="rect">
            <a:avLst/>
          </a:prstGeom>
          <a:solidFill>
            <a:schemeClr val="bg1">
              <a:lumMod val="95000"/>
            </a:schemeClr>
          </a:solidFill>
        </p:spPr>
        <p:txBody>
          <a:bodyPr vert="horz" lIns="0" tIns="0" rIns="0" bIns="0" rtlCol="0" anchor="ctr">
            <a:noAutofit/>
          </a:bodyPr>
          <a:lstStyle>
            <a:lvl1pPr marL="0" indent="0" algn="ctr">
              <a:buNone/>
              <a:defRPr lang="en-US" sz="1400" b="0" i="0" dirty="0">
                <a:solidFill>
                  <a:schemeClr val="tx1"/>
                </a:solidFill>
                <a:latin typeface="Graphik" panose="020B0503030202060203" pitchFamily="34" charset="77"/>
              </a:defRPr>
            </a:lvl1pPr>
          </a:lstStyle>
          <a:p>
            <a:pPr lvl="0"/>
            <a:r>
              <a:rPr lang="en-GB"/>
              <a:t>Add profile photo</a:t>
            </a:r>
            <a:endParaRPr lang="en-US"/>
          </a:p>
        </p:txBody>
      </p:sp>
      <p:sp>
        <p:nvSpPr>
          <p:cNvPr id="15" name="Picture Placeholder 12">
            <a:extLst>
              <a:ext uri="{FF2B5EF4-FFF2-40B4-BE49-F238E27FC236}">
                <a16:creationId xmlns:a16="http://schemas.microsoft.com/office/drawing/2014/main" id="{5DC001A2-2BC9-E92E-1900-07D1D55C8448}"/>
              </a:ext>
            </a:extLst>
          </p:cNvPr>
          <p:cNvSpPr>
            <a:spLocks noGrp="1" noChangeAspect="1"/>
          </p:cNvSpPr>
          <p:nvPr>
            <p:ph type="pic" sz="quarter" idx="18" hasCustomPrompt="1"/>
          </p:nvPr>
        </p:nvSpPr>
        <p:spPr>
          <a:xfrm>
            <a:off x="10095882" y="1355292"/>
            <a:ext cx="1180800" cy="1180800"/>
          </a:xfrm>
          <a:prstGeom prst="rect">
            <a:avLst/>
          </a:prstGeom>
          <a:solidFill>
            <a:schemeClr val="bg1">
              <a:lumMod val="95000"/>
            </a:schemeClr>
          </a:solidFill>
        </p:spPr>
        <p:txBody>
          <a:bodyPr vert="horz" lIns="0" tIns="0" rIns="0" bIns="0" rtlCol="0" anchor="ctr">
            <a:noAutofit/>
          </a:bodyPr>
          <a:lstStyle>
            <a:lvl1pPr marL="0" indent="0" algn="ctr">
              <a:buNone/>
              <a:defRPr lang="en-US" sz="1400" b="0" i="0" dirty="0">
                <a:solidFill>
                  <a:schemeClr val="tx1"/>
                </a:solidFill>
                <a:latin typeface="Graphik" panose="020B0503030202060203" pitchFamily="34" charset="77"/>
              </a:defRPr>
            </a:lvl1pPr>
          </a:lstStyle>
          <a:p>
            <a:pPr lvl="0"/>
            <a:r>
              <a:rPr lang="en-GB"/>
              <a:t>Add profile photo</a:t>
            </a:r>
            <a:endParaRPr lang="en-US"/>
          </a:p>
        </p:txBody>
      </p:sp>
      <p:sp>
        <p:nvSpPr>
          <p:cNvPr id="16" name="Text Placeholder 5">
            <a:extLst>
              <a:ext uri="{FF2B5EF4-FFF2-40B4-BE49-F238E27FC236}">
                <a16:creationId xmlns:a16="http://schemas.microsoft.com/office/drawing/2014/main" id="{0D6DEAA1-1809-9174-41B2-A167C7EF0B6D}"/>
              </a:ext>
            </a:extLst>
          </p:cNvPr>
          <p:cNvSpPr>
            <a:spLocks noGrp="1"/>
          </p:cNvSpPr>
          <p:nvPr>
            <p:ph type="body" sz="quarter" idx="40" hasCustomPrompt="1"/>
          </p:nvPr>
        </p:nvSpPr>
        <p:spPr>
          <a:xfrm>
            <a:off x="4751160" y="2693227"/>
            <a:ext cx="1384618" cy="601303"/>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bg2"/>
                </a:solidFill>
                <a:latin typeface="Graphik Semibold" panose="020B0503030202060203" pitchFamily="34" charset="77"/>
                <a:ea typeface="+mn-ea"/>
                <a:cs typeface="+mn-cs"/>
              </a:defRPr>
            </a:lvl1pPr>
            <a:lvl2pPr marL="0" indent="0">
              <a:spcAft>
                <a:spcPts val="800"/>
              </a:spcAft>
              <a:buNone/>
              <a:defRPr lang="en-US" sz="1000" b="0" i="0" kern="1200">
                <a:solidFill>
                  <a:schemeClr val="tx1"/>
                </a:solidFill>
                <a:latin typeface="+mn-lt"/>
                <a:ea typeface="+mn-ea"/>
                <a:cs typeface="+mn-cs"/>
              </a:defRPr>
            </a:lvl2pPr>
            <a:lvl3pPr marL="0" indent="0">
              <a:spcAft>
                <a:spcPts val="267"/>
              </a:spcAft>
              <a:buNone/>
              <a:defRPr sz="12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2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p:txBody>
      </p:sp>
      <p:sp>
        <p:nvSpPr>
          <p:cNvPr id="17" name="Text Placeholder 6">
            <a:extLst>
              <a:ext uri="{FF2B5EF4-FFF2-40B4-BE49-F238E27FC236}">
                <a16:creationId xmlns:a16="http://schemas.microsoft.com/office/drawing/2014/main" id="{EEA45CAC-A034-EBF8-A42A-D240A01CA2B6}"/>
              </a:ext>
            </a:extLst>
          </p:cNvPr>
          <p:cNvSpPr>
            <a:spLocks noGrp="1"/>
          </p:cNvSpPr>
          <p:nvPr>
            <p:ph type="body" sz="quarter" idx="41" hasCustomPrompt="1"/>
          </p:nvPr>
        </p:nvSpPr>
        <p:spPr>
          <a:xfrm>
            <a:off x="6532027" y="2693227"/>
            <a:ext cx="1384618" cy="601303"/>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bg2"/>
                </a:solidFill>
                <a:latin typeface="Graphik Semibold" panose="020B0503030202060203" pitchFamily="34" charset="77"/>
                <a:ea typeface="+mn-ea"/>
                <a:cs typeface="+mn-cs"/>
              </a:defRPr>
            </a:lvl1pPr>
            <a:lvl2pPr marL="0" indent="0">
              <a:spcAft>
                <a:spcPts val="800"/>
              </a:spcAft>
              <a:buNone/>
              <a:defRPr lang="en-US" sz="1000" b="0" i="0" kern="1200">
                <a:solidFill>
                  <a:schemeClr val="tx1"/>
                </a:solidFill>
                <a:latin typeface="+mn-lt"/>
                <a:ea typeface="+mn-ea"/>
                <a:cs typeface="+mn-cs"/>
              </a:defRPr>
            </a:lvl2pPr>
            <a:lvl3pPr marL="0" indent="0">
              <a:spcAft>
                <a:spcPts val="267"/>
              </a:spcAft>
              <a:buNone/>
              <a:defRPr sz="12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2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p:txBody>
      </p:sp>
      <p:sp>
        <p:nvSpPr>
          <p:cNvPr id="18" name="Text Placeholder 7">
            <a:extLst>
              <a:ext uri="{FF2B5EF4-FFF2-40B4-BE49-F238E27FC236}">
                <a16:creationId xmlns:a16="http://schemas.microsoft.com/office/drawing/2014/main" id="{94B252BC-9982-2E12-F243-0ED078DBC2F2}"/>
              </a:ext>
            </a:extLst>
          </p:cNvPr>
          <p:cNvSpPr>
            <a:spLocks noGrp="1"/>
          </p:cNvSpPr>
          <p:nvPr>
            <p:ph type="body" sz="quarter" idx="43" hasCustomPrompt="1"/>
          </p:nvPr>
        </p:nvSpPr>
        <p:spPr>
          <a:xfrm>
            <a:off x="8313954" y="2693227"/>
            <a:ext cx="1384618" cy="601303"/>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bg2"/>
                </a:solidFill>
                <a:latin typeface="Graphik Semibold" panose="020B0503030202060203" pitchFamily="34" charset="77"/>
                <a:ea typeface="+mn-ea"/>
                <a:cs typeface="+mn-cs"/>
              </a:defRPr>
            </a:lvl1pPr>
            <a:lvl2pPr marL="0" indent="0">
              <a:spcAft>
                <a:spcPts val="800"/>
              </a:spcAft>
              <a:buNone/>
              <a:defRPr lang="en-US" sz="1000" b="0" i="0" kern="1200">
                <a:solidFill>
                  <a:schemeClr val="tx1"/>
                </a:solidFill>
                <a:latin typeface="+mn-lt"/>
                <a:ea typeface="+mn-ea"/>
                <a:cs typeface="+mn-cs"/>
              </a:defRPr>
            </a:lvl2pPr>
            <a:lvl3pPr marL="0" indent="0">
              <a:spcAft>
                <a:spcPts val="267"/>
              </a:spcAft>
              <a:buNone/>
              <a:defRPr sz="12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2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p:txBody>
      </p:sp>
      <p:sp>
        <p:nvSpPr>
          <p:cNvPr id="19" name="Text Placeholder 8">
            <a:extLst>
              <a:ext uri="{FF2B5EF4-FFF2-40B4-BE49-F238E27FC236}">
                <a16:creationId xmlns:a16="http://schemas.microsoft.com/office/drawing/2014/main" id="{DC6F0EDA-C6BC-1437-B68C-8779352D0B2E}"/>
              </a:ext>
            </a:extLst>
          </p:cNvPr>
          <p:cNvSpPr>
            <a:spLocks noGrp="1"/>
          </p:cNvSpPr>
          <p:nvPr>
            <p:ph type="body" sz="quarter" idx="44" hasCustomPrompt="1"/>
          </p:nvPr>
        </p:nvSpPr>
        <p:spPr>
          <a:xfrm>
            <a:off x="10095882" y="2693227"/>
            <a:ext cx="1384618" cy="601303"/>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bg2"/>
                </a:solidFill>
                <a:latin typeface="Graphik Semibold" panose="020B0503030202060203" pitchFamily="34" charset="77"/>
                <a:ea typeface="+mn-ea"/>
                <a:cs typeface="+mn-cs"/>
              </a:defRPr>
            </a:lvl1pPr>
            <a:lvl2pPr marL="0" indent="0">
              <a:spcAft>
                <a:spcPts val="800"/>
              </a:spcAft>
              <a:buNone/>
              <a:defRPr lang="en-US" sz="1000" b="0" i="0" kern="1200">
                <a:solidFill>
                  <a:schemeClr val="tx1"/>
                </a:solidFill>
                <a:latin typeface="+mn-lt"/>
                <a:ea typeface="+mn-ea"/>
                <a:cs typeface="+mn-cs"/>
              </a:defRPr>
            </a:lvl2pPr>
            <a:lvl3pPr marL="0" indent="0">
              <a:spcAft>
                <a:spcPts val="267"/>
              </a:spcAft>
              <a:buNone/>
              <a:defRPr sz="12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2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p:txBody>
      </p:sp>
      <p:sp>
        <p:nvSpPr>
          <p:cNvPr id="29" name="Title 2">
            <a:extLst>
              <a:ext uri="{FF2B5EF4-FFF2-40B4-BE49-F238E27FC236}">
                <a16:creationId xmlns:a16="http://schemas.microsoft.com/office/drawing/2014/main" id="{B87DF950-8C59-5635-493B-47BF5B6B028D}"/>
              </a:ext>
            </a:extLst>
          </p:cNvPr>
          <p:cNvSpPr>
            <a:spLocks noGrp="1"/>
          </p:cNvSpPr>
          <p:nvPr>
            <p:ph type="title"/>
          </p:nvPr>
        </p:nvSpPr>
        <p:spPr>
          <a:xfrm>
            <a:off x="556467" y="572600"/>
            <a:ext cx="11084672" cy="393954"/>
          </a:xfrm>
        </p:spPr>
        <p:txBody>
          <a:bodyPr/>
          <a:lstStyle/>
          <a:p>
            <a:r>
              <a:rPr lang="en-GB"/>
              <a:t>Click to edit Master title style</a:t>
            </a:r>
            <a:endParaRPr lang="en-US"/>
          </a:p>
        </p:txBody>
      </p:sp>
      <p:sp>
        <p:nvSpPr>
          <p:cNvPr id="36" name="Picture Placeholder 6">
            <a:extLst>
              <a:ext uri="{FF2B5EF4-FFF2-40B4-BE49-F238E27FC236}">
                <a16:creationId xmlns:a16="http://schemas.microsoft.com/office/drawing/2014/main" id="{A515A847-B8F1-0835-FEF9-D0644A3666A3}"/>
              </a:ext>
            </a:extLst>
          </p:cNvPr>
          <p:cNvSpPr>
            <a:spLocks noGrp="1" noChangeAspect="1"/>
          </p:cNvSpPr>
          <p:nvPr>
            <p:ph type="pic" sz="quarter" idx="53" hasCustomPrompt="1"/>
          </p:nvPr>
        </p:nvSpPr>
        <p:spPr>
          <a:xfrm>
            <a:off x="4750100" y="3828822"/>
            <a:ext cx="1180800" cy="1180800"/>
          </a:xfrm>
          <a:prstGeom prst="rect">
            <a:avLst/>
          </a:prstGeom>
          <a:solidFill>
            <a:schemeClr val="bg1">
              <a:lumMod val="95000"/>
            </a:schemeClr>
          </a:solidFill>
        </p:spPr>
        <p:txBody>
          <a:bodyPr vert="horz" lIns="0" tIns="0" rIns="0" bIns="0" rtlCol="0" anchor="ctr">
            <a:noAutofit/>
          </a:bodyPr>
          <a:lstStyle>
            <a:lvl1pPr marL="0" indent="0" algn="ctr">
              <a:buNone/>
              <a:defRPr lang="en-US" sz="1400" b="0" i="0" dirty="0">
                <a:solidFill>
                  <a:schemeClr val="tx1"/>
                </a:solidFill>
                <a:latin typeface="Graphik" panose="020B0503030202060203" pitchFamily="34" charset="77"/>
              </a:defRPr>
            </a:lvl1pPr>
          </a:lstStyle>
          <a:p>
            <a:pPr lvl="0"/>
            <a:r>
              <a:rPr lang="en-GB"/>
              <a:t>Add profile photo</a:t>
            </a:r>
            <a:endParaRPr lang="en-US"/>
          </a:p>
        </p:txBody>
      </p:sp>
      <p:sp>
        <p:nvSpPr>
          <p:cNvPr id="37" name="Picture Placeholder 8">
            <a:extLst>
              <a:ext uri="{FF2B5EF4-FFF2-40B4-BE49-F238E27FC236}">
                <a16:creationId xmlns:a16="http://schemas.microsoft.com/office/drawing/2014/main" id="{AFFDAEDA-7A67-EFF8-97FE-53895BDD7346}"/>
              </a:ext>
            </a:extLst>
          </p:cNvPr>
          <p:cNvSpPr>
            <a:spLocks noGrp="1" noChangeAspect="1"/>
          </p:cNvSpPr>
          <p:nvPr>
            <p:ph type="pic" sz="quarter" idx="54" hasCustomPrompt="1"/>
          </p:nvPr>
        </p:nvSpPr>
        <p:spPr>
          <a:xfrm>
            <a:off x="6532027" y="3828822"/>
            <a:ext cx="1180800" cy="1180800"/>
          </a:xfrm>
          <a:prstGeom prst="rect">
            <a:avLst/>
          </a:prstGeom>
          <a:solidFill>
            <a:schemeClr val="bg1">
              <a:lumMod val="95000"/>
            </a:schemeClr>
          </a:solidFill>
        </p:spPr>
        <p:txBody>
          <a:bodyPr vert="horz" lIns="0" tIns="0" rIns="0" bIns="0" rtlCol="0" anchor="ctr">
            <a:noAutofit/>
          </a:bodyPr>
          <a:lstStyle>
            <a:lvl1pPr marL="0" indent="0" algn="ctr">
              <a:buNone/>
              <a:defRPr lang="en-US" sz="1400" b="0" i="0" dirty="0">
                <a:solidFill>
                  <a:schemeClr val="tx1"/>
                </a:solidFill>
                <a:latin typeface="Graphik" panose="020B0503030202060203" pitchFamily="34" charset="77"/>
              </a:defRPr>
            </a:lvl1pPr>
          </a:lstStyle>
          <a:p>
            <a:pPr lvl="0"/>
            <a:r>
              <a:rPr lang="en-GB"/>
              <a:t>Add profile photo</a:t>
            </a:r>
            <a:endParaRPr lang="en-US"/>
          </a:p>
        </p:txBody>
      </p:sp>
      <p:sp>
        <p:nvSpPr>
          <p:cNvPr id="38" name="Picture Placeholder 10">
            <a:extLst>
              <a:ext uri="{FF2B5EF4-FFF2-40B4-BE49-F238E27FC236}">
                <a16:creationId xmlns:a16="http://schemas.microsoft.com/office/drawing/2014/main" id="{CDEC200D-4F91-75FF-B3FC-CC83B1D2B426}"/>
              </a:ext>
            </a:extLst>
          </p:cNvPr>
          <p:cNvSpPr>
            <a:spLocks noGrp="1" noChangeAspect="1"/>
          </p:cNvSpPr>
          <p:nvPr>
            <p:ph type="pic" sz="quarter" idx="55" hasCustomPrompt="1"/>
          </p:nvPr>
        </p:nvSpPr>
        <p:spPr>
          <a:xfrm>
            <a:off x="8313954" y="3828822"/>
            <a:ext cx="1180800" cy="1180800"/>
          </a:xfrm>
          <a:prstGeom prst="rect">
            <a:avLst/>
          </a:prstGeom>
          <a:solidFill>
            <a:schemeClr val="bg1">
              <a:lumMod val="95000"/>
            </a:schemeClr>
          </a:solidFill>
        </p:spPr>
        <p:txBody>
          <a:bodyPr vert="horz" lIns="0" tIns="0" rIns="0" bIns="0" rtlCol="0" anchor="ctr">
            <a:noAutofit/>
          </a:bodyPr>
          <a:lstStyle>
            <a:lvl1pPr marL="0" indent="0" algn="ctr">
              <a:buNone/>
              <a:defRPr lang="en-US" sz="1400" b="0" i="0" dirty="0">
                <a:solidFill>
                  <a:schemeClr val="tx1"/>
                </a:solidFill>
                <a:latin typeface="Graphik" panose="020B0503030202060203" pitchFamily="34" charset="77"/>
              </a:defRPr>
            </a:lvl1pPr>
          </a:lstStyle>
          <a:p>
            <a:pPr lvl="0"/>
            <a:r>
              <a:rPr lang="en-GB"/>
              <a:t>Add profile photo</a:t>
            </a:r>
            <a:endParaRPr lang="en-US"/>
          </a:p>
        </p:txBody>
      </p:sp>
      <p:sp>
        <p:nvSpPr>
          <p:cNvPr id="39" name="Picture Placeholder 12">
            <a:extLst>
              <a:ext uri="{FF2B5EF4-FFF2-40B4-BE49-F238E27FC236}">
                <a16:creationId xmlns:a16="http://schemas.microsoft.com/office/drawing/2014/main" id="{0C873EF1-166E-2DEB-DEA4-F4E92E72812A}"/>
              </a:ext>
            </a:extLst>
          </p:cNvPr>
          <p:cNvSpPr>
            <a:spLocks noGrp="1" noChangeAspect="1"/>
          </p:cNvSpPr>
          <p:nvPr>
            <p:ph type="pic" sz="quarter" idx="56" hasCustomPrompt="1"/>
          </p:nvPr>
        </p:nvSpPr>
        <p:spPr>
          <a:xfrm>
            <a:off x="10095882" y="3828822"/>
            <a:ext cx="1180800" cy="1180800"/>
          </a:xfrm>
          <a:prstGeom prst="rect">
            <a:avLst/>
          </a:prstGeom>
          <a:solidFill>
            <a:schemeClr val="bg1">
              <a:lumMod val="95000"/>
            </a:schemeClr>
          </a:solidFill>
        </p:spPr>
        <p:txBody>
          <a:bodyPr vert="horz" lIns="0" tIns="0" rIns="0" bIns="0" rtlCol="0" anchor="ctr">
            <a:noAutofit/>
          </a:bodyPr>
          <a:lstStyle>
            <a:lvl1pPr marL="0" indent="0" algn="ctr">
              <a:buNone/>
              <a:defRPr lang="en-US" sz="1400" b="0" i="0" dirty="0">
                <a:solidFill>
                  <a:schemeClr val="tx1"/>
                </a:solidFill>
                <a:latin typeface="Graphik" panose="020B0503030202060203" pitchFamily="34" charset="77"/>
              </a:defRPr>
            </a:lvl1pPr>
          </a:lstStyle>
          <a:p>
            <a:pPr lvl="0"/>
            <a:r>
              <a:rPr lang="en-GB"/>
              <a:t>Add profile photo</a:t>
            </a:r>
            <a:endParaRPr lang="en-US"/>
          </a:p>
        </p:txBody>
      </p:sp>
      <p:sp>
        <p:nvSpPr>
          <p:cNvPr id="40" name="Text Placeholder 5">
            <a:extLst>
              <a:ext uri="{FF2B5EF4-FFF2-40B4-BE49-F238E27FC236}">
                <a16:creationId xmlns:a16="http://schemas.microsoft.com/office/drawing/2014/main" id="{EE6421DF-C4CF-347F-3F9F-B7C15DD342DB}"/>
              </a:ext>
            </a:extLst>
          </p:cNvPr>
          <p:cNvSpPr>
            <a:spLocks noGrp="1"/>
          </p:cNvSpPr>
          <p:nvPr>
            <p:ph type="body" sz="quarter" idx="57" hasCustomPrompt="1"/>
          </p:nvPr>
        </p:nvSpPr>
        <p:spPr>
          <a:xfrm>
            <a:off x="4751160" y="5166757"/>
            <a:ext cx="1384618" cy="601303"/>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bg2"/>
                </a:solidFill>
                <a:latin typeface="Graphik Semibold" panose="020B0503030202060203" pitchFamily="34" charset="77"/>
                <a:ea typeface="+mn-ea"/>
                <a:cs typeface="+mn-cs"/>
              </a:defRPr>
            </a:lvl1pPr>
            <a:lvl2pPr marL="0" indent="0">
              <a:spcAft>
                <a:spcPts val="800"/>
              </a:spcAft>
              <a:buNone/>
              <a:defRPr lang="en-US" sz="1000" b="0" i="0" kern="1200">
                <a:solidFill>
                  <a:schemeClr val="tx1"/>
                </a:solidFill>
                <a:latin typeface="+mn-lt"/>
                <a:ea typeface="+mn-ea"/>
                <a:cs typeface="+mn-cs"/>
              </a:defRPr>
            </a:lvl2pPr>
            <a:lvl3pPr marL="0" indent="0">
              <a:spcAft>
                <a:spcPts val="267"/>
              </a:spcAft>
              <a:buNone/>
              <a:defRPr sz="12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2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p:txBody>
      </p:sp>
      <p:sp>
        <p:nvSpPr>
          <p:cNvPr id="41" name="Text Placeholder 6">
            <a:extLst>
              <a:ext uri="{FF2B5EF4-FFF2-40B4-BE49-F238E27FC236}">
                <a16:creationId xmlns:a16="http://schemas.microsoft.com/office/drawing/2014/main" id="{33C744BB-1061-9BD7-2063-D4FC3BA87A04}"/>
              </a:ext>
            </a:extLst>
          </p:cNvPr>
          <p:cNvSpPr>
            <a:spLocks noGrp="1"/>
          </p:cNvSpPr>
          <p:nvPr>
            <p:ph type="body" sz="quarter" idx="58" hasCustomPrompt="1"/>
          </p:nvPr>
        </p:nvSpPr>
        <p:spPr>
          <a:xfrm>
            <a:off x="6532027" y="5166757"/>
            <a:ext cx="1384618" cy="601303"/>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bg2"/>
                </a:solidFill>
                <a:latin typeface="Graphik Semibold" panose="020B0503030202060203" pitchFamily="34" charset="77"/>
                <a:ea typeface="+mn-ea"/>
                <a:cs typeface="+mn-cs"/>
              </a:defRPr>
            </a:lvl1pPr>
            <a:lvl2pPr marL="0" indent="0">
              <a:spcAft>
                <a:spcPts val="800"/>
              </a:spcAft>
              <a:buNone/>
              <a:defRPr lang="en-US" sz="1000" b="0" i="0" kern="1200">
                <a:solidFill>
                  <a:schemeClr val="tx1"/>
                </a:solidFill>
                <a:latin typeface="+mn-lt"/>
                <a:ea typeface="+mn-ea"/>
                <a:cs typeface="+mn-cs"/>
              </a:defRPr>
            </a:lvl2pPr>
            <a:lvl3pPr marL="0" indent="0">
              <a:spcAft>
                <a:spcPts val="267"/>
              </a:spcAft>
              <a:buNone/>
              <a:defRPr sz="12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2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p:txBody>
      </p:sp>
      <p:sp>
        <p:nvSpPr>
          <p:cNvPr id="42" name="Text Placeholder 7">
            <a:extLst>
              <a:ext uri="{FF2B5EF4-FFF2-40B4-BE49-F238E27FC236}">
                <a16:creationId xmlns:a16="http://schemas.microsoft.com/office/drawing/2014/main" id="{FB23E977-71EF-1003-3CEF-A8A4D0D7990C}"/>
              </a:ext>
            </a:extLst>
          </p:cNvPr>
          <p:cNvSpPr>
            <a:spLocks noGrp="1"/>
          </p:cNvSpPr>
          <p:nvPr>
            <p:ph type="body" sz="quarter" idx="59" hasCustomPrompt="1"/>
          </p:nvPr>
        </p:nvSpPr>
        <p:spPr>
          <a:xfrm>
            <a:off x="8313954" y="5166757"/>
            <a:ext cx="1384618" cy="601303"/>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bg2"/>
                </a:solidFill>
                <a:latin typeface="Graphik Semibold" panose="020B0503030202060203" pitchFamily="34" charset="77"/>
                <a:ea typeface="+mn-ea"/>
                <a:cs typeface="+mn-cs"/>
              </a:defRPr>
            </a:lvl1pPr>
            <a:lvl2pPr marL="0" indent="0">
              <a:spcAft>
                <a:spcPts val="800"/>
              </a:spcAft>
              <a:buNone/>
              <a:defRPr lang="en-US" sz="1000" b="0" i="0" kern="1200">
                <a:solidFill>
                  <a:schemeClr val="tx1"/>
                </a:solidFill>
                <a:latin typeface="+mn-lt"/>
                <a:ea typeface="+mn-ea"/>
                <a:cs typeface="+mn-cs"/>
              </a:defRPr>
            </a:lvl2pPr>
            <a:lvl3pPr marL="0" indent="0">
              <a:spcAft>
                <a:spcPts val="267"/>
              </a:spcAft>
              <a:buNone/>
              <a:defRPr sz="12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2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p:txBody>
      </p:sp>
      <p:sp>
        <p:nvSpPr>
          <p:cNvPr id="43" name="Text Placeholder 8">
            <a:extLst>
              <a:ext uri="{FF2B5EF4-FFF2-40B4-BE49-F238E27FC236}">
                <a16:creationId xmlns:a16="http://schemas.microsoft.com/office/drawing/2014/main" id="{3B567A05-2B76-107C-E1AA-BD5AA1C1C532}"/>
              </a:ext>
            </a:extLst>
          </p:cNvPr>
          <p:cNvSpPr>
            <a:spLocks noGrp="1"/>
          </p:cNvSpPr>
          <p:nvPr>
            <p:ph type="body" sz="quarter" idx="60" hasCustomPrompt="1"/>
          </p:nvPr>
        </p:nvSpPr>
        <p:spPr>
          <a:xfrm>
            <a:off x="10095882" y="5166757"/>
            <a:ext cx="1384618" cy="601303"/>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bg2"/>
                </a:solidFill>
                <a:latin typeface="Graphik Semibold" panose="020B0503030202060203" pitchFamily="34" charset="77"/>
                <a:ea typeface="+mn-ea"/>
                <a:cs typeface="+mn-cs"/>
              </a:defRPr>
            </a:lvl1pPr>
            <a:lvl2pPr marL="0" indent="0">
              <a:spcAft>
                <a:spcPts val="800"/>
              </a:spcAft>
              <a:buNone/>
              <a:defRPr lang="en-US" sz="1000" b="0" i="0" kern="1200">
                <a:solidFill>
                  <a:schemeClr val="tx1"/>
                </a:solidFill>
                <a:latin typeface="+mn-lt"/>
                <a:ea typeface="+mn-ea"/>
                <a:cs typeface="+mn-cs"/>
              </a:defRPr>
            </a:lvl2pPr>
            <a:lvl3pPr marL="0" indent="0">
              <a:spcAft>
                <a:spcPts val="267"/>
              </a:spcAft>
              <a:buNone/>
              <a:defRPr sz="12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2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p:txBody>
      </p:sp>
    </p:spTree>
    <p:extLst>
      <p:ext uri="{BB962C8B-B14F-4D97-AF65-F5344CB8AC3E}">
        <p14:creationId xmlns:p14="http://schemas.microsoft.com/office/powerpoint/2010/main" val="3456325115"/>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Content: team + column dark mode">
    <p:bg>
      <p:bgRef idx="1001">
        <a:schemeClr val="bg1"/>
      </p:bgRef>
    </p:bg>
    <p:spTree>
      <p:nvGrpSpPr>
        <p:cNvPr id="1" name=""/>
        <p:cNvGrpSpPr/>
        <p:nvPr/>
      </p:nvGrpSpPr>
      <p:grpSpPr>
        <a:xfrm>
          <a:off x="0" y="0"/>
          <a:ext cx="0" cy="0"/>
          <a:chOff x="0" y="0"/>
          <a:chExt cx="0" cy="0"/>
        </a:xfrm>
      </p:grpSpPr>
      <p:sp>
        <p:nvSpPr>
          <p:cNvPr id="58" name="Title 2">
            <a:extLst>
              <a:ext uri="{FF2B5EF4-FFF2-40B4-BE49-F238E27FC236}">
                <a16:creationId xmlns:a16="http://schemas.microsoft.com/office/drawing/2014/main" id="{AF158A12-E108-974D-4A28-D2DDBC9F2451}"/>
              </a:ext>
            </a:extLst>
          </p:cNvPr>
          <p:cNvSpPr>
            <a:spLocks noGrp="1"/>
          </p:cNvSpPr>
          <p:nvPr>
            <p:ph type="title"/>
          </p:nvPr>
        </p:nvSpPr>
        <p:spPr>
          <a:xfrm>
            <a:off x="556467" y="572600"/>
            <a:ext cx="11084672" cy="393954"/>
          </a:xfrm>
        </p:spPr>
        <p:txBody>
          <a:bodyPr/>
          <a:lstStyle/>
          <a:p>
            <a:r>
              <a:rPr lang="en-GB"/>
              <a:t>Click to edit Master title style</a:t>
            </a:r>
            <a:endParaRPr lang="en-US"/>
          </a:p>
        </p:txBody>
      </p:sp>
      <p:sp>
        <p:nvSpPr>
          <p:cNvPr id="10" name="Text Placeholder 2">
            <a:extLst>
              <a:ext uri="{FF2B5EF4-FFF2-40B4-BE49-F238E27FC236}">
                <a16:creationId xmlns:a16="http://schemas.microsoft.com/office/drawing/2014/main" id="{2A02CBC2-D34A-FE3B-A3F7-4E4A194F2668}"/>
              </a:ext>
            </a:extLst>
          </p:cNvPr>
          <p:cNvSpPr>
            <a:spLocks noGrp="1"/>
          </p:cNvSpPr>
          <p:nvPr>
            <p:ph type="body" sz="quarter" idx="42" hasCustomPrompt="1"/>
          </p:nvPr>
        </p:nvSpPr>
        <p:spPr>
          <a:xfrm>
            <a:off x="563409" y="1355292"/>
            <a:ext cx="3540355" cy="4757969"/>
          </a:xfrm>
          <a:prstGeom prst="rect">
            <a:avLst/>
          </a:prstGeom>
        </p:spPr>
        <p:txBody>
          <a:bodyPr/>
          <a:lstStyle>
            <a:lvl1pPr marL="0" indent="0">
              <a:buNone/>
              <a:defRPr sz="2000" b="0" i="0">
                <a:latin typeface="Graphik" panose="020B0503030202060203" pitchFamily="34" charset="77"/>
              </a:defRPr>
            </a:lvl1pPr>
            <a:lvl2pPr>
              <a:defRPr sz="1600" b="0" i="0">
                <a:latin typeface="Graphik" panose="020B0503030202060203" pitchFamily="34" charset="77"/>
              </a:defRPr>
            </a:lvl2pPr>
            <a:lvl3pPr>
              <a:defRPr sz="1600" b="0" i="0">
                <a:latin typeface="Graphik" panose="020B0503030202060203" pitchFamily="34" charset="77"/>
              </a:defRPr>
            </a:lvl3pPr>
            <a:lvl4pPr>
              <a:defRPr sz="1400" b="0" i="0">
                <a:latin typeface="Graphik" panose="020B0503030202060203" pitchFamily="34" charset="77"/>
              </a:defRPr>
            </a:lvl4pPr>
            <a:lvl5pPr>
              <a:defRPr sz="1400" b="0" i="0">
                <a:latin typeface="Graphik" panose="020B0503030202060203" pitchFamily="34" charset="77"/>
              </a:defRPr>
            </a:lvl5pPr>
          </a:lstStyle>
          <a:p>
            <a:pPr lvl="0"/>
            <a:r>
              <a:rPr lang="en-US"/>
              <a:t>Place sub-headline </a:t>
            </a:r>
            <a:r>
              <a:rPr lang="en-GB"/>
              <a:t>here in </a:t>
            </a:r>
            <a:r>
              <a:rPr lang="en-GB" err="1"/>
              <a:t>Graphik</a:t>
            </a:r>
            <a:r>
              <a:rPr lang="en-US"/>
              <a:t>, indent for other levels</a:t>
            </a:r>
          </a:p>
          <a:p>
            <a:pPr lvl="1"/>
            <a:r>
              <a:rPr lang="en-US"/>
              <a:t>Second level</a:t>
            </a:r>
          </a:p>
          <a:p>
            <a:pPr lvl="2"/>
            <a:r>
              <a:rPr lang="en-US"/>
              <a:t>Third level bullet</a:t>
            </a:r>
          </a:p>
          <a:p>
            <a:pPr lvl="3"/>
            <a:r>
              <a:rPr lang="en-US"/>
              <a:t>Fourth level bullet</a:t>
            </a:r>
          </a:p>
          <a:p>
            <a:pPr lvl="4"/>
            <a:r>
              <a:rPr lang="en-US"/>
              <a:t>Fifth level bullet</a:t>
            </a:r>
          </a:p>
        </p:txBody>
      </p:sp>
      <p:sp>
        <p:nvSpPr>
          <p:cNvPr id="59" name="Picture Placeholder 6">
            <a:extLst>
              <a:ext uri="{FF2B5EF4-FFF2-40B4-BE49-F238E27FC236}">
                <a16:creationId xmlns:a16="http://schemas.microsoft.com/office/drawing/2014/main" id="{D9BDCE52-89A2-2B74-090A-1C2EF4190943}"/>
              </a:ext>
            </a:extLst>
          </p:cNvPr>
          <p:cNvSpPr>
            <a:spLocks noGrp="1" noChangeAspect="1"/>
          </p:cNvSpPr>
          <p:nvPr>
            <p:ph type="pic" sz="quarter" idx="16" hasCustomPrompt="1"/>
          </p:nvPr>
        </p:nvSpPr>
        <p:spPr>
          <a:xfrm>
            <a:off x="4750100" y="1355292"/>
            <a:ext cx="1180800" cy="1180800"/>
          </a:xfrm>
          <a:prstGeom prst="rect">
            <a:avLst/>
          </a:prstGeom>
          <a:solidFill>
            <a:schemeClr val="tx1">
              <a:lumMod val="95000"/>
            </a:schemeClr>
          </a:solidFill>
        </p:spPr>
        <p:txBody>
          <a:bodyPr vert="horz" lIns="0" tIns="0" rIns="0" bIns="0" rtlCol="0" anchor="ctr">
            <a:noAutofit/>
          </a:bodyPr>
          <a:lstStyle>
            <a:lvl1pPr marL="0" indent="0" algn="ctr">
              <a:buNone/>
              <a:defRPr lang="en-US" sz="1400" b="0" i="0" dirty="0">
                <a:solidFill>
                  <a:schemeClr val="bg1"/>
                </a:solidFill>
                <a:latin typeface="Graphik" panose="020B0503030202060203" pitchFamily="34" charset="77"/>
              </a:defRPr>
            </a:lvl1pPr>
          </a:lstStyle>
          <a:p>
            <a:pPr lvl="0"/>
            <a:r>
              <a:rPr lang="en-GB"/>
              <a:t>Add profile photo</a:t>
            </a:r>
            <a:endParaRPr lang="en-US"/>
          </a:p>
        </p:txBody>
      </p:sp>
      <p:sp>
        <p:nvSpPr>
          <p:cNvPr id="60" name="Picture Placeholder 8">
            <a:extLst>
              <a:ext uri="{FF2B5EF4-FFF2-40B4-BE49-F238E27FC236}">
                <a16:creationId xmlns:a16="http://schemas.microsoft.com/office/drawing/2014/main" id="{719A3D27-6186-F931-9BF2-812767B56DF4}"/>
              </a:ext>
            </a:extLst>
          </p:cNvPr>
          <p:cNvSpPr>
            <a:spLocks noGrp="1" noChangeAspect="1"/>
          </p:cNvSpPr>
          <p:nvPr>
            <p:ph type="pic" sz="quarter" idx="17" hasCustomPrompt="1"/>
          </p:nvPr>
        </p:nvSpPr>
        <p:spPr>
          <a:xfrm>
            <a:off x="6532027" y="1355292"/>
            <a:ext cx="1180800" cy="1180800"/>
          </a:xfrm>
          <a:prstGeom prst="rect">
            <a:avLst/>
          </a:prstGeom>
          <a:solidFill>
            <a:schemeClr val="tx1">
              <a:lumMod val="95000"/>
            </a:schemeClr>
          </a:solidFill>
        </p:spPr>
        <p:txBody>
          <a:bodyPr vert="horz" lIns="0" tIns="0" rIns="0" bIns="0" rtlCol="0" anchor="ctr">
            <a:noAutofit/>
          </a:bodyPr>
          <a:lstStyle>
            <a:lvl1pPr marL="0" indent="0" algn="ctr">
              <a:buNone/>
              <a:defRPr lang="en-US" sz="1400" b="0" i="0" dirty="0">
                <a:solidFill>
                  <a:schemeClr val="bg1"/>
                </a:solidFill>
                <a:latin typeface="Graphik" panose="020B0503030202060203" pitchFamily="34" charset="77"/>
              </a:defRPr>
            </a:lvl1pPr>
          </a:lstStyle>
          <a:p>
            <a:pPr lvl="0"/>
            <a:r>
              <a:rPr lang="en-GB"/>
              <a:t>Add profile photo</a:t>
            </a:r>
            <a:endParaRPr lang="en-US"/>
          </a:p>
        </p:txBody>
      </p:sp>
      <p:sp>
        <p:nvSpPr>
          <p:cNvPr id="61" name="Picture Placeholder 10">
            <a:extLst>
              <a:ext uri="{FF2B5EF4-FFF2-40B4-BE49-F238E27FC236}">
                <a16:creationId xmlns:a16="http://schemas.microsoft.com/office/drawing/2014/main" id="{221FD96F-56ED-3F4E-D5EC-ECE899136886}"/>
              </a:ext>
            </a:extLst>
          </p:cNvPr>
          <p:cNvSpPr>
            <a:spLocks noGrp="1" noChangeAspect="1"/>
          </p:cNvSpPr>
          <p:nvPr>
            <p:ph type="pic" sz="quarter" idx="24" hasCustomPrompt="1"/>
          </p:nvPr>
        </p:nvSpPr>
        <p:spPr>
          <a:xfrm>
            <a:off x="8313954" y="1355292"/>
            <a:ext cx="1180800" cy="1180800"/>
          </a:xfrm>
          <a:prstGeom prst="rect">
            <a:avLst/>
          </a:prstGeom>
          <a:solidFill>
            <a:schemeClr val="tx1">
              <a:lumMod val="95000"/>
            </a:schemeClr>
          </a:solidFill>
        </p:spPr>
        <p:txBody>
          <a:bodyPr vert="horz" lIns="0" tIns="0" rIns="0" bIns="0" rtlCol="0" anchor="ctr">
            <a:noAutofit/>
          </a:bodyPr>
          <a:lstStyle>
            <a:lvl1pPr marL="0" indent="0" algn="ctr">
              <a:buNone/>
              <a:defRPr lang="en-US" sz="1400" b="0" i="0" dirty="0">
                <a:solidFill>
                  <a:schemeClr val="bg1"/>
                </a:solidFill>
                <a:latin typeface="Graphik" panose="020B0503030202060203" pitchFamily="34" charset="77"/>
              </a:defRPr>
            </a:lvl1pPr>
          </a:lstStyle>
          <a:p>
            <a:pPr lvl="0"/>
            <a:r>
              <a:rPr lang="en-GB"/>
              <a:t>Add profile photo</a:t>
            </a:r>
            <a:endParaRPr lang="en-US"/>
          </a:p>
        </p:txBody>
      </p:sp>
      <p:sp>
        <p:nvSpPr>
          <p:cNvPr id="62" name="Picture Placeholder 12">
            <a:extLst>
              <a:ext uri="{FF2B5EF4-FFF2-40B4-BE49-F238E27FC236}">
                <a16:creationId xmlns:a16="http://schemas.microsoft.com/office/drawing/2014/main" id="{BE2DD9EE-FBA3-C33C-873A-4515866F5D79}"/>
              </a:ext>
            </a:extLst>
          </p:cNvPr>
          <p:cNvSpPr>
            <a:spLocks noGrp="1" noChangeAspect="1"/>
          </p:cNvSpPr>
          <p:nvPr>
            <p:ph type="pic" sz="quarter" idx="18" hasCustomPrompt="1"/>
          </p:nvPr>
        </p:nvSpPr>
        <p:spPr>
          <a:xfrm>
            <a:off x="10095882" y="1355292"/>
            <a:ext cx="1180800" cy="1180800"/>
          </a:xfrm>
          <a:prstGeom prst="rect">
            <a:avLst/>
          </a:prstGeom>
          <a:solidFill>
            <a:schemeClr val="tx1">
              <a:lumMod val="95000"/>
            </a:schemeClr>
          </a:solidFill>
        </p:spPr>
        <p:txBody>
          <a:bodyPr vert="horz" lIns="0" tIns="0" rIns="0" bIns="0" rtlCol="0" anchor="ctr">
            <a:noAutofit/>
          </a:bodyPr>
          <a:lstStyle>
            <a:lvl1pPr marL="0" indent="0" algn="ctr">
              <a:buNone/>
              <a:defRPr lang="en-US" sz="1400" b="0" i="0" dirty="0">
                <a:solidFill>
                  <a:schemeClr val="bg1"/>
                </a:solidFill>
                <a:latin typeface="Graphik" panose="020B0503030202060203" pitchFamily="34" charset="77"/>
              </a:defRPr>
            </a:lvl1pPr>
          </a:lstStyle>
          <a:p>
            <a:pPr lvl="0"/>
            <a:r>
              <a:rPr lang="en-GB"/>
              <a:t>Add profile photo</a:t>
            </a:r>
            <a:endParaRPr lang="en-US"/>
          </a:p>
        </p:txBody>
      </p:sp>
      <p:sp>
        <p:nvSpPr>
          <p:cNvPr id="67" name="Picture Placeholder 6">
            <a:extLst>
              <a:ext uri="{FF2B5EF4-FFF2-40B4-BE49-F238E27FC236}">
                <a16:creationId xmlns:a16="http://schemas.microsoft.com/office/drawing/2014/main" id="{B77582B8-1D1F-CACA-D550-1CD5A949EEA4}"/>
              </a:ext>
            </a:extLst>
          </p:cNvPr>
          <p:cNvSpPr>
            <a:spLocks noGrp="1" noChangeAspect="1"/>
          </p:cNvSpPr>
          <p:nvPr>
            <p:ph type="pic" sz="quarter" idx="53" hasCustomPrompt="1"/>
          </p:nvPr>
        </p:nvSpPr>
        <p:spPr>
          <a:xfrm>
            <a:off x="4750100" y="3828822"/>
            <a:ext cx="1180800" cy="1180800"/>
          </a:xfrm>
          <a:prstGeom prst="rect">
            <a:avLst/>
          </a:prstGeom>
          <a:solidFill>
            <a:schemeClr val="tx1">
              <a:lumMod val="95000"/>
            </a:schemeClr>
          </a:solidFill>
        </p:spPr>
        <p:txBody>
          <a:bodyPr vert="horz" lIns="0" tIns="0" rIns="0" bIns="0" rtlCol="0" anchor="ctr">
            <a:noAutofit/>
          </a:bodyPr>
          <a:lstStyle>
            <a:lvl1pPr marL="0" indent="0" algn="ctr">
              <a:buNone/>
              <a:defRPr lang="en-US" sz="1400" b="0" i="0" dirty="0">
                <a:solidFill>
                  <a:schemeClr val="bg1"/>
                </a:solidFill>
                <a:latin typeface="Graphik" panose="020B0503030202060203" pitchFamily="34" charset="77"/>
              </a:defRPr>
            </a:lvl1pPr>
          </a:lstStyle>
          <a:p>
            <a:pPr lvl="0"/>
            <a:r>
              <a:rPr lang="en-GB"/>
              <a:t>Add profile photo</a:t>
            </a:r>
            <a:endParaRPr lang="en-US"/>
          </a:p>
        </p:txBody>
      </p:sp>
      <p:sp>
        <p:nvSpPr>
          <p:cNvPr id="68" name="Picture Placeholder 8">
            <a:extLst>
              <a:ext uri="{FF2B5EF4-FFF2-40B4-BE49-F238E27FC236}">
                <a16:creationId xmlns:a16="http://schemas.microsoft.com/office/drawing/2014/main" id="{17E0A0A0-43CE-5971-7C1E-E8F5AFA224E0}"/>
              </a:ext>
            </a:extLst>
          </p:cNvPr>
          <p:cNvSpPr>
            <a:spLocks noGrp="1" noChangeAspect="1"/>
          </p:cNvSpPr>
          <p:nvPr>
            <p:ph type="pic" sz="quarter" idx="54" hasCustomPrompt="1"/>
          </p:nvPr>
        </p:nvSpPr>
        <p:spPr>
          <a:xfrm>
            <a:off x="6532027" y="3828822"/>
            <a:ext cx="1180800" cy="1180800"/>
          </a:xfrm>
          <a:prstGeom prst="rect">
            <a:avLst/>
          </a:prstGeom>
          <a:solidFill>
            <a:schemeClr val="tx1">
              <a:lumMod val="95000"/>
            </a:schemeClr>
          </a:solidFill>
        </p:spPr>
        <p:txBody>
          <a:bodyPr vert="horz" lIns="0" tIns="0" rIns="0" bIns="0" rtlCol="0" anchor="ctr">
            <a:noAutofit/>
          </a:bodyPr>
          <a:lstStyle>
            <a:lvl1pPr marL="0" indent="0" algn="ctr">
              <a:buNone/>
              <a:defRPr lang="en-US" sz="1400" b="0" i="0" dirty="0">
                <a:solidFill>
                  <a:schemeClr val="bg1"/>
                </a:solidFill>
                <a:latin typeface="Graphik" panose="020B0503030202060203" pitchFamily="34" charset="77"/>
              </a:defRPr>
            </a:lvl1pPr>
          </a:lstStyle>
          <a:p>
            <a:pPr lvl="0"/>
            <a:r>
              <a:rPr lang="en-GB"/>
              <a:t>Add profile photo</a:t>
            </a:r>
            <a:endParaRPr lang="en-US"/>
          </a:p>
        </p:txBody>
      </p:sp>
      <p:sp>
        <p:nvSpPr>
          <p:cNvPr id="69" name="Picture Placeholder 10">
            <a:extLst>
              <a:ext uri="{FF2B5EF4-FFF2-40B4-BE49-F238E27FC236}">
                <a16:creationId xmlns:a16="http://schemas.microsoft.com/office/drawing/2014/main" id="{40572D3B-08EC-27FB-6A1E-C67DB00074BA}"/>
              </a:ext>
            </a:extLst>
          </p:cNvPr>
          <p:cNvSpPr>
            <a:spLocks noGrp="1" noChangeAspect="1"/>
          </p:cNvSpPr>
          <p:nvPr>
            <p:ph type="pic" sz="quarter" idx="55" hasCustomPrompt="1"/>
          </p:nvPr>
        </p:nvSpPr>
        <p:spPr>
          <a:xfrm>
            <a:off x="8313954" y="3828822"/>
            <a:ext cx="1180800" cy="1180800"/>
          </a:xfrm>
          <a:prstGeom prst="rect">
            <a:avLst/>
          </a:prstGeom>
          <a:solidFill>
            <a:schemeClr val="tx1">
              <a:lumMod val="95000"/>
            </a:schemeClr>
          </a:solidFill>
        </p:spPr>
        <p:txBody>
          <a:bodyPr vert="horz" lIns="0" tIns="0" rIns="0" bIns="0" rtlCol="0" anchor="ctr">
            <a:noAutofit/>
          </a:bodyPr>
          <a:lstStyle>
            <a:lvl1pPr marL="0" indent="0" algn="ctr">
              <a:buNone/>
              <a:defRPr lang="en-US" sz="1400" b="0" i="0" dirty="0">
                <a:solidFill>
                  <a:schemeClr val="bg1"/>
                </a:solidFill>
                <a:latin typeface="Graphik" panose="020B0503030202060203" pitchFamily="34" charset="77"/>
              </a:defRPr>
            </a:lvl1pPr>
          </a:lstStyle>
          <a:p>
            <a:pPr lvl="0"/>
            <a:r>
              <a:rPr lang="en-GB"/>
              <a:t>Add profile photo</a:t>
            </a:r>
            <a:endParaRPr lang="en-US"/>
          </a:p>
        </p:txBody>
      </p:sp>
      <p:sp>
        <p:nvSpPr>
          <p:cNvPr id="70" name="Picture Placeholder 12">
            <a:extLst>
              <a:ext uri="{FF2B5EF4-FFF2-40B4-BE49-F238E27FC236}">
                <a16:creationId xmlns:a16="http://schemas.microsoft.com/office/drawing/2014/main" id="{D5EF76A9-F22D-ED1F-C0F0-815EF85BAB71}"/>
              </a:ext>
            </a:extLst>
          </p:cNvPr>
          <p:cNvSpPr>
            <a:spLocks noGrp="1" noChangeAspect="1"/>
          </p:cNvSpPr>
          <p:nvPr>
            <p:ph type="pic" sz="quarter" idx="56" hasCustomPrompt="1"/>
          </p:nvPr>
        </p:nvSpPr>
        <p:spPr>
          <a:xfrm>
            <a:off x="10095882" y="3828822"/>
            <a:ext cx="1180800" cy="1180800"/>
          </a:xfrm>
          <a:prstGeom prst="rect">
            <a:avLst/>
          </a:prstGeom>
          <a:solidFill>
            <a:schemeClr val="tx1">
              <a:lumMod val="95000"/>
            </a:schemeClr>
          </a:solidFill>
        </p:spPr>
        <p:txBody>
          <a:bodyPr vert="horz" lIns="0" tIns="0" rIns="0" bIns="0" rtlCol="0" anchor="ctr">
            <a:noAutofit/>
          </a:bodyPr>
          <a:lstStyle>
            <a:lvl1pPr marL="0" indent="0" algn="ctr">
              <a:buNone/>
              <a:defRPr lang="en-US" sz="1400" b="0" i="0" dirty="0">
                <a:solidFill>
                  <a:schemeClr val="bg1"/>
                </a:solidFill>
                <a:latin typeface="Graphik" panose="020B0503030202060203" pitchFamily="34" charset="77"/>
              </a:defRPr>
            </a:lvl1pPr>
          </a:lstStyle>
          <a:p>
            <a:pPr lvl="0"/>
            <a:r>
              <a:rPr lang="en-GB"/>
              <a:t>Add profile photo</a:t>
            </a:r>
            <a:endParaRPr lang="en-US"/>
          </a:p>
        </p:txBody>
      </p:sp>
      <p:sp>
        <p:nvSpPr>
          <p:cNvPr id="2" name="Text Placeholder 5">
            <a:extLst>
              <a:ext uri="{FF2B5EF4-FFF2-40B4-BE49-F238E27FC236}">
                <a16:creationId xmlns:a16="http://schemas.microsoft.com/office/drawing/2014/main" id="{CEDE1E1C-A17A-6673-F251-3E95D2B9A949}"/>
              </a:ext>
            </a:extLst>
          </p:cNvPr>
          <p:cNvSpPr>
            <a:spLocks noGrp="1"/>
          </p:cNvSpPr>
          <p:nvPr>
            <p:ph type="body" sz="quarter" idx="40" hasCustomPrompt="1"/>
          </p:nvPr>
        </p:nvSpPr>
        <p:spPr>
          <a:xfrm>
            <a:off x="4751160" y="2693227"/>
            <a:ext cx="1384618" cy="601303"/>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accent2"/>
                </a:solidFill>
                <a:latin typeface="Graphik Semibold" panose="020B0503030202060203" pitchFamily="34" charset="77"/>
                <a:ea typeface="+mn-ea"/>
                <a:cs typeface="+mn-cs"/>
              </a:defRPr>
            </a:lvl1pPr>
            <a:lvl2pPr marL="0" indent="0">
              <a:spcAft>
                <a:spcPts val="800"/>
              </a:spcAft>
              <a:buNone/>
              <a:defRPr lang="en-US" sz="1000" b="0" i="0" kern="1200">
                <a:solidFill>
                  <a:schemeClr val="tx1"/>
                </a:solidFill>
                <a:latin typeface="+mn-lt"/>
                <a:ea typeface="+mn-ea"/>
                <a:cs typeface="+mn-cs"/>
              </a:defRPr>
            </a:lvl2pPr>
            <a:lvl3pPr marL="0" indent="0">
              <a:spcAft>
                <a:spcPts val="267"/>
              </a:spcAft>
              <a:buNone/>
              <a:defRPr sz="12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2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p:txBody>
      </p:sp>
      <p:sp>
        <p:nvSpPr>
          <p:cNvPr id="3" name="Text Placeholder 6">
            <a:extLst>
              <a:ext uri="{FF2B5EF4-FFF2-40B4-BE49-F238E27FC236}">
                <a16:creationId xmlns:a16="http://schemas.microsoft.com/office/drawing/2014/main" id="{EEB75AE2-2832-8C3E-9FFF-A5DFC859EF20}"/>
              </a:ext>
            </a:extLst>
          </p:cNvPr>
          <p:cNvSpPr>
            <a:spLocks noGrp="1"/>
          </p:cNvSpPr>
          <p:nvPr>
            <p:ph type="body" sz="quarter" idx="41" hasCustomPrompt="1"/>
          </p:nvPr>
        </p:nvSpPr>
        <p:spPr>
          <a:xfrm>
            <a:off x="6532027" y="2693227"/>
            <a:ext cx="1384618" cy="601303"/>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accent2"/>
                </a:solidFill>
                <a:latin typeface="Graphik Semibold" panose="020B0503030202060203" pitchFamily="34" charset="77"/>
                <a:ea typeface="+mn-ea"/>
                <a:cs typeface="+mn-cs"/>
              </a:defRPr>
            </a:lvl1pPr>
            <a:lvl2pPr marL="0" indent="0">
              <a:spcAft>
                <a:spcPts val="800"/>
              </a:spcAft>
              <a:buNone/>
              <a:defRPr lang="en-US" sz="1000" b="0" i="0" kern="1200">
                <a:solidFill>
                  <a:schemeClr val="tx1"/>
                </a:solidFill>
                <a:latin typeface="+mn-lt"/>
                <a:ea typeface="+mn-ea"/>
                <a:cs typeface="+mn-cs"/>
              </a:defRPr>
            </a:lvl2pPr>
            <a:lvl3pPr marL="0" indent="0">
              <a:spcAft>
                <a:spcPts val="267"/>
              </a:spcAft>
              <a:buNone/>
              <a:defRPr sz="12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2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p:txBody>
      </p:sp>
      <p:sp>
        <p:nvSpPr>
          <p:cNvPr id="4" name="Text Placeholder 7">
            <a:extLst>
              <a:ext uri="{FF2B5EF4-FFF2-40B4-BE49-F238E27FC236}">
                <a16:creationId xmlns:a16="http://schemas.microsoft.com/office/drawing/2014/main" id="{89767B47-D047-556C-4306-FDB23A31369B}"/>
              </a:ext>
            </a:extLst>
          </p:cNvPr>
          <p:cNvSpPr>
            <a:spLocks noGrp="1"/>
          </p:cNvSpPr>
          <p:nvPr>
            <p:ph type="body" sz="quarter" idx="43" hasCustomPrompt="1"/>
          </p:nvPr>
        </p:nvSpPr>
        <p:spPr>
          <a:xfrm>
            <a:off x="8313954" y="2693227"/>
            <a:ext cx="1384618" cy="601303"/>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accent2"/>
                </a:solidFill>
                <a:latin typeface="Graphik Semibold" panose="020B0503030202060203" pitchFamily="34" charset="77"/>
                <a:ea typeface="+mn-ea"/>
                <a:cs typeface="+mn-cs"/>
              </a:defRPr>
            </a:lvl1pPr>
            <a:lvl2pPr marL="0" indent="0">
              <a:spcAft>
                <a:spcPts val="800"/>
              </a:spcAft>
              <a:buNone/>
              <a:defRPr lang="en-US" sz="1000" b="0" i="0" kern="1200">
                <a:solidFill>
                  <a:schemeClr val="tx1"/>
                </a:solidFill>
                <a:latin typeface="+mn-lt"/>
                <a:ea typeface="+mn-ea"/>
                <a:cs typeface="+mn-cs"/>
              </a:defRPr>
            </a:lvl2pPr>
            <a:lvl3pPr marL="0" indent="0">
              <a:spcAft>
                <a:spcPts val="267"/>
              </a:spcAft>
              <a:buNone/>
              <a:defRPr sz="12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2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p:txBody>
      </p:sp>
      <p:sp>
        <p:nvSpPr>
          <p:cNvPr id="5" name="Text Placeholder 8">
            <a:extLst>
              <a:ext uri="{FF2B5EF4-FFF2-40B4-BE49-F238E27FC236}">
                <a16:creationId xmlns:a16="http://schemas.microsoft.com/office/drawing/2014/main" id="{5FA34033-541B-ACBB-7450-5B6532CB8D0A}"/>
              </a:ext>
            </a:extLst>
          </p:cNvPr>
          <p:cNvSpPr>
            <a:spLocks noGrp="1"/>
          </p:cNvSpPr>
          <p:nvPr>
            <p:ph type="body" sz="quarter" idx="44" hasCustomPrompt="1"/>
          </p:nvPr>
        </p:nvSpPr>
        <p:spPr>
          <a:xfrm>
            <a:off x="10095882" y="2693227"/>
            <a:ext cx="1384618" cy="601303"/>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accent2"/>
                </a:solidFill>
                <a:latin typeface="Graphik Semibold" panose="020B0503030202060203" pitchFamily="34" charset="77"/>
                <a:ea typeface="+mn-ea"/>
                <a:cs typeface="+mn-cs"/>
              </a:defRPr>
            </a:lvl1pPr>
            <a:lvl2pPr marL="0" indent="0">
              <a:spcAft>
                <a:spcPts val="800"/>
              </a:spcAft>
              <a:buNone/>
              <a:defRPr lang="en-US" sz="1000" b="0" i="0" kern="1200">
                <a:solidFill>
                  <a:schemeClr val="tx1"/>
                </a:solidFill>
                <a:latin typeface="+mn-lt"/>
                <a:ea typeface="+mn-ea"/>
                <a:cs typeface="+mn-cs"/>
              </a:defRPr>
            </a:lvl2pPr>
            <a:lvl3pPr marL="0" indent="0">
              <a:spcAft>
                <a:spcPts val="267"/>
              </a:spcAft>
              <a:buNone/>
              <a:defRPr sz="12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2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p:txBody>
      </p:sp>
      <p:sp>
        <p:nvSpPr>
          <p:cNvPr id="6" name="Text Placeholder 5">
            <a:extLst>
              <a:ext uri="{FF2B5EF4-FFF2-40B4-BE49-F238E27FC236}">
                <a16:creationId xmlns:a16="http://schemas.microsoft.com/office/drawing/2014/main" id="{08C7EC0A-DE98-38CE-AFC3-B90030BE5EDC}"/>
              </a:ext>
            </a:extLst>
          </p:cNvPr>
          <p:cNvSpPr>
            <a:spLocks noGrp="1"/>
          </p:cNvSpPr>
          <p:nvPr>
            <p:ph type="body" sz="quarter" idx="57" hasCustomPrompt="1"/>
          </p:nvPr>
        </p:nvSpPr>
        <p:spPr>
          <a:xfrm>
            <a:off x="4751160" y="5166757"/>
            <a:ext cx="1384618" cy="601303"/>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accent2"/>
                </a:solidFill>
                <a:latin typeface="Graphik Semibold" panose="020B0503030202060203" pitchFamily="34" charset="77"/>
                <a:ea typeface="+mn-ea"/>
                <a:cs typeface="+mn-cs"/>
              </a:defRPr>
            </a:lvl1pPr>
            <a:lvl2pPr marL="0" indent="0">
              <a:spcAft>
                <a:spcPts val="800"/>
              </a:spcAft>
              <a:buNone/>
              <a:defRPr lang="en-US" sz="1000" b="0" i="0" kern="1200">
                <a:solidFill>
                  <a:schemeClr val="tx1"/>
                </a:solidFill>
                <a:latin typeface="+mn-lt"/>
                <a:ea typeface="+mn-ea"/>
                <a:cs typeface="+mn-cs"/>
              </a:defRPr>
            </a:lvl2pPr>
            <a:lvl3pPr marL="0" indent="0">
              <a:spcAft>
                <a:spcPts val="267"/>
              </a:spcAft>
              <a:buNone/>
              <a:defRPr sz="12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2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p:txBody>
      </p:sp>
      <p:sp>
        <p:nvSpPr>
          <p:cNvPr id="7" name="Text Placeholder 6">
            <a:extLst>
              <a:ext uri="{FF2B5EF4-FFF2-40B4-BE49-F238E27FC236}">
                <a16:creationId xmlns:a16="http://schemas.microsoft.com/office/drawing/2014/main" id="{B90A955C-7D16-1E89-F214-1FE4ABD4D8DF}"/>
              </a:ext>
            </a:extLst>
          </p:cNvPr>
          <p:cNvSpPr>
            <a:spLocks noGrp="1"/>
          </p:cNvSpPr>
          <p:nvPr>
            <p:ph type="body" sz="quarter" idx="58" hasCustomPrompt="1"/>
          </p:nvPr>
        </p:nvSpPr>
        <p:spPr>
          <a:xfrm>
            <a:off x="6532027" y="5166757"/>
            <a:ext cx="1384618" cy="601303"/>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accent2"/>
                </a:solidFill>
                <a:latin typeface="Graphik Semibold" panose="020B0503030202060203" pitchFamily="34" charset="77"/>
                <a:ea typeface="+mn-ea"/>
                <a:cs typeface="+mn-cs"/>
              </a:defRPr>
            </a:lvl1pPr>
            <a:lvl2pPr marL="0" indent="0">
              <a:spcAft>
                <a:spcPts val="800"/>
              </a:spcAft>
              <a:buNone/>
              <a:defRPr lang="en-US" sz="1000" b="0" i="0" kern="1200">
                <a:solidFill>
                  <a:schemeClr val="tx1"/>
                </a:solidFill>
                <a:latin typeface="+mn-lt"/>
                <a:ea typeface="+mn-ea"/>
                <a:cs typeface="+mn-cs"/>
              </a:defRPr>
            </a:lvl2pPr>
            <a:lvl3pPr marL="0" indent="0">
              <a:spcAft>
                <a:spcPts val="267"/>
              </a:spcAft>
              <a:buNone/>
              <a:defRPr sz="12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2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p:txBody>
      </p:sp>
      <p:sp>
        <p:nvSpPr>
          <p:cNvPr id="8" name="Text Placeholder 7">
            <a:extLst>
              <a:ext uri="{FF2B5EF4-FFF2-40B4-BE49-F238E27FC236}">
                <a16:creationId xmlns:a16="http://schemas.microsoft.com/office/drawing/2014/main" id="{E2562963-2880-9DF0-CBA4-3B8CB37B8C6B}"/>
              </a:ext>
            </a:extLst>
          </p:cNvPr>
          <p:cNvSpPr>
            <a:spLocks noGrp="1"/>
          </p:cNvSpPr>
          <p:nvPr>
            <p:ph type="body" sz="quarter" idx="59" hasCustomPrompt="1"/>
          </p:nvPr>
        </p:nvSpPr>
        <p:spPr>
          <a:xfrm>
            <a:off x="8313954" y="5166757"/>
            <a:ext cx="1384618" cy="601303"/>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accent2"/>
                </a:solidFill>
                <a:latin typeface="Graphik Semibold" panose="020B0503030202060203" pitchFamily="34" charset="77"/>
                <a:ea typeface="+mn-ea"/>
                <a:cs typeface="+mn-cs"/>
              </a:defRPr>
            </a:lvl1pPr>
            <a:lvl2pPr marL="0" indent="0">
              <a:spcAft>
                <a:spcPts val="800"/>
              </a:spcAft>
              <a:buNone/>
              <a:defRPr lang="en-US" sz="1000" b="0" i="0" kern="1200">
                <a:solidFill>
                  <a:schemeClr val="tx1"/>
                </a:solidFill>
                <a:latin typeface="+mn-lt"/>
                <a:ea typeface="+mn-ea"/>
                <a:cs typeface="+mn-cs"/>
              </a:defRPr>
            </a:lvl2pPr>
            <a:lvl3pPr marL="0" indent="0">
              <a:spcAft>
                <a:spcPts val="267"/>
              </a:spcAft>
              <a:buNone/>
              <a:defRPr sz="12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2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p:txBody>
      </p:sp>
      <p:sp>
        <p:nvSpPr>
          <p:cNvPr id="9" name="Text Placeholder 8">
            <a:extLst>
              <a:ext uri="{FF2B5EF4-FFF2-40B4-BE49-F238E27FC236}">
                <a16:creationId xmlns:a16="http://schemas.microsoft.com/office/drawing/2014/main" id="{661BD90B-C753-B163-80B8-1E78E44062C3}"/>
              </a:ext>
            </a:extLst>
          </p:cNvPr>
          <p:cNvSpPr>
            <a:spLocks noGrp="1"/>
          </p:cNvSpPr>
          <p:nvPr>
            <p:ph type="body" sz="quarter" idx="60" hasCustomPrompt="1"/>
          </p:nvPr>
        </p:nvSpPr>
        <p:spPr>
          <a:xfrm>
            <a:off x="10095882" y="5166757"/>
            <a:ext cx="1384618" cy="601303"/>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accent2"/>
                </a:solidFill>
                <a:latin typeface="Graphik Semibold" panose="020B0503030202060203" pitchFamily="34" charset="77"/>
                <a:ea typeface="+mn-ea"/>
                <a:cs typeface="+mn-cs"/>
              </a:defRPr>
            </a:lvl1pPr>
            <a:lvl2pPr marL="0" indent="0">
              <a:spcAft>
                <a:spcPts val="800"/>
              </a:spcAft>
              <a:buNone/>
              <a:defRPr lang="en-US" sz="1000" b="0" i="0" kern="1200">
                <a:solidFill>
                  <a:schemeClr val="tx1"/>
                </a:solidFill>
                <a:latin typeface="+mn-lt"/>
                <a:ea typeface="+mn-ea"/>
                <a:cs typeface="+mn-cs"/>
              </a:defRPr>
            </a:lvl2pPr>
            <a:lvl3pPr marL="0" indent="0">
              <a:spcAft>
                <a:spcPts val="267"/>
              </a:spcAft>
              <a:buNone/>
              <a:defRPr sz="12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2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p:txBody>
      </p:sp>
      <p:sp>
        <p:nvSpPr>
          <p:cNvPr id="11" name="GTS_Purple">
            <a:extLst>
              <a:ext uri="{FF2B5EF4-FFF2-40B4-BE49-F238E27FC236}">
                <a16:creationId xmlns:a16="http://schemas.microsoft.com/office/drawing/2014/main" id="{B69C02E9-D221-652D-E7A0-F40E48E0A738}"/>
              </a:ext>
              <a:ext uri="{C183D7F6-B498-43B3-948B-1728B52AA6E4}">
                <adec:decorative xmlns:adec="http://schemas.microsoft.com/office/drawing/2017/decorative" val="1"/>
              </a:ext>
            </a:extLst>
          </p:cNvPr>
          <p:cNvSpPr>
            <a:spLocks noChangeAspect="1"/>
          </p:cNvSpPr>
          <p:nvPr userDrawn="1"/>
        </p:nvSpPr>
        <p:spPr bwMode="auto">
          <a:xfrm>
            <a:off x="553175" y="6390824"/>
            <a:ext cx="183203"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Tree>
    <p:extLst>
      <p:ext uri="{BB962C8B-B14F-4D97-AF65-F5344CB8AC3E}">
        <p14:creationId xmlns:p14="http://schemas.microsoft.com/office/powerpoint/2010/main" val="1514855834"/>
      </p:ext>
    </p:extLst>
  </p:cSld>
  <p:clrMapOvr>
    <a:overrideClrMapping bg1="dk1" tx1="lt1" bg2="dk2" tx2="lt2" accent1="accent1" accent2="accent2" accent3="accent3" accent4="accent4" accent5="accent5" accent6="accent6" hlink="hlink" folHlink="folHlink"/>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Content: column + image">
    <p:spTree>
      <p:nvGrpSpPr>
        <p:cNvPr id="1" name=""/>
        <p:cNvGrpSpPr/>
        <p:nvPr/>
      </p:nvGrpSpPr>
      <p:grpSpPr>
        <a:xfrm>
          <a:off x="0" y="0"/>
          <a:ext cx="0" cy="0"/>
          <a:chOff x="0" y="0"/>
          <a:chExt cx="0" cy="0"/>
        </a:xfrm>
      </p:grpSpPr>
      <p:sp>
        <p:nvSpPr>
          <p:cNvPr id="8" name="Text Placeholder 14">
            <a:extLst>
              <a:ext uri="{FF2B5EF4-FFF2-40B4-BE49-F238E27FC236}">
                <a16:creationId xmlns:a16="http://schemas.microsoft.com/office/drawing/2014/main" id="{4796047A-AB81-403A-B649-52C6F7827ECF}"/>
              </a:ext>
            </a:extLst>
          </p:cNvPr>
          <p:cNvSpPr>
            <a:spLocks noGrp="1"/>
          </p:cNvSpPr>
          <p:nvPr>
            <p:ph type="body" sz="quarter" idx="15" hasCustomPrompt="1"/>
          </p:nvPr>
        </p:nvSpPr>
        <p:spPr>
          <a:xfrm>
            <a:off x="554567" y="1608762"/>
            <a:ext cx="4684835" cy="4699968"/>
          </a:xfrm>
          <a:prstGeom prst="rect">
            <a:avLst/>
          </a:prstGeom>
        </p:spPr>
        <p:txBody>
          <a:bodyPr/>
          <a:lstStyle>
            <a:lvl1pPr marL="0" indent="0">
              <a:lnSpc>
                <a:spcPct val="90000"/>
              </a:lnSpc>
              <a:buNone/>
              <a:defRPr sz="1800" b="0" i="0">
                <a:solidFill>
                  <a:schemeClr val="tx1"/>
                </a:solidFill>
                <a:latin typeface="Graphik" panose="020B0503030202060203" pitchFamily="34" charset="77"/>
              </a:defRPr>
            </a:lvl1pPr>
            <a:lvl2pPr marL="228594" indent="-228594">
              <a:buFont typeface="Graphik" panose="020B0604020202020204" pitchFamily="34" charset="0"/>
              <a:buChar char="•"/>
              <a:defRPr sz="1200" b="0" i="0">
                <a:latin typeface="Graphik" panose="020B0503030202060203" pitchFamily="34" charset="77"/>
              </a:defRPr>
            </a:lvl2pPr>
            <a:lvl3pPr marL="457189">
              <a:buFont typeface="Graphik" panose="020B0503030202060203" pitchFamily="34" charset="0"/>
              <a:buChar char="–"/>
              <a:defRPr sz="1200" b="0" i="0">
                <a:latin typeface="Graphik" panose="020B0503030202060203" pitchFamily="34" charset="77"/>
              </a:defRPr>
            </a:lvl3pPr>
            <a:lvl4pPr marL="685783">
              <a:buFont typeface="Graphik" panose="020B0604020202020204" pitchFamily="34" charset="0"/>
              <a:buChar char="•"/>
              <a:defRPr sz="1100" b="0" i="0">
                <a:latin typeface="Graphik" panose="020B0503030202060203" pitchFamily="34" charset="77"/>
              </a:defRPr>
            </a:lvl4pPr>
            <a:lvl5pPr marL="914377">
              <a:buFont typeface="Graphik" panose="020B0503030202060203" pitchFamily="34" charset="0"/>
              <a:buChar char="–"/>
              <a:defRPr sz="1100" b="0" i="0">
                <a:latin typeface="Graphik" panose="020B0503030202060203" pitchFamily="34" charset="77"/>
              </a:defRPr>
            </a:lvl5pPr>
          </a:lstStyle>
          <a:p>
            <a:pPr lvl="0"/>
            <a:r>
              <a:rPr lang="en-US"/>
              <a:t>Place sub-headline </a:t>
            </a:r>
            <a:r>
              <a:rPr lang="en-GB"/>
              <a:t>here in </a:t>
            </a:r>
            <a:r>
              <a:rPr lang="en-GB" err="1"/>
              <a:t>Graphik</a:t>
            </a:r>
            <a:r>
              <a:rPr lang="en-US"/>
              <a:t>, indent for other levels</a:t>
            </a:r>
          </a:p>
          <a:p>
            <a:pPr lvl="1"/>
            <a:r>
              <a:rPr lang="en-US"/>
              <a:t>Second level</a:t>
            </a:r>
          </a:p>
          <a:p>
            <a:pPr lvl="2"/>
            <a:r>
              <a:rPr lang="en-US"/>
              <a:t>Third level bullet</a:t>
            </a:r>
          </a:p>
          <a:p>
            <a:pPr lvl="3"/>
            <a:r>
              <a:rPr lang="en-US"/>
              <a:t>Fourth level bullet</a:t>
            </a:r>
          </a:p>
          <a:p>
            <a:pPr lvl="4"/>
            <a:r>
              <a:rPr lang="en-US"/>
              <a:t>Fifth level bullet</a:t>
            </a:r>
          </a:p>
        </p:txBody>
      </p:sp>
      <p:sp>
        <p:nvSpPr>
          <p:cNvPr id="3" name="Picture Placeholder 2">
            <a:extLst>
              <a:ext uri="{FF2B5EF4-FFF2-40B4-BE49-F238E27FC236}">
                <a16:creationId xmlns:a16="http://schemas.microsoft.com/office/drawing/2014/main" id="{77AA6D93-92FF-400D-8AF3-C5AC33611540}"/>
              </a:ext>
            </a:extLst>
          </p:cNvPr>
          <p:cNvSpPr>
            <a:spLocks noGrp="1"/>
          </p:cNvSpPr>
          <p:nvPr>
            <p:ph type="pic" idx="1" hasCustomPrompt="1"/>
          </p:nvPr>
        </p:nvSpPr>
        <p:spPr>
          <a:xfrm>
            <a:off x="6096000" y="549276"/>
            <a:ext cx="5541431" cy="5759454"/>
          </a:xfrm>
          <a:prstGeom prst="rect">
            <a:avLst/>
          </a:prstGeom>
          <a:solidFill>
            <a:schemeClr val="bg1">
              <a:lumMod val="95000"/>
            </a:schemeClr>
          </a:solidFill>
        </p:spPr>
        <p:txBody>
          <a:bodyPr tIns="548640" anchor="t"/>
          <a:lstStyle>
            <a:lvl1pPr marL="0" indent="0" algn="ctr" defTabSz="914377" rtl="0" eaLnBrk="1" latinLnBrk="0" hangingPunct="1">
              <a:lnSpc>
                <a:spcPct val="100000"/>
              </a:lnSpc>
              <a:spcBef>
                <a:spcPts val="0"/>
              </a:spcBef>
              <a:spcAft>
                <a:spcPts val="1200"/>
              </a:spcAft>
              <a:buFont typeface="Graphik" panose="020B0604020202020204" pitchFamily="34" charset="0"/>
              <a:buNone/>
              <a:defRPr lang="en-US" sz="1400" b="0" i="0" kern="1200" dirty="0">
                <a:solidFill>
                  <a:schemeClr val="tx1"/>
                </a:solidFill>
                <a:latin typeface="Graphik" panose="020B0503030202060203" pitchFamily="34" charset="77"/>
                <a:ea typeface="+mn-ea"/>
                <a:cs typeface="+mn-cs"/>
              </a:defRPr>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r>
              <a:rPr lang="en-GB"/>
              <a:t>Drag picture to placeholder or click icon to add, then ‘Send to Back’</a:t>
            </a:r>
            <a:endParaRPr lang="en-US"/>
          </a:p>
        </p:txBody>
      </p:sp>
      <p:sp>
        <p:nvSpPr>
          <p:cNvPr id="7" name="Title 2">
            <a:extLst>
              <a:ext uri="{FF2B5EF4-FFF2-40B4-BE49-F238E27FC236}">
                <a16:creationId xmlns:a16="http://schemas.microsoft.com/office/drawing/2014/main" id="{A5DA1A25-51CF-5AD1-5E56-0DCBF1E1C695}"/>
              </a:ext>
            </a:extLst>
          </p:cNvPr>
          <p:cNvSpPr>
            <a:spLocks noGrp="1"/>
          </p:cNvSpPr>
          <p:nvPr>
            <p:ph type="title"/>
          </p:nvPr>
        </p:nvSpPr>
        <p:spPr>
          <a:xfrm>
            <a:off x="556467" y="572599"/>
            <a:ext cx="4684836" cy="916835"/>
          </a:xfrm>
        </p:spPr>
        <p:txBody>
          <a:bodyPr/>
          <a:lstStyle/>
          <a:p>
            <a:r>
              <a:rPr lang="en-GB"/>
              <a:t>Click to edit Master title style</a:t>
            </a:r>
            <a:endParaRPr lang="en-US"/>
          </a:p>
        </p:txBody>
      </p:sp>
      <p:sp>
        <p:nvSpPr>
          <p:cNvPr id="9" name="TextBox 8">
            <a:extLst>
              <a:ext uri="{FF2B5EF4-FFF2-40B4-BE49-F238E27FC236}">
                <a16:creationId xmlns:a16="http://schemas.microsoft.com/office/drawing/2014/main" id="{5932412D-AD03-BACB-C691-EC79CDF8A06A}"/>
              </a:ext>
            </a:extLst>
          </p:cNvPr>
          <p:cNvSpPr txBox="1"/>
          <p:nvPr userDrawn="1"/>
        </p:nvSpPr>
        <p:spPr>
          <a:xfrm>
            <a:off x="5618375" y="2686639"/>
            <a:ext cx="0" cy="0"/>
          </a:xfrm>
          <a:prstGeom prst="rect">
            <a:avLst/>
          </a:prstGeom>
          <a:noFill/>
        </p:spPr>
        <p:txBody>
          <a:bodyPr wrap="none" lIns="0" tIns="0" rIns="0" bIns="0" rtlCol="0">
            <a:noAutofit/>
          </a:bodyPr>
          <a:lstStyle/>
          <a:p>
            <a:pPr algn="l" defTabSz="228600">
              <a:spcAft>
                <a:spcPts val="1200"/>
              </a:spcAft>
            </a:pPr>
            <a:endParaRPr lang="en-US" noProof="0"/>
          </a:p>
        </p:txBody>
      </p:sp>
    </p:spTree>
    <p:extLst>
      <p:ext uri="{BB962C8B-B14F-4D97-AF65-F5344CB8AC3E}">
        <p14:creationId xmlns:p14="http://schemas.microsoft.com/office/powerpoint/2010/main" val="1238254043"/>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preserve="1" userDrawn="1">
  <p:cSld name="Content: column + image, purple">
    <p:bg>
      <p:bgPr>
        <a:solidFill>
          <a:schemeClr val="tx2"/>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0C6C9FFF-540B-B570-4E7C-61946F9149B2}"/>
              </a:ext>
            </a:extLst>
          </p:cNvPr>
          <p:cNvSpPr>
            <a:spLocks noGrp="1"/>
          </p:cNvSpPr>
          <p:nvPr>
            <p:ph type="title" hasCustomPrompt="1"/>
          </p:nvPr>
        </p:nvSpPr>
        <p:spPr>
          <a:xfrm>
            <a:off x="6533256" y="1354138"/>
            <a:ext cx="4595950" cy="1034129"/>
          </a:xfrm>
          <a:prstGeom prst="rect">
            <a:avLst/>
          </a:prstGeom>
        </p:spPr>
        <p:txBody>
          <a:bodyPr anchor="b"/>
          <a:lstStyle>
            <a:lvl1pPr>
              <a:defRPr sz="4200"/>
            </a:lvl1pPr>
          </a:lstStyle>
          <a:p>
            <a:r>
              <a:rPr lang="en-GB"/>
              <a:t>Click to edit Section title style</a:t>
            </a:r>
            <a:endParaRPr lang="en-US"/>
          </a:p>
        </p:txBody>
      </p:sp>
      <p:sp>
        <p:nvSpPr>
          <p:cNvPr id="38" name="Picture Placeholder 35">
            <a:extLst>
              <a:ext uri="{FF2B5EF4-FFF2-40B4-BE49-F238E27FC236}">
                <a16:creationId xmlns:a16="http://schemas.microsoft.com/office/drawing/2014/main" id="{92A5DC07-3811-41E7-B3BC-1DF4ED905C75}"/>
              </a:ext>
            </a:extLst>
          </p:cNvPr>
          <p:cNvSpPr>
            <a:spLocks noGrp="1"/>
          </p:cNvSpPr>
          <p:nvPr>
            <p:ph type="pic" sz="quarter" idx="16" hasCustomPrompt="1"/>
          </p:nvPr>
        </p:nvSpPr>
        <p:spPr>
          <a:xfrm>
            <a:off x="0" y="549275"/>
            <a:ext cx="6007099" cy="5561126"/>
          </a:xfrm>
          <a:prstGeom prst="rect">
            <a:avLst/>
          </a:prstGeom>
          <a:solidFill>
            <a:schemeClr val="tx1">
              <a:lumMod val="95000"/>
            </a:schemeClr>
          </a:solidFill>
        </p:spPr>
        <p:txBody>
          <a:bodyPr lIns="0" tIns="210312" anchor="ctr"/>
          <a:lstStyle>
            <a:lvl1pPr marL="0" indent="0" algn="ctr">
              <a:buNone/>
              <a:defRPr sz="1400" b="0" i="0">
                <a:solidFill>
                  <a:schemeClr val="bg1"/>
                </a:solidFill>
                <a:latin typeface="Graphik" panose="020B0503030202060203" pitchFamily="34" charset="77"/>
              </a:defRPr>
            </a:lvl1pPr>
          </a:lstStyle>
          <a:p>
            <a:r>
              <a:rPr lang="en-GB"/>
              <a:t>Drag picture to placeholder or click icon to add</a:t>
            </a:r>
            <a:endParaRPr lang="en-US"/>
          </a:p>
        </p:txBody>
      </p:sp>
      <p:sp>
        <p:nvSpPr>
          <p:cNvPr id="6" name="Text Placeholder 14">
            <a:extLst>
              <a:ext uri="{FF2B5EF4-FFF2-40B4-BE49-F238E27FC236}">
                <a16:creationId xmlns:a16="http://schemas.microsoft.com/office/drawing/2014/main" id="{45230204-CC18-5C95-0BFC-9C8E11430BCA}"/>
              </a:ext>
            </a:extLst>
          </p:cNvPr>
          <p:cNvSpPr>
            <a:spLocks noGrp="1"/>
          </p:cNvSpPr>
          <p:nvPr>
            <p:ph type="body" sz="quarter" idx="15" hasCustomPrompt="1"/>
          </p:nvPr>
        </p:nvSpPr>
        <p:spPr>
          <a:xfrm>
            <a:off x="6533256" y="2662862"/>
            <a:ext cx="4684835" cy="3598238"/>
          </a:xfrm>
          <a:prstGeom prst="rect">
            <a:avLst/>
          </a:prstGeom>
        </p:spPr>
        <p:txBody>
          <a:bodyPr/>
          <a:lstStyle>
            <a:lvl1pPr marL="0" indent="0">
              <a:lnSpc>
                <a:spcPct val="90000"/>
              </a:lnSpc>
              <a:buNone/>
              <a:defRPr sz="1800" b="0" i="0">
                <a:solidFill>
                  <a:schemeClr val="tx1"/>
                </a:solidFill>
                <a:latin typeface="Graphik" panose="020B0503030202060203" pitchFamily="34" charset="77"/>
              </a:defRPr>
            </a:lvl1pPr>
            <a:lvl2pPr marL="228594" indent="-228594">
              <a:buFont typeface="Graphik" panose="020B0604020202020204" pitchFamily="34" charset="0"/>
              <a:buChar char="•"/>
              <a:defRPr sz="1200" b="0" i="0">
                <a:latin typeface="Graphik" panose="020B0503030202060203" pitchFamily="34" charset="77"/>
              </a:defRPr>
            </a:lvl2pPr>
            <a:lvl3pPr marL="457189">
              <a:buFont typeface="Graphik" panose="020B0503030202060203" pitchFamily="34" charset="0"/>
              <a:buChar char="–"/>
              <a:defRPr sz="1200" b="0" i="0">
                <a:latin typeface="Graphik" panose="020B0503030202060203" pitchFamily="34" charset="77"/>
              </a:defRPr>
            </a:lvl3pPr>
            <a:lvl4pPr marL="685783">
              <a:buFont typeface="Graphik" panose="020B0604020202020204" pitchFamily="34" charset="0"/>
              <a:buChar char="•"/>
              <a:defRPr sz="1100" b="0" i="0">
                <a:latin typeface="Graphik" panose="020B0503030202060203" pitchFamily="34" charset="77"/>
              </a:defRPr>
            </a:lvl4pPr>
            <a:lvl5pPr marL="914377">
              <a:buFont typeface="Graphik" panose="020B0503030202060203" pitchFamily="34" charset="0"/>
              <a:buChar char="–"/>
              <a:defRPr sz="1100" b="0" i="0">
                <a:latin typeface="Graphik" panose="020B0503030202060203" pitchFamily="34" charset="77"/>
              </a:defRPr>
            </a:lvl5pPr>
          </a:lstStyle>
          <a:p>
            <a:pPr lvl="0"/>
            <a:r>
              <a:rPr lang="en-US"/>
              <a:t>Place sub-headline </a:t>
            </a:r>
            <a:r>
              <a:rPr lang="en-GB"/>
              <a:t>here in </a:t>
            </a:r>
            <a:r>
              <a:rPr lang="en-GB" err="1"/>
              <a:t>Graphik</a:t>
            </a:r>
            <a:r>
              <a:rPr lang="en-US"/>
              <a:t>, indent for other levels</a:t>
            </a:r>
          </a:p>
          <a:p>
            <a:pPr lvl="1"/>
            <a:r>
              <a:rPr lang="en-US"/>
              <a:t>Second level</a:t>
            </a:r>
          </a:p>
          <a:p>
            <a:pPr lvl="2"/>
            <a:r>
              <a:rPr lang="en-US"/>
              <a:t>Third level bullet</a:t>
            </a:r>
          </a:p>
          <a:p>
            <a:pPr lvl="3"/>
            <a:r>
              <a:rPr lang="en-US"/>
              <a:t>Fourth level bullet</a:t>
            </a:r>
          </a:p>
          <a:p>
            <a:pPr lvl="4"/>
            <a:r>
              <a:rPr lang="en-US"/>
              <a:t>Fifth level bullet</a:t>
            </a:r>
          </a:p>
        </p:txBody>
      </p:sp>
      <p:sp>
        <p:nvSpPr>
          <p:cNvPr id="3" name="GTS_WH">
            <a:extLst>
              <a:ext uri="{FF2B5EF4-FFF2-40B4-BE49-F238E27FC236}">
                <a16:creationId xmlns:a16="http://schemas.microsoft.com/office/drawing/2014/main" id="{717D1E3E-BD53-CBF3-62AF-19504EE818A5}"/>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
        <p:nvSpPr>
          <p:cNvPr id="5" name="copyright">
            <a:extLst>
              <a:ext uri="{FF2B5EF4-FFF2-40B4-BE49-F238E27FC236}">
                <a16:creationId xmlns:a16="http://schemas.microsoft.com/office/drawing/2014/main" id="{2474523B-1F34-A604-B640-C5B887005C9D}"/>
              </a:ext>
            </a:extLst>
          </p:cNvPr>
          <p:cNvSpPr txBox="1"/>
          <p:nvPr userDrawn="1"/>
        </p:nvSpPr>
        <p:spPr>
          <a:xfrm>
            <a:off x="9031909" y="6429853"/>
            <a:ext cx="2398092"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a:solidFill>
                  <a:srgbClr val="FFFFFF">
                    <a:alpha val="75000"/>
                  </a:srgbClr>
                </a:solidFill>
                <a:latin typeface="Graphik" panose="020B0503030202060203" pitchFamily="34" charset="77"/>
              </a:rPr>
              <a:t>Copyright © 2025 Accenture. All rights reserved.</a:t>
            </a:r>
            <a:endParaRPr lang="en-US" sz="1351" noProof="0">
              <a:solidFill>
                <a:srgbClr val="FFFFFF">
                  <a:alpha val="75000"/>
                </a:srgbClr>
              </a:solidFill>
              <a:latin typeface="Graphik" panose="020B0503030202060203" pitchFamily="34" charset="77"/>
            </a:endParaRPr>
          </a:p>
        </p:txBody>
      </p:sp>
      <p:sp>
        <p:nvSpPr>
          <p:cNvPr id="7" name="slide number automatic">
            <a:extLst>
              <a:ext uri="{FF2B5EF4-FFF2-40B4-BE49-F238E27FC236}">
                <a16:creationId xmlns:a16="http://schemas.microsoft.com/office/drawing/2014/main" id="{28236719-F299-27AE-8104-D07B5280084D}"/>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rgbClr val="FFFFFF">
                    <a:alpha val="75000"/>
                  </a:srgb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rgbClr val="FFFFFF">
                  <a:alpha val="75000"/>
                </a:srgbClr>
              </a:solidFill>
              <a:latin typeface="+mj-lt"/>
            </a:endParaRPr>
          </a:p>
        </p:txBody>
      </p:sp>
    </p:spTree>
    <p:extLst>
      <p:ext uri="{BB962C8B-B14F-4D97-AF65-F5344CB8AC3E}">
        <p14:creationId xmlns:p14="http://schemas.microsoft.com/office/powerpoint/2010/main" val="2751328374"/>
      </p:ext>
    </p:extLst>
  </p:cSld>
  <p:clrMapOvr>
    <a:overrideClrMapping bg1="dk1" tx1="lt1" bg2="dk2" tx2="lt2" accent1="accent1" accent2="accent2" accent3="accent3" accent4="accent4" accent5="accent5" accent6="accent6" hlink="hlink" folHlink="folHlink"/>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preserve="1" userDrawn="1">
  <p:cSld name="Content: column + image, dark mode">
    <p:bg>
      <p:bgPr>
        <a:solidFill>
          <a:srgbClr val="000000"/>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E89B75D-7DDF-ED09-FE69-8B56D6AED919}"/>
              </a:ext>
            </a:extLst>
          </p:cNvPr>
          <p:cNvSpPr>
            <a:spLocks noGrp="1"/>
          </p:cNvSpPr>
          <p:nvPr>
            <p:ph type="title" hasCustomPrompt="1"/>
          </p:nvPr>
        </p:nvSpPr>
        <p:spPr>
          <a:xfrm>
            <a:off x="6533256" y="1354138"/>
            <a:ext cx="4595950" cy="1034129"/>
          </a:xfrm>
          <a:prstGeom prst="rect">
            <a:avLst/>
          </a:prstGeom>
        </p:spPr>
        <p:txBody>
          <a:bodyPr anchor="b"/>
          <a:lstStyle>
            <a:lvl1pPr>
              <a:defRPr sz="4200"/>
            </a:lvl1pPr>
          </a:lstStyle>
          <a:p>
            <a:r>
              <a:rPr lang="en-GB"/>
              <a:t>Click to edit Section title style</a:t>
            </a:r>
            <a:endParaRPr lang="en-US"/>
          </a:p>
        </p:txBody>
      </p:sp>
      <p:sp>
        <p:nvSpPr>
          <p:cNvPr id="5" name="Text Placeholder 14">
            <a:extLst>
              <a:ext uri="{FF2B5EF4-FFF2-40B4-BE49-F238E27FC236}">
                <a16:creationId xmlns:a16="http://schemas.microsoft.com/office/drawing/2014/main" id="{B4655C9C-EA3F-C392-C162-DB5AFB91842A}"/>
              </a:ext>
            </a:extLst>
          </p:cNvPr>
          <p:cNvSpPr>
            <a:spLocks noGrp="1"/>
          </p:cNvSpPr>
          <p:nvPr>
            <p:ph type="body" sz="quarter" idx="15" hasCustomPrompt="1"/>
          </p:nvPr>
        </p:nvSpPr>
        <p:spPr>
          <a:xfrm>
            <a:off x="6533256" y="2662862"/>
            <a:ext cx="4684835" cy="3598238"/>
          </a:xfrm>
          <a:prstGeom prst="rect">
            <a:avLst/>
          </a:prstGeom>
        </p:spPr>
        <p:txBody>
          <a:bodyPr/>
          <a:lstStyle>
            <a:lvl1pPr marL="0" indent="0">
              <a:lnSpc>
                <a:spcPct val="90000"/>
              </a:lnSpc>
              <a:buNone/>
              <a:defRPr sz="1800" b="0" i="0">
                <a:solidFill>
                  <a:schemeClr val="tx1"/>
                </a:solidFill>
                <a:latin typeface="Graphik" panose="020B0503030202060203" pitchFamily="34" charset="77"/>
              </a:defRPr>
            </a:lvl1pPr>
            <a:lvl2pPr marL="228594" indent="-228594">
              <a:buFont typeface="Graphik" panose="020B0604020202020204" pitchFamily="34" charset="0"/>
              <a:buChar char="•"/>
              <a:defRPr sz="1200" b="0" i="0">
                <a:latin typeface="Graphik" panose="020B0503030202060203" pitchFamily="34" charset="77"/>
              </a:defRPr>
            </a:lvl2pPr>
            <a:lvl3pPr marL="457189">
              <a:buFont typeface="Graphik" panose="020B0503030202060203" pitchFamily="34" charset="0"/>
              <a:buChar char="–"/>
              <a:defRPr sz="1200" b="0" i="0">
                <a:latin typeface="Graphik" panose="020B0503030202060203" pitchFamily="34" charset="77"/>
              </a:defRPr>
            </a:lvl3pPr>
            <a:lvl4pPr marL="685783">
              <a:buFont typeface="Graphik" panose="020B0604020202020204" pitchFamily="34" charset="0"/>
              <a:buChar char="•"/>
              <a:defRPr sz="1100" b="0" i="0">
                <a:latin typeface="Graphik" panose="020B0503030202060203" pitchFamily="34" charset="77"/>
              </a:defRPr>
            </a:lvl4pPr>
            <a:lvl5pPr marL="914377">
              <a:buFont typeface="Graphik" panose="020B0503030202060203" pitchFamily="34" charset="0"/>
              <a:buChar char="–"/>
              <a:defRPr sz="1100" b="0" i="0">
                <a:latin typeface="Graphik" panose="020B0503030202060203" pitchFamily="34" charset="77"/>
              </a:defRPr>
            </a:lvl5pPr>
          </a:lstStyle>
          <a:p>
            <a:pPr lvl="0"/>
            <a:r>
              <a:rPr lang="en-US"/>
              <a:t>Place sub-headline </a:t>
            </a:r>
            <a:r>
              <a:rPr lang="en-GB"/>
              <a:t>here in </a:t>
            </a:r>
            <a:r>
              <a:rPr lang="en-GB" err="1"/>
              <a:t>Graphik</a:t>
            </a:r>
            <a:r>
              <a:rPr lang="en-US"/>
              <a:t>, indent for other levels</a:t>
            </a:r>
          </a:p>
          <a:p>
            <a:pPr lvl="1"/>
            <a:r>
              <a:rPr lang="en-US"/>
              <a:t>Second level</a:t>
            </a:r>
          </a:p>
          <a:p>
            <a:pPr lvl="2"/>
            <a:r>
              <a:rPr lang="en-US"/>
              <a:t>Third level bullet</a:t>
            </a:r>
          </a:p>
          <a:p>
            <a:pPr lvl="3"/>
            <a:r>
              <a:rPr lang="en-US"/>
              <a:t>Fourth level bullet</a:t>
            </a:r>
          </a:p>
          <a:p>
            <a:pPr lvl="4"/>
            <a:r>
              <a:rPr lang="en-US"/>
              <a:t>Fifth level bullet</a:t>
            </a:r>
          </a:p>
        </p:txBody>
      </p:sp>
      <p:sp>
        <p:nvSpPr>
          <p:cNvPr id="4" name="Picture Placeholder 35">
            <a:extLst>
              <a:ext uri="{FF2B5EF4-FFF2-40B4-BE49-F238E27FC236}">
                <a16:creationId xmlns:a16="http://schemas.microsoft.com/office/drawing/2014/main" id="{E30B0B1B-B70F-0FD3-F9A3-B0EE6C801E7F}"/>
              </a:ext>
            </a:extLst>
          </p:cNvPr>
          <p:cNvSpPr>
            <a:spLocks noGrp="1"/>
          </p:cNvSpPr>
          <p:nvPr>
            <p:ph type="pic" sz="quarter" idx="16" hasCustomPrompt="1"/>
          </p:nvPr>
        </p:nvSpPr>
        <p:spPr>
          <a:xfrm>
            <a:off x="0" y="549275"/>
            <a:ext cx="6007100" cy="5561126"/>
          </a:xfrm>
          <a:prstGeom prst="rect">
            <a:avLst/>
          </a:prstGeom>
          <a:solidFill>
            <a:schemeClr val="tx1">
              <a:lumMod val="95000"/>
            </a:schemeClr>
          </a:solidFill>
        </p:spPr>
        <p:txBody>
          <a:bodyPr lIns="0" tIns="210312" anchor="ctr"/>
          <a:lstStyle>
            <a:lvl1pPr marL="0" indent="0" algn="ctr">
              <a:buNone/>
              <a:defRPr sz="1400" b="0" i="0">
                <a:solidFill>
                  <a:schemeClr val="bg1"/>
                </a:solidFill>
                <a:latin typeface="Graphik" panose="020B0503030202060203" pitchFamily="34" charset="77"/>
              </a:defRPr>
            </a:lvl1pPr>
          </a:lstStyle>
          <a:p>
            <a:r>
              <a:rPr lang="en-GB"/>
              <a:t>Drag picture to placeholder or click icon to add</a:t>
            </a:r>
            <a:endParaRPr lang="en-US"/>
          </a:p>
        </p:txBody>
      </p:sp>
      <p:sp>
        <p:nvSpPr>
          <p:cNvPr id="3" name="GTS_WH">
            <a:extLst>
              <a:ext uri="{FF2B5EF4-FFF2-40B4-BE49-F238E27FC236}">
                <a16:creationId xmlns:a16="http://schemas.microsoft.com/office/drawing/2014/main" id="{717D1E3E-BD53-CBF3-62AF-19504EE818A5}"/>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
        <p:nvSpPr>
          <p:cNvPr id="6" name="copyright">
            <a:extLst>
              <a:ext uri="{FF2B5EF4-FFF2-40B4-BE49-F238E27FC236}">
                <a16:creationId xmlns:a16="http://schemas.microsoft.com/office/drawing/2014/main" id="{71CDECC6-DEE3-D5F7-A7C8-D4473D9F4F71}"/>
              </a:ext>
            </a:extLst>
          </p:cNvPr>
          <p:cNvSpPr txBox="1"/>
          <p:nvPr userDrawn="1"/>
        </p:nvSpPr>
        <p:spPr>
          <a:xfrm>
            <a:off x="9031909" y="6429853"/>
            <a:ext cx="2398092"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a:solidFill>
                  <a:srgbClr val="FFFFFF">
                    <a:alpha val="75000"/>
                  </a:srgbClr>
                </a:solidFill>
                <a:latin typeface="Graphik" panose="020B0503030202060203" pitchFamily="34" charset="77"/>
              </a:rPr>
              <a:t>Copyright © 2025 Accenture. All rights reserved.</a:t>
            </a:r>
            <a:endParaRPr lang="en-US" sz="1351" noProof="0">
              <a:solidFill>
                <a:srgbClr val="FFFFFF">
                  <a:alpha val="75000"/>
                </a:srgbClr>
              </a:solidFill>
              <a:latin typeface="Graphik" panose="020B0503030202060203" pitchFamily="34" charset="77"/>
            </a:endParaRPr>
          </a:p>
        </p:txBody>
      </p:sp>
      <p:sp>
        <p:nvSpPr>
          <p:cNvPr id="7" name="slide number automatic">
            <a:extLst>
              <a:ext uri="{FF2B5EF4-FFF2-40B4-BE49-F238E27FC236}">
                <a16:creationId xmlns:a16="http://schemas.microsoft.com/office/drawing/2014/main" id="{829128A2-7647-DB1F-6198-C2A2C402A7BC}"/>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rgbClr val="FFFFFF">
                    <a:alpha val="75000"/>
                  </a:srgb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rgbClr val="FFFFFF">
                  <a:alpha val="75000"/>
                </a:srgbClr>
              </a:solidFill>
              <a:latin typeface="+mj-lt"/>
            </a:endParaRPr>
          </a:p>
        </p:txBody>
      </p:sp>
    </p:spTree>
    <p:extLst>
      <p:ext uri="{BB962C8B-B14F-4D97-AF65-F5344CB8AC3E}">
        <p14:creationId xmlns:p14="http://schemas.microsoft.com/office/powerpoint/2010/main" val="4208589992"/>
      </p:ext>
    </p:extLst>
  </p:cSld>
  <p:clrMapOvr>
    <a:overrideClrMapping bg1="dk1" tx1="lt1" bg2="dk2" tx2="lt2" accent1="accent1" accent2="accent2" accent3="accent3" accent4="accent4" accent5="accent5" accent6="accent6" hlink="hlink" folHlink="folHlink"/>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Content: custom 1">
    <p:spTree>
      <p:nvGrpSpPr>
        <p:cNvPr id="1" name=""/>
        <p:cNvGrpSpPr/>
        <p:nvPr/>
      </p:nvGrpSpPr>
      <p:grpSpPr>
        <a:xfrm>
          <a:off x="0" y="0"/>
          <a:ext cx="0" cy="0"/>
          <a:chOff x="0" y="0"/>
          <a:chExt cx="0" cy="0"/>
        </a:xfrm>
      </p:grpSpPr>
      <p:sp>
        <p:nvSpPr>
          <p:cNvPr id="21" name="Title 1">
            <a:extLst>
              <a:ext uri="{FF2B5EF4-FFF2-40B4-BE49-F238E27FC236}">
                <a16:creationId xmlns:a16="http://schemas.microsoft.com/office/drawing/2014/main" id="{9BDC0A4D-E346-3CCE-788C-9669BEFC9B76}"/>
              </a:ext>
            </a:extLst>
          </p:cNvPr>
          <p:cNvSpPr>
            <a:spLocks noGrp="1"/>
          </p:cNvSpPr>
          <p:nvPr>
            <p:ph type="title" hasCustomPrompt="1"/>
          </p:nvPr>
        </p:nvSpPr>
        <p:spPr>
          <a:xfrm>
            <a:off x="554569" y="1351442"/>
            <a:ext cx="4118519" cy="1772793"/>
          </a:xfrm>
          <a:prstGeom prst="rect">
            <a:avLst/>
          </a:prstGeom>
        </p:spPr>
        <p:txBody>
          <a:bodyPr anchor="b"/>
          <a:lstStyle>
            <a:lvl1pPr>
              <a:defRPr sz="4800"/>
            </a:lvl1pPr>
          </a:lstStyle>
          <a:p>
            <a:r>
              <a:rPr lang="en-US"/>
              <a:t>Click to edit Section title style</a:t>
            </a:r>
          </a:p>
        </p:txBody>
      </p:sp>
      <p:sp>
        <p:nvSpPr>
          <p:cNvPr id="18" name="Picture Placeholder 18">
            <a:extLst>
              <a:ext uri="{FF2B5EF4-FFF2-40B4-BE49-F238E27FC236}">
                <a16:creationId xmlns:a16="http://schemas.microsoft.com/office/drawing/2014/main" id="{D9945356-3D82-526D-F3EC-EF9A544BCDC7}"/>
              </a:ext>
            </a:extLst>
          </p:cNvPr>
          <p:cNvSpPr>
            <a:spLocks noGrp="1"/>
          </p:cNvSpPr>
          <p:nvPr>
            <p:ph type="pic" sz="quarter" idx="36" hasCustomPrompt="1"/>
          </p:nvPr>
        </p:nvSpPr>
        <p:spPr bwMode="gray">
          <a:xfrm>
            <a:off x="5040827" y="554497"/>
            <a:ext cx="3110068" cy="1524000"/>
          </a:xfrm>
          <a:prstGeom prst="rect">
            <a:avLst/>
          </a:prstGeom>
          <a:solidFill>
            <a:schemeClr val="bg1">
              <a:lumMod val="95000"/>
            </a:schemeClr>
          </a:solidFill>
          <a:effectLst/>
        </p:spPr>
        <p:txBody>
          <a:bodyPr lIns="180000" tIns="180000" rIns="180000" bIns="180000" anchor="ctr"/>
          <a:lstStyle>
            <a:lvl1pPr marL="0" indent="0" algn="ctr">
              <a:buNone/>
              <a:defRPr sz="1400" b="0" i="0">
                <a:solidFill>
                  <a:schemeClr val="tx1"/>
                </a:solidFill>
                <a:latin typeface="Graphik" panose="020B0503030202060203" pitchFamily="34" charset="77"/>
              </a:defRPr>
            </a:lvl1pPr>
          </a:lstStyle>
          <a:p>
            <a:r>
              <a:rPr lang="en-GB"/>
              <a:t>Drag picture to placeholder or click icon to add</a:t>
            </a:r>
            <a:endParaRPr lang="en-US"/>
          </a:p>
        </p:txBody>
      </p:sp>
      <p:sp>
        <p:nvSpPr>
          <p:cNvPr id="6" name="Text Placeholder 5">
            <a:extLst>
              <a:ext uri="{FF2B5EF4-FFF2-40B4-BE49-F238E27FC236}">
                <a16:creationId xmlns:a16="http://schemas.microsoft.com/office/drawing/2014/main" id="{C4602F9E-5DF1-F42B-7D21-8791F0ABAE8F}"/>
              </a:ext>
            </a:extLst>
          </p:cNvPr>
          <p:cNvSpPr>
            <a:spLocks noGrp="1"/>
          </p:cNvSpPr>
          <p:nvPr>
            <p:ph type="body" sz="quarter" idx="39"/>
          </p:nvPr>
        </p:nvSpPr>
        <p:spPr>
          <a:xfrm>
            <a:off x="5068197" y="2302697"/>
            <a:ext cx="3082698" cy="904614"/>
          </a:xfrm>
        </p:spPr>
        <p:txBody>
          <a:bodyPr/>
          <a:lstStyle>
            <a:lvl1pPr>
              <a:defRPr>
                <a:solidFill>
                  <a:schemeClr val="bg2"/>
                </a:solidFill>
                <a:latin typeface="+mj-lt"/>
              </a:defRPr>
            </a:lvl1pPr>
            <a:lvl2pPr marL="0" indent="0">
              <a:buNone/>
              <a:defRPr/>
            </a:lvl2pPr>
          </a:lstStyle>
          <a:p>
            <a:pPr lvl="0"/>
            <a:r>
              <a:rPr lang="en-GB"/>
              <a:t>Click to edit Master text styles</a:t>
            </a:r>
          </a:p>
          <a:p>
            <a:pPr lvl="1"/>
            <a:r>
              <a:rPr lang="en-GB"/>
              <a:t>Second level</a:t>
            </a:r>
          </a:p>
        </p:txBody>
      </p:sp>
      <p:sp>
        <p:nvSpPr>
          <p:cNvPr id="20" name="Picture Placeholder 18">
            <a:extLst>
              <a:ext uri="{FF2B5EF4-FFF2-40B4-BE49-F238E27FC236}">
                <a16:creationId xmlns:a16="http://schemas.microsoft.com/office/drawing/2014/main" id="{043D01E8-2D14-8582-D392-AC17CD2A4198}"/>
              </a:ext>
            </a:extLst>
          </p:cNvPr>
          <p:cNvSpPr>
            <a:spLocks noGrp="1"/>
          </p:cNvSpPr>
          <p:nvPr>
            <p:ph type="pic" sz="quarter" idx="38" hasCustomPrompt="1"/>
          </p:nvPr>
        </p:nvSpPr>
        <p:spPr bwMode="gray">
          <a:xfrm>
            <a:off x="8516471" y="554497"/>
            <a:ext cx="3110068" cy="1524000"/>
          </a:xfrm>
          <a:prstGeom prst="rect">
            <a:avLst/>
          </a:prstGeom>
          <a:solidFill>
            <a:schemeClr val="bg1">
              <a:lumMod val="95000"/>
            </a:schemeClr>
          </a:solidFill>
          <a:effectLst/>
        </p:spPr>
        <p:txBody>
          <a:bodyPr lIns="180000" tIns="180000" rIns="180000" bIns="180000" anchor="ctr"/>
          <a:lstStyle>
            <a:lvl1pPr marL="0" indent="0" algn="ctr">
              <a:buNone/>
              <a:defRPr sz="1400" b="0" i="0">
                <a:solidFill>
                  <a:schemeClr val="tx1"/>
                </a:solidFill>
                <a:latin typeface="Graphik" panose="020B0503030202060203" pitchFamily="34" charset="77"/>
              </a:defRPr>
            </a:lvl1pPr>
          </a:lstStyle>
          <a:p>
            <a:r>
              <a:rPr lang="en-GB"/>
              <a:t>Drag picture to placeholder or click icon to add</a:t>
            </a:r>
            <a:endParaRPr lang="en-US"/>
          </a:p>
        </p:txBody>
      </p:sp>
      <p:sp>
        <p:nvSpPr>
          <p:cNvPr id="7" name="Text Placeholder 5">
            <a:extLst>
              <a:ext uri="{FF2B5EF4-FFF2-40B4-BE49-F238E27FC236}">
                <a16:creationId xmlns:a16="http://schemas.microsoft.com/office/drawing/2014/main" id="{B286CD00-6CFB-20C2-A09E-D720E0360520}"/>
              </a:ext>
            </a:extLst>
          </p:cNvPr>
          <p:cNvSpPr>
            <a:spLocks noGrp="1"/>
          </p:cNvSpPr>
          <p:nvPr>
            <p:ph type="body" sz="quarter" idx="40"/>
          </p:nvPr>
        </p:nvSpPr>
        <p:spPr>
          <a:xfrm>
            <a:off x="8516471" y="2302697"/>
            <a:ext cx="3082698" cy="904614"/>
          </a:xfrm>
        </p:spPr>
        <p:txBody>
          <a:bodyPr/>
          <a:lstStyle>
            <a:lvl1pPr>
              <a:defRPr>
                <a:solidFill>
                  <a:schemeClr val="bg2"/>
                </a:solidFill>
                <a:latin typeface="+mj-lt"/>
              </a:defRPr>
            </a:lvl1pPr>
            <a:lvl2pPr marL="0" indent="0">
              <a:buNone/>
              <a:defRPr/>
            </a:lvl2pPr>
          </a:lstStyle>
          <a:p>
            <a:pPr lvl="0"/>
            <a:r>
              <a:rPr lang="en-GB"/>
              <a:t>Click to edit Master text styles</a:t>
            </a:r>
          </a:p>
          <a:p>
            <a:pPr lvl="1"/>
            <a:r>
              <a:rPr lang="en-GB"/>
              <a:t>Second level</a:t>
            </a:r>
          </a:p>
        </p:txBody>
      </p:sp>
      <p:sp>
        <p:nvSpPr>
          <p:cNvPr id="10" name="Picture Placeholder 18">
            <a:extLst>
              <a:ext uri="{FF2B5EF4-FFF2-40B4-BE49-F238E27FC236}">
                <a16:creationId xmlns:a16="http://schemas.microsoft.com/office/drawing/2014/main" id="{5552C60D-F6B3-15A8-3518-C6B4BC2F4D3B}"/>
              </a:ext>
            </a:extLst>
          </p:cNvPr>
          <p:cNvSpPr>
            <a:spLocks noGrp="1"/>
          </p:cNvSpPr>
          <p:nvPr>
            <p:ph type="pic" sz="quarter" idx="13" hasCustomPrompt="1"/>
          </p:nvPr>
        </p:nvSpPr>
        <p:spPr bwMode="gray">
          <a:xfrm>
            <a:off x="5040827" y="3650689"/>
            <a:ext cx="3110068" cy="1524000"/>
          </a:xfrm>
          <a:prstGeom prst="rect">
            <a:avLst/>
          </a:prstGeom>
          <a:solidFill>
            <a:schemeClr val="bg1">
              <a:lumMod val="95000"/>
            </a:schemeClr>
          </a:solidFill>
          <a:effectLst/>
        </p:spPr>
        <p:txBody>
          <a:bodyPr lIns="180000" tIns="180000" rIns="180000" bIns="180000" anchor="ctr"/>
          <a:lstStyle>
            <a:lvl1pPr marL="0" indent="0" algn="ctr">
              <a:buNone/>
              <a:defRPr sz="1400" b="0" i="0">
                <a:solidFill>
                  <a:schemeClr val="tx1"/>
                </a:solidFill>
                <a:latin typeface="Graphik" panose="020B0503030202060203" pitchFamily="34" charset="77"/>
              </a:defRPr>
            </a:lvl1pPr>
          </a:lstStyle>
          <a:p>
            <a:r>
              <a:rPr lang="en-GB"/>
              <a:t>Drag picture to placeholder or click icon to add</a:t>
            </a:r>
            <a:endParaRPr lang="en-US"/>
          </a:p>
        </p:txBody>
      </p:sp>
      <p:sp>
        <p:nvSpPr>
          <p:cNvPr id="8" name="Text Placeholder 5">
            <a:extLst>
              <a:ext uri="{FF2B5EF4-FFF2-40B4-BE49-F238E27FC236}">
                <a16:creationId xmlns:a16="http://schemas.microsoft.com/office/drawing/2014/main" id="{0C3EB0FF-A89F-1F16-2674-8CA149E690B3}"/>
              </a:ext>
            </a:extLst>
          </p:cNvPr>
          <p:cNvSpPr>
            <a:spLocks noGrp="1"/>
          </p:cNvSpPr>
          <p:nvPr>
            <p:ph type="body" sz="quarter" idx="41"/>
          </p:nvPr>
        </p:nvSpPr>
        <p:spPr>
          <a:xfrm>
            <a:off x="5068197" y="5404111"/>
            <a:ext cx="3082698" cy="904614"/>
          </a:xfrm>
        </p:spPr>
        <p:txBody>
          <a:bodyPr/>
          <a:lstStyle>
            <a:lvl1pPr>
              <a:defRPr>
                <a:solidFill>
                  <a:schemeClr val="bg2"/>
                </a:solidFill>
                <a:latin typeface="+mj-lt"/>
              </a:defRPr>
            </a:lvl1pPr>
            <a:lvl2pPr marL="0" indent="0">
              <a:buNone/>
              <a:defRPr/>
            </a:lvl2pPr>
          </a:lstStyle>
          <a:p>
            <a:pPr lvl="0"/>
            <a:r>
              <a:rPr lang="en-GB"/>
              <a:t>Click to edit Master text styles</a:t>
            </a:r>
          </a:p>
          <a:p>
            <a:pPr lvl="1"/>
            <a:r>
              <a:rPr lang="en-GB"/>
              <a:t>Second level</a:t>
            </a:r>
          </a:p>
        </p:txBody>
      </p:sp>
      <p:sp>
        <p:nvSpPr>
          <p:cNvPr id="12" name="Picture Placeholder 18">
            <a:extLst>
              <a:ext uri="{FF2B5EF4-FFF2-40B4-BE49-F238E27FC236}">
                <a16:creationId xmlns:a16="http://schemas.microsoft.com/office/drawing/2014/main" id="{8BB12B5F-02FD-86E4-33E5-F8118970C9C9}"/>
              </a:ext>
            </a:extLst>
          </p:cNvPr>
          <p:cNvSpPr>
            <a:spLocks noGrp="1"/>
          </p:cNvSpPr>
          <p:nvPr>
            <p:ph type="pic" sz="quarter" idx="34" hasCustomPrompt="1"/>
          </p:nvPr>
        </p:nvSpPr>
        <p:spPr bwMode="gray">
          <a:xfrm>
            <a:off x="8516471" y="3650689"/>
            <a:ext cx="3110068" cy="1524000"/>
          </a:xfrm>
          <a:prstGeom prst="rect">
            <a:avLst/>
          </a:prstGeom>
          <a:solidFill>
            <a:schemeClr val="bg1">
              <a:lumMod val="95000"/>
            </a:schemeClr>
          </a:solidFill>
          <a:effectLst/>
        </p:spPr>
        <p:txBody>
          <a:bodyPr lIns="180000" tIns="180000" rIns="180000" bIns="180000" anchor="ctr"/>
          <a:lstStyle>
            <a:lvl1pPr marL="0" indent="0" algn="ctr">
              <a:buNone/>
              <a:defRPr sz="1400" b="0" i="0">
                <a:solidFill>
                  <a:schemeClr val="tx1"/>
                </a:solidFill>
                <a:latin typeface="Graphik" panose="020B0503030202060203" pitchFamily="34" charset="77"/>
              </a:defRPr>
            </a:lvl1pPr>
          </a:lstStyle>
          <a:p>
            <a:r>
              <a:rPr lang="en-GB"/>
              <a:t>Drag picture to placeholder or click icon to add</a:t>
            </a:r>
            <a:endParaRPr lang="en-US"/>
          </a:p>
        </p:txBody>
      </p:sp>
      <p:sp>
        <p:nvSpPr>
          <p:cNvPr id="13" name="Text Placeholder 5">
            <a:extLst>
              <a:ext uri="{FF2B5EF4-FFF2-40B4-BE49-F238E27FC236}">
                <a16:creationId xmlns:a16="http://schemas.microsoft.com/office/drawing/2014/main" id="{2CFC039C-2FE3-6F68-1711-363159A29E21}"/>
              </a:ext>
            </a:extLst>
          </p:cNvPr>
          <p:cNvSpPr>
            <a:spLocks noGrp="1"/>
          </p:cNvSpPr>
          <p:nvPr>
            <p:ph type="body" sz="quarter" idx="42"/>
          </p:nvPr>
        </p:nvSpPr>
        <p:spPr>
          <a:xfrm>
            <a:off x="8516471" y="5404111"/>
            <a:ext cx="3082698" cy="904614"/>
          </a:xfrm>
        </p:spPr>
        <p:txBody>
          <a:bodyPr/>
          <a:lstStyle>
            <a:lvl1pPr>
              <a:defRPr>
                <a:solidFill>
                  <a:schemeClr val="bg2"/>
                </a:solidFill>
                <a:latin typeface="+mj-lt"/>
              </a:defRPr>
            </a:lvl1pPr>
            <a:lvl2pPr marL="0" indent="0">
              <a:buNone/>
              <a:defRPr/>
            </a:lvl2pPr>
          </a:lstStyle>
          <a:p>
            <a:pPr lvl="0"/>
            <a:r>
              <a:rPr lang="en-GB"/>
              <a:t>Click to edit Master text styles</a:t>
            </a:r>
          </a:p>
          <a:p>
            <a:pPr lvl="1"/>
            <a:r>
              <a:rPr lang="en-GB"/>
              <a:t>Second level</a:t>
            </a:r>
          </a:p>
        </p:txBody>
      </p:sp>
    </p:spTree>
    <p:extLst>
      <p:ext uri="{BB962C8B-B14F-4D97-AF65-F5344CB8AC3E}">
        <p14:creationId xmlns:p14="http://schemas.microsoft.com/office/powerpoint/2010/main" val="2668212852"/>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Content: statistics + image, light and purple">
    <p:bg>
      <p:bgRef idx="1001">
        <a:schemeClr val="bg1"/>
      </p:bgRef>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BB918B6-32FF-4857-A645-C1032AFAEF62}"/>
              </a:ext>
            </a:extLst>
          </p:cNvPr>
          <p:cNvSpPr>
            <a:spLocks noGrp="1"/>
          </p:cNvSpPr>
          <p:nvPr>
            <p:ph type="title" hasCustomPrompt="1"/>
          </p:nvPr>
        </p:nvSpPr>
        <p:spPr>
          <a:xfrm>
            <a:off x="561601" y="1085532"/>
            <a:ext cx="5292575" cy="984885"/>
          </a:xfrm>
          <a:prstGeom prst="rect">
            <a:avLst/>
          </a:prstGeom>
        </p:spPr>
        <p:txBody>
          <a:bodyPr anchor="ctr"/>
          <a:lstStyle>
            <a:lvl1pPr>
              <a:defRPr sz="4000"/>
            </a:lvl1pPr>
          </a:lstStyle>
          <a:p>
            <a:r>
              <a:rPr lang="en-US"/>
              <a:t>Place headline in </a:t>
            </a:r>
            <a:r>
              <a:rPr lang="en-US" err="1"/>
              <a:t>Graphik</a:t>
            </a:r>
            <a:r>
              <a:rPr lang="en-US"/>
              <a:t> Semibold</a:t>
            </a:r>
          </a:p>
        </p:txBody>
      </p:sp>
      <p:sp>
        <p:nvSpPr>
          <p:cNvPr id="38" name="Picture Placeholder 3">
            <a:extLst>
              <a:ext uri="{FF2B5EF4-FFF2-40B4-BE49-F238E27FC236}">
                <a16:creationId xmlns:a16="http://schemas.microsoft.com/office/drawing/2014/main" id="{92A5DC07-3811-41E7-B3BC-1DF4ED905C75}"/>
              </a:ext>
            </a:extLst>
          </p:cNvPr>
          <p:cNvSpPr>
            <a:spLocks noGrp="1"/>
          </p:cNvSpPr>
          <p:nvPr>
            <p:ph type="pic" sz="quarter" idx="16" hasCustomPrompt="1"/>
          </p:nvPr>
        </p:nvSpPr>
        <p:spPr bwMode="gray">
          <a:xfrm>
            <a:off x="6095976" y="0"/>
            <a:ext cx="3048024" cy="3089456"/>
          </a:xfrm>
          <a:prstGeom prst="rect">
            <a:avLst/>
          </a:prstGeom>
          <a:solidFill>
            <a:schemeClr val="bg1">
              <a:lumMod val="95000"/>
            </a:schemeClr>
          </a:solidFill>
        </p:spPr>
        <p:txBody>
          <a:bodyPr tIns="274320" anchor="ctr"/>
          <a:lstStyle>
            <a:lvl1pPr marL="0" indent="0" algn="ctr">
              <a:buNone/>
              <a:defRPr sz="1400" b="0" i="0">
                <a:solidFill>
                  <a:schemeClr val="tx1"/>
                </a:solidFill>
                <a:latin typeface="Graphik" panose="020B0503030202060203" pitchFamily="34" charset="77"/>
              </a:defRPr>
            </a:lvl1pPr>
          </a:lstStyle>
          <a:p>
            <a:r>
              <a:rPr lang="en-GB"/>
              <a:t>Drag picture to placeholder </a:t>
            </a:r>
          </a:p>
          <a:p>
            <a:r>
              <a:rPr lang="en-GB"/>
              <a:t>or click icon to add</a:t>
            </a:r>
            <a:endParaRPr lang="en-US"/>
          </a:p>
        </p:txBody>
      </p:sp>
      <p:sp>
        <p:nvSpPr>
          <p:cNvPr id="46" name="Text Placeholder 4">
            <a:extLst>
              <a:ext uri="{FF2B5EF4-FFF2-40B4-BE49-F238E27FC236}">
                <a16:creationId xmlns:a16="http://schemas.microsoft.com/office/drawing/2014/main" id="{FFC38A35-5CA3-4459-9AC5-201C71534956}"/>
              </a:ext>
            </a:extLst>
          </p:cNvPr>
          <p:cNvSpPr>
            <a:spLocks noGrp="1"/>
          </p:cNvSpPr>
          <p:nvPr>
            <p:ph type="body" sz="quarter" idx="17" hasCustomPrompt="1"/>
          </p:nvPr>
        </p:nvSpPr>
        <p:spPr>
          <a:xfrm>
            <a:off x="9525005" y="319269"/>
            <a:ext cx="2285996" cy="912223"/>
          </a:xfrm>
          <a:prstGeom prst="rect">
            <a:avLst/>
          </a:prstGeom>
        </p:spPr>
        <p:txBody>
          <a:bodyPr anchor="ctr"/>
          <a:lstStyle>
            <a:lvl1pPr marL="0" indent="0">
              <a:buNone/>
              <a:defRPr lang="en-US" sz="5333" b="1" i="0" kern="1200" dirty="0">
                <a:solidFill>
                  <a:schemeClr val="bg2"/>
                </a:solidFill>
                <a:latin typeface="Graphik Semibold" panose="020B0503030202060203" pitchFamily="34" charset="77"/>
                <a:ea typeface="+mn-ea"/>
                <a:cs typeface="+mn-cs"/>
              </a:defRPr>
            </a:lvl1pPr>
            <a:lvl2pPr>
              <a:defRPr/>
            </a:lvl2pPr>
            <a:lvl3pPr>
              <a:defRPr/>
            </a:lvl3pPr>
            <a:lvl4pPr>
              <a:defRPr/>
            </a:lvl4pPr>
            <a:lvl5pPr>
              <a:defRPr/>
            </a:lvl5pPr>
          </a:lstStyle>
          <a:p>
            <a:pPr marL="228594" lvl="0" indent="-228594" algn="l" defTabSz="914377" rtl="0" eaLnBrk="1" latinLnBrk="0" hangingPunct="1">
              <a:lnSpc>
                <a:spcPct val="100000"/>
              </a:lnSpc>
              <a:spcBef>
                <a:spcPts val="0"/>
              </a:spcBef>
              <a:spcAft>
                <a:spcPts val="1200"/>
              </a:spcAft>
            </a:pPr>
            <a:r>
              <a:rPr lang="en-GB"/>
              <a:t>00x</a:t>
            </a:r>
            <a:endParaRPr lang="en-US"/>
          </a:p>
        </p:txBody>
      </p:sp>
      <p:sp>
        <p:nvSpPr>
          <p:cNvPr id="10" name="Text Placeholder 6">
            <a:extLst>
              <a:ext uri="{FF2B5EF4-FFF2-40B4-BE49-F238E27FC236}">
                <a16:creationId xmlns:a16="http://schemas.microsoft.com/office/drawing/2014/main" id="{0E13751C-7DFF-BC74-C2E3-F873D7210D7F}"/>
              </a:ext>
            </a:extLst>
          </p:cNvPr>
          <p:cNvSpPr>
            <a:spLocks noGrp="1"/>
          </p:cNvSpPr>
          <p:nvPr>
            <p:ph type="body" sz="quarter" idx="32"/>
          </p:nvPr>
        </p:nvSpPr>
        <p:spPr>
          <a:xfrm>
            <a:off x="9525004" y="1472692"/>
            <a:ext cx="2286000" cy="1439333"/>
          </a:xfrm>
        </p:spPr>
        <p:txBody>
          <a:bodyPr/>
          <a:lstStyle>
            <a:lvl1pPr>
              <a:spcAft>
                <a:spcPts val="600"/>
              </a:spcAft>
              <a:defRPr sz="1800" i="0">
                <a:latin typeface="+mj-lt"/>
              </a:defRPr>
            </a:lvl1pPr>
            <a:lvl2pPr marL="0" indent="0">
              <a:spcAft>
                <a:spcPts val="600"/>
              </a:spcAft>
              <a:buNone/>
              <a:defRPr sz="1200"/>
            </a:lvl2pPr>
            <a:lvl3pPr marL="230394" indent="-230394">
              <a:spcAft>
                <a:spcPts val="600"/>
              </a:spcAft>
              <a:buFont typeface="Arial" panose="020B0604020202020204" pitchFamily="34" charset="0"/>
              <a:buChar char="•"/>
              <a:tabLst/>
              <a:defRPr sz="1200"/>
            </a:lvl3pPr>
            <a:lvl4pPr marL="230394" indent="-230394">
              <a:spcAft>
                <a:spcPts val="600"/>
              </a:spcAft>
              <a:defRPr sz="1200"/>
            </a:lvl4pPr>
            <a:lvl5pPr marL="230394" indent="-228594">
              <a:spcAft>
                <a:spcPts val="600"/>
              </a:spcAft>
              <a:buFont typeface="Arial" panose="020B0604020202020204" pitchFamily="34" charset="0"/>
              <a:buChar char="•"/>
              <a:tabLst/>
              <a:defRPr sz="12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21" name="Picture Placeholder 6">
            <a:extLst>
              <a:ext uri="{FF2B5EF4-FFF2-40B4-BE49-F238E27FC236}">
                <a16:creationId xmlns:a16="http://schemas.microsoft.com/office/drawing/2014/main" id="{4CA191CE-F49B-4889-A102-DDD1279F3FB2}"/>
              </a:ext>
            </a:extLst>
          </p:cNvPr>
          <p:cNvSpPr>
            <a:spLocks noGrp="1"/>
          </p:cNvSpPr>
          <p:nvPr>
            <p:ph type="pic" sz="quarter" idx="23" hasCustomPrompt="1"/>
          </p:nvPr>
        </p:nvSpPr>
        <p:spPr bwMode="gray">
          <a:xfrm>
            <a:off x="0" y="3089456"/>
            <a:ext cx="3048000" cy="3039884"/>
          </a:xfrm>
          <a:prstGeom prst="rect">
            <a:avLst/>
          </a:prstGeom>
          <a:solidFill>
            <a:schemeClr val="bg1">
              <a:lumMod val="95000"/>
            </a:schemeClr>
          </a:solidFill>
        </p:spPr>
        <p:txBody>
          <a:bodyPr vert="horz" lIns="0" tIns="274320" rIns="0" bIns="0" rtlCol="0" anchor="ctr">
            <a:noAutofit/>
          </a:bodyPr>
          <a:lstStyle>
            <a:lvl1pPr marL="0" indent="0" algn="ctr">
              <a:buNone/>
              <a:defRPr lang="en-US" sz="1400" b="0" i="0" dirty="0">
                <a:latin typeface="Graphik" panose="020B0503030202060203" pitchFamily="34" charset="77"/>
              </a:defRPr>
            </a:lvl1pPr>
          </a:lstStyle>
          <a:p>
            <a:pPr marL="228594" lvl="0" indent="-228594" algn="ctr"/>
            <a:r>
              <a:rPr lang="en-GB"/>
              <a:t>Drag picture to placeholder </a:t>
            </a:r>
          </a:p>
          <a:p>
            <a:pPr marL="228594" lvl="0" indent="-228594" algn="ctr"/>
            <a:r>
              <a:rPr lang="en-GB"/>
              <a:t>or click icon to add</a:t>
            </a:r>
            <a:endParaRPr lang="en-US"/>
          </a:p>
        </p:txBody>
      </p:sp>
      <p:sp>
        <p:nvSpPr>
          <p:cNvPr id="8" name="Rectangle 7">
            <a:extLst>
              <a:ext uri="{FF2B5EF4-FFF2-40B4-BE49-F238E27FC236}">
                <a16:creationId xmlns:a16="http://schemas.microsoft.com/office/drawing/2014/main" id="{3D16F949-3472-4EBC-9DC1-05EC807C9FC0}"/>
              </a:ext>
              <a:ext uri="{C183D7F6-B498-43B3-948B-1728B52AA6E4}">
                <adec:decorative xmlns:adec="http://schemas.microsoft.com/office/drawing/2017/decorative" val="1"/>
              </a:ext>
            </a:extLst>
          </p:cNvPr>
          <p:cNvSpPr/>
          <p:nvPr userDrawn="1"/>
        </p:nvSpPr>
        <p:spPr bwMode="white">
          <a:xfrm>
            <a:off x="3048000" y="3089456"/>
            <a:ext cx="3047968" cy="3039884"/>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a:solidFill>
                <a:srgbClr val="FFFFFF"/>
              </a:solidFill>
              <a:latin typeface="Graphik" panose="020B0503030202060203" pitchFamily="34" charset="77"/>
            </a:endParaRPr>
          </a:p>
        </p:txBody>
      </p:sp>
      <p:sp>
        <p:nvSpPr>
          <p:cNvPr id="48" name="Text Placeholder 7">
            <a:extLst>
              <a:ext uri="{FF2B5EF4-FFF2-40B4-BE49-F238E27FC236}">
                <a16:creationId xmlns:a16="http://schemas.microsoft.com/office/drawing/2014/main" id="{84A1985F-A4F6-4997-A4BD-E305CB1A47A6}"/>
              </a:ext>
            </a:extLst>
          </p:cNvPr>
          <p:cNvSpPr>
            <a:spLocks noGrp="1"/>
          </p:cNvSpPr>
          <p:nvPr>
            <p:ph type="body" sz="quarter" idx="19" hasCustomPrompt="1"/>
          </p:nvPr>
        </p:nvSpPr>
        <p:spPr>
          <a:xfrm>
            <a:off x="3428989" y="3384433"/>
            <a:ext cx="2285996" cy="912223"/>
          </a:xfrm>
          <a:prstGeom prst="rect">
            <a:avLst/>
          </a:prstGeom>
        </p:spPr>
        <p:txBody>
          <a:bodyPr anchor="ctr"/>
          <a:lstStyle>
            <a:lvl1pPr marL="0" indent="0">
              <a:buNone/>
              <a:defRPr lang="en-US" sz="5333" b="0" i="0" kern="1200" dirty="0">
                <a:solidFill>
                  <a:schemeClr val="bg1"/>
                </a:solidFill>
                <a:latin typeface="Graphik Semibold" panose="020B0503030202060203" pitchFamily="34" charset="77"/>
                <a:ea typeface="+mn-ea"/>
                <a:cs typeface="+mn-cs"/>
              </a:defRPr>
            </a:lvl1pPr>
            <a:lvl2pPr>
              <a:defRPr/>
            </a:lvl2pPr>
            <a:lvl3pPr>
              <a:defRPr/>
            </a:lvl3pPr>
            <a:lvl4pPr>
              <a:defRPr/>
            </a:lvl4pPr>
            <a:lvl5pPr>
              <a:defRPr/>
            </a:lvl5pPr>
          </a:lstStyle>
          <a:p>
            <a:pPr marL="228594" lvl="0" indent="-228594" algn="l" defTabSz="914377" rtl="0" eaLnBrk="1" latinLnBrk="0" hangingPunct="1">
              <a:lnSpc>
                <a:spcPct val="100000"/>
              </a:lnSpc>
              <a:spcBef>
                <a:spcPts val="0"/>
              </a:spcBef>
              <a:spcAft>
                <a:spcPts val="1200"/>
              </a:spcAft>
            </a:pPr>
            <a:r>
              <a:rPr lang="en-GB"/>
              <a:t>00x</a:t>
            </a:r>
            <a:endParaRPr lang="en-US"/>
          </a:p>
        </p:txBody>
      </p:sp>
      <p:sp>
        <p:nvSpPr>
          <p:cNvPr id="7" name="Text Placeholder 6">
            <a:extLst>
              <a:ext uri="{FF2B5EF4-FFF2-40B4-BE49-F238E27FC236}">
                <a16:creationId xmlns:a16="http://schemas.microsoft.com/office/drawing/2014/main" id="{177CEAEA-C612-CFB5-8548-FA7A606FA780}"/>
              </a:ext>
            </a:extLst>
          </p:cNvPr>
          <p:cNvSpPr>
            <a:spLocks noGrp="1"/>
          </p:cNvSpPr>
          <p:nvPr>
            <p:ph type="body" sz="quarter" idx="30"/>
          </p:nvPr>
        </p:nvSpPr>
        <p:spPr>
          <a:xfrm>
            <a:off x="3428948" y="4508500"/>
            <a:ext cx="2286000" cy="1439333"/>
          </a:xfrm>
        </p:spPr>
        <p:txBody>
          <a:bodyPr/>
          <a:lstStyle>
            <a:lvl1pPr>
              <a:spcAft>
                <a:spcPts val="600"/>
              </a:spcAft>
              <a:defRPr sz="1800" i="0">
                <a:solidFill>
                  <a:srgbClr val="FFFFFF"/>
                </a:solidFill>
                <a:latin typeface="+mj-lt"/>
              </a:defRPr>
            </a:lvl1pPr>
            <a:lvl2pPr marL="0" indent="0">
              <a:spcAft>
                <a:spcPts val="600"/>
              </a:spcAft>
              <a:buNone/>
              <a:defRPr sz="1200">
                <a:solidFill>
                  <a:srgbClr val="FFFFFF"/>
                </a:solidFill>
              </a:defRPr>
            </a:lvl2pPr>
            <a:lvl3pPr marL="230394" indent="-230394">
              <a:spcAft>
                <a:spcPts val="600"/>
              </a:spcAft>
              <a:buFont typeface="Arial" panose="020B0604020202020204" pitchFamily="34" charset="0"/>
              <a:buChar char="•"/>
              <a:tabLst/>
              <a:defRPr sz="1200">
                <a:solidFill>
                  <a:srgbClr val="FFFFFF"/>
                </a:solidFill>
              </a:defRPr>
            </a:lvl3pPr>
            <a:lvl4pPr marL="230394" indent="-230394">
              <a:spcAft>
                <a:spcPts val="600"/>
              </a:spcAft>
              <a:defRPr sz="1200">
                <a:solidFill>
                  <a:srgbClr val="FFFFFF"/>
                </a:solidFill>
              </a:defRPr>
            </a:lvl4pPr>
            <a:lvl5pPr marL="230394" indent="-228594">
              <a:spcAft>
                <a:spcPts val="600"/>
              </a:spcAft>
              <a:buFont typeface="Arial" panose="020B0604020202020204" pitchFamily="34" charset="0"/>
              <a:buChar char="•"/>
              <a:tabLst/>
              <a:defRPr sz="1200">
                <a:solidFill>
                  <a:srgbClr val="FFFFFF"/>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0" name="Text Placeholder 9">
            <a:extLst>
              <a:ext uri="{FF2B5EF4-FFF2-40B4-BE49-F238E27FC236}">
                <a16:creationId xmlns:a16="http://schemas.microsoft.com/office/drawing/2014/main" id="{E5121ACC-7E33-431F-A8A1-419F515D4061}"/>
              </a:ext>
            </a:extLst>
          </p:cNvPr>
          <p:cNvSpPr>
            <a:spLocks noGrp="1"/>
          </p:cNvSpPr>
          <p:nvPr>
            <p:ph type="body" sz="quarter" idx="21" hasCustomPrompt="1"/>
          </p:nvPr>
        </p:nvSpPr>
        <p:spPr>
          <a:xfrm>
            <a:off x="6476999" y="3384433"/>
            <a:ext cx="2285996" cy="912223"/>
          </a:xfrm>
          <a:prstGeom prst="rect">
            <a:avLst/>
          </a:prstGeom>
        </p:spPr>
        <p:txBody>
          <a:bodyPr anchor="ctr"/>
          <a:lstStyle>
            <a:lvl1pPr marL="0" indent="0">
              <a:buNone/>
              <a:defRPr lang="en-US" sz="5333" b="1" i="0" kern="1200" dirty="0">
                <a:solidFill>
                  <a:schemeClr val="bg2"/>
                </a:solidFill>
                <a:latin typeface="Graphik Semibold" panose="020B0503030202060203" pitchFamily="34" charset="77"/>
                <a:ea typeface="+mn-ea"/>
                <a:cs typeface="+mn-cs"/>
              </a:defRPr>
            </a:lvl1pPr>
            <a:lvl2pPr>
              <a:defRPr/>
            </a:lvl2pPr>
            <a:lvl3pPr>
              <a:defRPr/>
            </a:lvl3pPr>
            <a:lvl4pPr>
              <a:defRPr/>
            </a:lvl4pPr>
            <a:lvl5pPr>
              <a:defRPr/>
            </a:lvl5pPr>
          </a:lstStyle>
          <a:p>
            <a:pPr marL="228594" lvl="0" indent="-228594" algn="l" defTabSz="914377" rtl="0" eaLnBrk="1" latinLnBrk="0" hangingPunct="1">
              <a:lnSpc>
                <a:spcPct val="100000"/>
              </a:lnSpc>
              <a:spcBef>
                <a:spcPts val="0"/>
              </a:spcBef>
              <a:spcAft>
                <a:spcPts val="1200"/>
              </a:spcAft>
            </a:pPr>
            <a:r>
              <a:rPr lang="en-GB"/>
              <a:t>00x</a:t>
            </a:r>
            <a:endParaRPr lang="en-US"/>
          </a:p>
        </p:txBody>
      </p:sp>
      <p:sp>
        <p:nvSpPr>
          <p:cNvPr id="4" name="Text Placeholder 6">
            <a:extLst>
              <a:ext uri="{FF2B5EF4-FFF2-40B4-BE49-F238E27FC236}">
                <a16:creationId xmlns:a16="http://schemas.microsoft.com/office/drawing/2014/main" id="{C15EB609-6106-F616-161A-9233408C6233}"/>
              </a:ext>
            </a:extLst>
          </p:cNvPr>
          <p:cNvSpPr>
            <a:spLocks noGrp="1"/>
          </p:cNvSpPr>
          <p:nvPr>
            <p:ph type="body" sz="quarter" idx="29"/>
          </p:nvPr>
        </p:nvSpPr>
        <p:spPr>
          <a:xfrm>
            <a:off x="6476916" y="4508500"/>
            <a:ext cx="2286000" cy="1439333"/>
          </a:xfrm>
        </p:spPr>
        <p:txBody>
          <a:bodyPr/>
          <a:lstStyle>
            <a:lvl1pPr>
              <a:spcAft>
                <a:spcPts val="600"/>
              </a:spcAft>
              <a:defRPr sz="1800" i="0">
                <a:latin typeface="+mj-lt"/>
              </a:defRPr>
            </a:lvl1pPr>
            <a:lvl2pPr marL="0" indent="0">
              <a:spcAft>
                <a:spcPts val="600"/>
              </a:spcAft>
              <a:buNone/>
              <a:defRPr sz="1200"/>
            </a:lvl2pPr>
            <a:lvl3pPr marL="230394" indent="-230394">
              <a:spcAft>
                <a:spcPts val="600"/>
              </a:spcAft>
              <a:buFont typeface="Arial" panose="020B0604020202020204" pitchFamily="34" charset="0"/>
              <a:buChar char="•"/>
              <a:tabLst/>
              <a:defRPr sz="1200"/>
            </a:lvl3pPr>
            <a:lvl4pPr marL="230394" indent="-230394">
              <a:spcAft>
                <a:spcPts val="600"/>
              </a:spcAft>
              <a:defRPr sz="1200"/>
            </a:lvl4pPr>
            <a:lvl5pPr marL="230394" indent="-228594">
              <a:spcAft>
                <a:spcPts val="600"/>
              </a:spcAft>
              <a:buFont typeface="Arial" panose="020B0604020202020204" pitchFamily="34" charset="0"/>
              <a:buChar char="•"/>
              <a:tabLst/>
              <a:defRPr sz="12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29" name="Rectangle 28">
            <a:extLst>
              <a:ext uri="{FF2B5EF4-FFF2-40B4-BE49-F238E27FC236}">
                <a16:creationId xmlns:a16="http://schemas.microsoft.com/office/drawing/2014/main" id="{F2E53630-789F-425F-8AB1-96EFF4EA1E46}"/>
              </a:ext>
              <a:ext uri="{C183D7F6-B498-43B3-948B-1728B52AA6E4}">
                <adec:decorative xmlns:adec="http://schemas.microsoft.com/office/drawing/2017/decorative" val="1"/>
              </a:ext>
            </a:extLst>
          </p:cNvPr>
          <p:cNvSpPr/>
          <p:nvPr userDrawn="1"/>
        </p:nvSpPr>
        <p:spPr bwMode="white">
          <a:xfrm>
            <a:off x="9144056" y="3089456"/>
            <a:ext cx="3047944" cy="303988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a:latin typeface="Graphik" panose="020B0503030202060203" pitchFamily="34" charset="77"/>
            </a:endParaRPr>
          </a:p>
        </p:txBody>
      </p:sp>
      <p:sp>
        <p:nvSpPr>
          <p:cNvPr id="24" name="Text Placeholder 11">
            <a:extLst>
              <a:ext uri="{FF2B5EF4-FFF2-40B4-BE49-F238E27FC236}">
                <a16:creationId xmlns:a16="http://schemas.microsoft.com/office/drawing/2014/main" id="{86209476-BF69-4014-99E6-B53C87141B48}"/>
              </a:ext>
            </a:extLst>
          </p:cNvPr>
          <p:cNvSpPr>
            <a:spLocks noGrp="1"/>
          </p:cNvSpPr>
          <p:nvPr>
            <p:ph type="body" sz="quarter" idx="24" hasCustomPrompt="1"/>
          </p:nvPr>
        </p:nvSpPr>
        <p:spPr>
          <a:xfrm>
            <a:off x="9525005" y="3384433"/>
            <a:ext cx="2285996" cy="912223"/>
          </a:xfrm>
          <a:prstGeom prst="rect">
            <a:avLst/>
          </a:prstGeom>
        </p:spPr>
        <p:txBody>
          <a:bodyPr anchor="ctr"/>
          <a:lstStyle>
            <a:lvl1pPr marL="0" indent="0">
              <a:buNone/>
              <a:defRPr lang="en-US" sz="5333" b="1" i="0" kern="1200" dirty="0">
                <a:solidFill>
                  <a:schemeClr val="bg2"/>
                </a:solidFill>
                <a:latin typeface="Graphik Semibold" panose="020B0503030202060203" pitchFamily="34" charset="77"/>
                <a:ea typeface="+mn-ea"/>
                <a:cs typeface="+mn-cs"/>
              </a:defRPr>
            </a:lvl1pPr>
            <a:lvl2pPr>
              <a:defRPr/>
            </a:lvl2pPr>
            <a:lvl3pPr>
              <a:defRPr/>
            </a:lvl3pPr>
            <a:lvl4pPr>
              <a:defRPr/>
            </a:lvl4pPr>
            <a:lvl5pPr>
              <a:defRPr/>
            </a:lvl5pPr>
          </a:lstStyle>
          <a:p>
            <a:pPr marL="228594" lvl="0" indent="-228594" algn="l" defTabSz="914377" rtl="0" eaLnBrk="1" latinLnBrk="0" hangingPunct="1">
              <a:lnSpc>
                <a:spcPct val="100000"/>
              </a:lnSpc>
              <a:spcBef>
                <a:spcPts val="0"/>
              </a:spcBef>
              <a:spcAft>
                <a:spcPts val="1200"/>
              </a:spcAft>
            </a:pPr>
            <a:r>
              <a:rPr lang="en-GB"/>
              <a:t>00x</a:t>
            </a:r>
            <a:endParaRPr lang="en-US"/>
          </a:p>
        </p:txBody>
      </p:sp>
      <p:sp>
        <p:nvSpPr>
          <p:cNvPr id="9" name="Text Placeholder 6">
            <a:extLst>
              <a:ext uri="{FF2B5EF4-FFF2-40B4-BE49-F238E27FC236}">
                <a16:creationId xmlns:a16="http://schemas.microsoft.com/office/drawing/2014/main" id="{8DB439E6-E715-1347-EEE3-DF2D5F246A0B}"/>
              </a:ext>
            </a:extLst>
          </p:cNvPr>
          <p:cNvSpPr>
            <a:spLocks noGrp="1"/>
          </p:cNvSpPr>
          <p:nvPr>
            <p:ph type="body" sz="quarter" idx="31"/>
          </p:nvPr>
        </p:nvSpPr>
        <p:spPr>
          <a:xfrm>
            <a:off x="9525004" y="4508500"/>
            <a:ext cx="2286000" cy="1439333"/>
          </a:xfrm>
        </p:spPr>
        <p:txBody>
          <a:bodyPr/>
          <a:lstStyle>
            <a:lvl1pPr>
              <a:spcAft>
                <a:spcPts val="600"/>
              </a:spcAft>
              <a:defRPr sz="1800" i="0">
                <a:latin typeface="+mj-lt"/>
              </a:defRPr>
            </a:lvl1pPr>
            <a:lvl2pPr marL="0" indent="0">
              <a:spcAft>
                <a:spcPts val="600"/>
              </a:spcAft>
              <a:buNone/>
              <a:defRPr sz="1200"/>
            </a:lvl2pPr>
            <a:lvl3pPr marL="230394" indent="-230394">
              <a:spcAft>
                <a:spcPts val="600"/>
              </a:spcAft>
              <a:buFont typeface="Arial" panose="020B0604020202020204" pitchFamily="34" charset="0"/>
              <a:buChar char="•"/>
              <a:tabLst/>
              <a:defRPr sz="1200"/>
            </a:lvl3pPr>
            <a:lvl4pPr marL="230394" indent="-230394">
              <a:spcAft>
                <a:spcPts val="600"/>
              </a:spcAft>
              <a:defRPr sz="1200"/>
            </a:lvl4pPr>
            <a:lvl5pPr marL="230394" indent="-228594">
              <a:spcAft>
                <a:spcPts val="600"/>
              </a:spcAft>
              <a:buFont typeface="Arial" panose="020B0604020202020204" pitchFamily="34" charset="0"/>
              <a:buChar char="•"/>
              <a:tabLst/>
              <a:defRPr sz="12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8" name="Bottom tag">
            <a:extLst>
              <a:ext uri="{FF2B5EF4-FFF2-40B4-BE49-F238E27FC236}">
                <a16:creationId xmlns:a16="http://schemas.microsoft.com/office/drawing/2014/main" id="{F77F3A03-358C-60D3-DCF9-8A5F831189BE}"/>
              </a:ext>
              <a:ext uri="{C183D7F6-B498-43B3-948B-1728B52AA6E4}">
                <adec:decorative xmlns:adec="http://schemas.microsoft.com/office/drawing/2017/decorative" val="1"/>
              </a:ext>
            </a:extLst>
          </p:cNvPr>
          <p:cNvSpPr/>
          <p:nvPr userDrawn="1"/>
        </p:nvSpPr>
        <p:spPr bwMode="white">
          <a:xfrm>
            <a:off x="0" y="6129340"/>
            <a:ext cx="12192000" cy="72866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a:latin typeface="Graphik" panose="020B0503030202060203" pitchFamily="34" charset="77"/>
            </a:endParaRPr>
          </a:p>
        </p:txBody>
      </p:sp>
      <p:sp>
        <p:nvSpPr>
          <p:cNvPr id="22" name="GTS_WH">
            <a:extLst>
              <a:ext uri="{FF2B5EF4-FFF2-40B4-BE49-F238E27FC236}">
                <a16:creationId xmlns:a16="http://schemas.microsoft.com/office/drawing/2014/main" id="{DBC74FCB-98B7-4709-AC5F-5575E6BA21E2}"/>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
        <p:nvSpPr>
          <p:cNvPr id="2" name="copyright">
            <a:extLst>
              <a:ext uri="{FF2B5EF4-FFF2-40B4-BE49-F238E27FC236}">
                <a16:creationId xmlns:a16="http://schemas.microsoft.com/office/drawing/2014/main" id="{281AFB62-DF00-C781-B194-BA35B5F26EDD}"/>
              </a:ext>
            </a:extLst>
          </p:cNvPr>
          <p:cNvSpPr txBox="1"/>
          <p:nvPr userDrawn="1"/>
        </p:nvSpPr>
        <p:spPr>
          <a:xfrm>
            <a:off x="9031909" y="6429853"/>
            <a:ext cx="2398092"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a:solidFill>
                  <a:schemeClr val="bg1">
                    <a:lumMod val="85000"/>
                    <a:alpha val="75000"/>
                  </a:schemeClr>
                </a:solidFill>
                <a:latin typeface="Graphik" panose="020B0503030202060203" pitchFamily="34" charset="77"/>
              </a:rPr>
              <a:t>Copyright © 2025 Accenture. All rights reserved.</a:t>
            </a:r>
            <a:endParaRPr lang="en-US" sz="1351" noProof="0">
              <a:solidFill>
                <a:schemeClr val="bg1">
                  <a:lumMod val="85000"/>
                  <a:alpha val="75000"/>
                </a:schemeClr>
              </a:solidFill>
              <a:latin typeface="Graphik" panose="020B0503030202060203" pitchFamily="34" charset="77"/>
            </a:endParaRPr>
          </a:p>
        </p:txBody>
      </p:sp>
      <p:sp>
        <p:nvSpPr>
          <p:cNvPr id="5" name="slide number automatic">
            <a:extLst>
              <a:ext uri="{FF2B5EF4-FFF2-40B4-BE49-F238E27FC236}">
                <a16:creationId xmlns:a16="http://schemas.microsoft.com/office/drawing/2014/main" id="{5A95B4E2-055A-BEE2-36E8-45DD70D13404}"/>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bg1">
                    <a:lumMod val="85000"/>
                    <a:alpha val="75000"/>
                  </a:scheme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chemeClr val="bg1">
                  <a:lumMod val="85000"/>
                  <a:alpha val="75000"/>
                </a:schemeClr>
              </a:solidFill>
              <a:latin typeface="+mj-lt"/>
            </a:endParaRPr>
          </a:p>
        </p:txBody>
      </p:sp>
    </p:spTree>
    <p:extLst>
      <p:ext uri="{BB962C8B-B14F-4D97-AF65-F5344CB8AC3E}">
        <p14:creationId xmlns:p14="http://schemas.microsoft.com/office/powerpoint/2010/main" val="235714107"/>
      </p:ext>
    </p:extLst>
  </p:cSld>
  <p:clrMapOvr>
    <a:overrideClrMapping bg1="lt1" tx1="dk1" bg2="lt2" tx2="dk2" accent1="accent1" accent2="accent2" accent3="accent3" accent4="accent4" accent5="accent5" accent6="accent6" hlink="hlink" folHlink="folHlink"/>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Content: statistics + image, dark and purple">
    <p:bg>
      <p:bgPr>
        <a:solidFill>
          <a:srgbClr val="000000"/>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BB918B6-32FF-4857-A645-C1032AFAEF62}"/>
              </a:ext>
            </a:extLst>
          </p:cNvPr>
          <p:cNvSpPr>
            <a:spLocks noGrp="1"/>
          </p:cNvSpPr>
          <p:nvPr>
            <p:ph type="title" hasCustomPrompt="1"/>
          </p:nvPr>
        </p:nvSpPr>
        <p:spPr>
          <a:xfrm>
            <a:off x="561601" y="1085532"/>
            <a:ext cx="5312727" cy="984885"/>
          </a:xfrm>
          <a:prstGeom prst="rect">
            <a:avLst/>
          </a:prstGeom>
        </p:spPr>
        <p:txBody>
          <a:bodyPr anchor="ctr"/>
          <a:lstStyle>
            <a:lvl1pPr>
              <a:defRPr sz="4000">
                <a:solidFill>
                  <a:srgbClr val="FFFFFF"/>
                </a:solidFill>
              </a:defRPr>
            </a:lvl1pPr>
          </a:lstStyle>
          <a:p>
            <a:r>
              <a:rPr lang="en-US"/>
              <a:t>Place headline in </a:t>
            </a:r>
            <a:r>
              <a:rPr lang="en-US" err="1"/>
              <a:t>Graphik</a:t>
            </a:r>
            <a:r>
              <a:rPr lang="en-US"/>
              <a:t> Semibold</a:t>
            </a:r>
          </a:p>
        </p:txBody>
      </p:sp>
      <p:sp>
        <p:nvSpPr>
          <p:cNvPr id="38" name="Picture Placeholder 3">
            <a:extLst>
              <a:ext uri="{FF2B5EF4-FFF2-40B4-BE49-F238E27FC236}">
                <a16:creationId xmlns:a16="http://schemas.microsoft.com/office/drawing/2014/main" id="{92A5DC07-3811-41E7-B3BC-1DF4ED905C75}"/>
              </a:ext>
            </a:extLst>
          </p:cNvPr>
          <p:cNvSpPr>
            <a:spLocks noGrp="1"/>
          </p:cNvSpPr>
          <p:nvPr>
            <p:ph type="pic" sz="quarter" idx="16" hasCustomPrompt="1"/>
          </p:nvPr>
        </p:nvSpPr>
        <p:spPr bwMode="gray">
          <a:xfrm>
            <a:off x="6096032" y="-1"/>
            <a:ext cx="3048024" cy="3074023"/>
          </a:xfrm>
          <a:prstGeom prst="rect">
            <a:avLst/>
          </a:prstGeom>
          <a:solidFill>
            <a:schemeClr val="bg1">
              <a:lumMod val="95000"/>
            </a:schemeClr>
          </a:solidFill>
        </p:spPr>
        <p:txBody>
          <a:bodyPr tIns="274320" anchor="ctr"/>
          <a:lstStyle>
            <a:lvl1pPr marL="0" indent="0" algn="ctr">
              <a:buNone/>
              <a:defRPr sz="1400" b="0" i="0">
                <a:solidFill>
                  <a:schemeClr val="tx1"/>
                </a:solidFill>
                <a:latin typeface="Graphik" panose="020B0503030202060203" pitchFamily="34" charset="77"/>
              </a:defRPr>
            </a:lvl1pPr>
          </a:lstStyle>
          <a:p>
            <a:r>
              <a:rPr lang="en-GB"/>
              <a:t>Drag picture to placeholder </a:t>
            </a:r>
          </a:p>
          <a:p>
            <a:r>
              <a:rPr lang="en-GB"/>
              <a:t>or click icon to add</a:t>
            </a:r>
            <a:endParaRPr lang="en-US"/>
          </a:p>
        </p:txBody>
      </p:sp>
      <p:sp>
        <p:nvSpPr>
          <p:cNvPr id="46" name="Text Placeholder 4">
            <a:extLst>
              <a:ext uri="{FF2B5EF4-FFF2-40B4-BE49-F238E27FC236}">
                <a16:creationId xmlns:a16="http://schemas.microsoft.com/office/drawing/2014/main" id="{FFC38A35-5CA3-4459-9AC5-201C71534956}"/>
              </a:ext>
            </a:extLst>
          </p:cNvPr>
          <p:cNvSpPr>
            <a:spLocks noGrp="1"/>
          </p:cNvSpPr>
          <p:nvPr>
            <p:ph type="body" sz="quarter" idx="17" hasCustomPrompt="1"/>
          </p:nvPr>
        </p:nvSpPr>
        <p:spPr>
          <a:xfrm>
            <a:off x="9525010" y="303835"/>
            <a:ext cx="2285996" cy="912223"/>
          </a:xfrm>
          <a:prstGeom prst="rect">
            <a:avLst/>
          </a:prstGeom>
        </p:spPr>
        <p:txBody>
          <a:bodyPr anchor="ctr"/>
          <a:lstStyle>
            <a:lvl1pPr marL="0" indent="0">
              <a:buNone/>
              <a:defRPr lang="en-US" sz="5333" b="1" i="0" kern="1200" dirty="0">
                <a:solidFill>
                  <a:schemeClr val="accent2"/>
                </a:solidFill>
                <a:latin typeface="Graphik Semibold" panose="020B0503030202060203" pitchFamily="34" charset="77"/>
                <a:ea typeface="+mn-ea"/>
                <a:cs typeface="+mn-cs"/>
              </a:defRPr>
            </a:lvl1pPr>
            <a:lvl2pPr>
              <a:defRPr/>
            </a:lvl2pPr>
            <a:lvl3pPr>
              <a:defRPr/>
            </a:lvl3pPr>
            <a:lvl4pPr>
              <a:defRPr/>
            </a:lvl4pPr>
            <a:lvl5pPr>
              <a:defRPr/>
            </a:lvl5pPr>
          </a:lstStyle>
          <a:p>
            <a:pPr marL="228594" lvl="0" indent="-228594" algn="l" defTabSz="914377" rtl="0" eaLnBrk="1" latinLnBrk="0" hangingPunct="1">
              <a:lnSpc>
                <a:spcPct val="100000"/>
              </a:lnSpc>
              <a:spcBef>
                <a:spcPts val="0"/>
              </a:spcBef>
              <a:spcAft>
                <a:spcPts val="1200"/>
              </a:spcAft>
            </a:pPr>
            <a:r>
              <a:rPr lang="en-GB"/>
              <a:t>00x</a:t>
            </a:r>
            <a:endParaRPr lang="en-US"/>
          </a:p>
        </p:txBody>
      </p:sp>
      <p:sp>
        <p:nvSpPr>
          <p:cNvPr id="10" name="Text Placeholder 6">
            <a:extLst>
              <a:ext uri="{FF2B5EF4-FFF2-40B4-BE49-F238E27FC236}">
                <a16:creationId xmlns:a16="http://schemas.microsoft.com/office/drawing/2014/main" id="{202CA0A6-65B9-D658-1AEC-00085854F84B}"/>
              </a:ext>
            </a:extLst>
          </p:cNvPr>
          <p:cNvSpPr>
            <a:spLocks noGrp="1"/>
          </p:cNvSpPr>
          <p:nvPr>
            <p:ph type="body" sz="quarter" idx="32"/>
          </p:nvPr>
        </p:nvSpPr>
        <p:spPr>
          <a:xfrm>
            <a:off x="9525004" y="1472692"/>
            <a:ext cx="2286000" cy="1439333"/>
          </a:xfrm>
        </p:spPr>
        <p:txBody>
          <a:bodyPr/>
          <a:lstStyle>
            <a:lvl1pPr>
              <a:spcAft>
                <a:spcPts val="600"/>
              </a:spcAft>
              <a:defRPr sz="1800" i="0">
                <a:solidFill>
                  <a:srgbClr val="FFFFFF"/>
                </a:solidFill>
                <a:latin typeface="+mj-lt"/>
              </a:defRPr>
            </a:lvl1pPr>
            <a:lvl2pPr marL="0" indent="0">
              <a:spcAft>
                <a:spcPts val="600"/>
              </a:spcAft>
              <a:buNone/>
              <a:defRPr sz="1200">
                <a:solidFill>
                  <a:srgbClr val="FFFFFF"/>
                </a:solidFill>
              </a:defRPr>
            </a:lvl2pPr>
            <a:lvl3pPr marL="230394" indent="-230394">
              <a:spcAft>
                <a:spcPts val="600"/>
              </a:spcAft>
              <a:buFont typeface="Arial" panose="020B0604020202020204" pitchFamily="34" charset="0"/>
              <a:buChar char="•"/>
              <a:tabLst/>
              <a:defRPr sz="1200">
                <a:solidFill>
                  <a:srgbClr val="FFFFFF"/>
                </a:solidFill>
              </a:defRPr>
            </a:lvl3pPr>
            <a:lvl4pPr marL="230394" indent="-230394">
              <a:spcAft>
                <a:spcPts val="600"/>
              </a:spcAft>
              <a:defRPr sz="1200">
                <a:solidFill>
                  <a:srgbClr val="FFFFFF"/>
                </a:solidFill>
              </a:defRPr>
            </a:lvl4pPr>
            <a:lvl5pPr marL="230394" indent="-228594">
              <a:spcAft>
                <a:spcPts val="600"/>
              </a:spcAft>
              <a:buFont typeface="Arial" panose="020B0604020202020204" pitchFamily="34" charset="0"/>
              <a:buChar char="•"/>
              <a:tabLst/>
              <a:defRPr sz="1200">
                <a:solidFill>
                  <a:srgbClr val="FFFFFF"/>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21" name="Picture Placeholder 6">
            <a:extLst>
              <a:ext uri="{FF2B5EF4-FFF2-40B4-BE49-F238E27FC236}">
                <a16:creationId xmlns:a16="http://schemas.microsoft.com/office/drawing/2014/main" id="{4CA191CE-F49B-4889-A102-DDD1279F3FB2}"/>
              </a:ext>
            </a:extLst>
          </p:cNvPr>
          <p:cNvSpPr>
            <a:spLocks noGrp="1"/>
          </p:cNvSpPr>
          <p:nvPr>
            <p:ph type="pic" sz="quarter" idx="23" hasCustomPrompt="1"/>
          </p:nvPr>
        </p:nvSpPr>
        <p:spPr bwMode="gray">
          <a:xfrm>
            <a:off x="0" y="3074022"/>
            <a:ext cx="3048000" cy="3055316"/>
          </a:xfrm>
          <a:prstGeom prst="rect">
            <a:avLst/>
          </a:prstGeom>
          <a:solidFill>
            <a:schemeClr val="bg1">
              <a:lumMod val="95000"/>
            </a:schemeClr>
          </a:solidFill>
        </p:spPr>
        <p:txBody>
          <a:bodyPr vert="horz" lIns="0" tIns="274320" rIns="0" bIns="0" rtlCol="0" anchor="ctr">
            <a:noAutofit/>
          </a:bodyPr>
          <a:lstStyle>
            <a:lvl1pPr marL="0" indent="0" algn="ctr">
              <a:buNone/>
              <a:defRPr lang="en-US" sz="1400" b="0" i="0" dirty="0">
                <a:latin typeface="Graphik" panose="020B0503030202060203" pitchFamily="34" charset="77"/>
              </a:defRPr>
            </a:lvl1pPr>
          </a:lstStyle>
          <a:p>
            <a:pPr marL="228594" lvl="0" indent="-228594" algn="ctr"/>
            <a:r>
              <a:rPr lang="en-GB"/>
              <a:t>Drag picture to placeholder </a:t>
            </a:r>
          </a:p>
          <a:p>
            <a:pPr marL="228594" lvl="0" indent="-228594" algn="ctr"/>
            <a:r>
              <a:rPr lang="en-GB"/>
              <a:t>or click icon to add</a:t>
            </a:r>
            <a:endParaRPr lang="en-US"/>
          </a:p>
        </p:txBody>
      </p:sp>
      <p:sp>
        <p:nvSpPr>
          <p:cNvPr id="8" name="Rectangle 7">
            <a:extLst>
              <a:ext uri="{FF2B5EF4-FFF2-40B4-BE49-F238E27FC236}">
                <a16:creationId xmlns:a16="http://schemas.microsoft.com/office/drawing/2014/main" id="{3D16F949-3472-4EBC-9DC1-05EC807C9FC0}"/>
              </a:ext>
              <a:ext uri="{C183D7F6-B498-43B3-948B-1728B52AA6E4}">
                <adec:decorative xmlns:adec="http://schemas.microsoft.com/office/drawing/2017/decorative" val="1"/>
              </a:ext>
            </a:extLst>
          </p:cNvPr>
          <p:cNvSpPr/>
          <p:nvPr userDrawn="1"/>
        </p:nvSpPr>
        <p:spPr bwMode="white">
          <a:xfrm>
            <a:off x="3048000" y="3074022"/>
            <a:ext cx="3047968" cy="3055316"/>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a:latin typeface="Graphik" panose="020B0503030202060203" pitchFamily="34" charset="77"/>
            </a:endParaRPr>
          </a:p>
        </p:txBody>
      </p:sp>
      <p:sp>
        <p:nvSpPr>
          <p:cNvPr id="48" name="Text Placeholder 7">
            <a:extLst>
              <a:ext uri="{FF2B5EF4-FFF2-40B4-BE49-F238E27FC236}">
                <a16:creationId xmlns:a16="http://schemas.microsoft.com/office/drawing/2014/main" id="{84A1985F-A4F6-4997-A4BD-E305CB1A47A6}"/>
              </a:ext>
            </a:extLst>
          </p:cNvPr>
          <p:cNvSpPr>
            <a:spLocks noGrp="1"/>
          </p:cNvSpPr>
          <p:nvPr>
            <p:ph type="body" sz="quarter" idx="19" hasCustomPrompt="1"/>
          </p:nvPr>
        </p:nvSpPr>
        <p:spPr>
          <a:xfrm>
            <a:off x="3428989" y="3384433"/>
            <a:ext cx="2285996" cy="912223"/>
          </a:xfrm>
          <a:prstGeom prst="rect">
            <a:avLst/>
          </a:prstGeom>
        </p:spPr>
        <p:txBody>
          <a:bodyPr anchor="ctr"/>
          <a:lstStyle>
            <a:lvl1pPr marL="0" indent="0">
              <a:buNone/>
              <a:defRPr lang="en-US" sz="5333" b="0" i="0" kern="1200" dirty="0">
                <a:solidFill>
                  <a:schemeClr val="bg1"/>
                </a:solidFill>
                <a:latin typeface="Graphik Semibold" panose="020B0503030202060203" pitchFamily="34" charset="77"/>
                <a:ea typeface="+mn-ea"/>
                <a:cs typeface="+mn-cs"/>
              </a:defRPr>
            </a:lvl1pPr>
            <a:lvl2pPr>
              <a:defRPr/>
            </a:lvl2pPr>
            <a:lvl3pPr>
              <a:defRPr/>
            </a:lvl3pPr>
            <a:lvl4pPr>
              <a:defRPr/>
            </a:lvl4pPr>
            <a:lvl5pPr>
              <a:defRPr/>
            </a:lvl5pPr>
          </a:lstStyle>
          <a:p>
            <a:pPr marL="228594" lvl="0" indent="-228594" algn="l" defTabSz="914377" rtl="0" eaLnBrk="1" latinLnBrk="0" hangingPunct="1">
              <a:lnSpc>
                <a:spcPct val="100000"/>
              </a:lnSpc>
              <a:spcBef>
                <a:spcPts val="0"/>
              </a:spcBef>
              <a:spcAft>
                <a:spcPts val="1200"/>
              </a:spcAft>
            </a:pPr>
            <a:r>
              <a:rPr lang="en-GB"/>
              <a:t>00x</a:t>
            </a:r>
            <a:endParaRPr lang="en-US"/>
          </a:p>
        </p:txBody>
      </p:sp>
      <p:sp>
        <p:nvSpPr>
          <p:cNvPr id="5" name="Text Placeholder 6">
            <a:extLst>
              <a:ext uri="{FF2B5EF4-FFF2-40B4-BE49-F238E27FC236}">
                <a16:creationId xmlns:a16="http://schemas.microsoft.com/office/drawing/2014/main" id="{DFC923C6-9E63-5C37-D6CE-0C0C7F31BA14}"/>
              </a:ext>
            </a:extLst>
          </p:cNvPr>
          <p:cNvSpPr>
            <a:spLocks noGrp="1"/>
          </p:cNvSpPr>
          <p:nvPr>
            <p:ph type="body" sz="quarter" idx="30"/>
          </p:nvPr>
        </p:nvSpPr>
        <p:spPr>
          <a:xfrm>
            <a:off x="3428948" y="4508500"/>
            <a:ext cx="2286000" cy="1439333"/>
          </a:xfrm>
        </p:spPr>
        <p:txBody>
          <a:bodyPr/>
          <a:lstStyle>
            <a:lvl1pPr>
              <a:spcAft>
                <a:spcPts val="600"/>
              </a:spcAft>
              <a:defRPr sz="1800" i="0">
                <a:solidFill>
                  <a:srgbClr val="FFFFFF"/>
                </a:solidFill>
                <a:latin typeface="+mj-lt"/>
              </a:defRPr>
            </a:lvl1pPr>
            <a:lvl2pPr marL="0" indent="0">
              <a:spcAft>
                <a:spcPts val="600"/>
              </a:spcAft>
              <a:buNone/>
              <a:defRPr sz="1200">
                <a:solidFill>
                  <a:srgbClr val="FFFFFF"/>
                </a:solidFill>
              </a:defRPr>
            </a:lvl2pPr>
            <a:lvl3pPr marL="230394" indent="-230394">
              <a:spcAft>
                <a:spcPts val="600"/>
              </a:spcAft>
              <a:buFont typeface="Arial" panose="020B0604020202020204" pitchFamily="34" charset="0"/>
              <a:buChar char="•"/>
              <a:tabLst/>
              <a:defRPr sz="1200">
                <a:solidFill>
                  <a:srgbClr val="FFFFFF"/>
                </a:solidFill>
              </a:defRPr>
            </a:lvl3pPr>
            <a:lvl4pPr marL="230394" indent="-230394">
              <a:spcAft>
                <a:spcPts val="600"/>
              </a:spcAft>
              <a:defRPr sz="1200">
                <a:solidFill>
                  <a:srgbClr val="FFFFFF"/>
                </a:solidFill>
              </a:defRPr>
            </a:lvl4pPr>
            <a:lvl5pPr marL="230394" indent="-228594">
              <a:spcAft>
                <a:spcPts val="600"/>
              </a:spcAft>
              <a:buFont typeface="Arial" panose="020B0604020202020204" pitchFamily="34" charset="0"/>
              <a:buChar char="•"/>
              <a:tabLst/>
              <a:defRPr sz="1200">
                <a:solidFill>
                  <a:srgbClr val="FFFFFF"/>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0" name="Text Placeholder 9">
            <a:extLst>
              <a:ext uri="{FF2B5EF4-FFF2-40B4-BE49-F238E27FC236}">
                <a16:creationId xmlns:a16="http://schemas.microsoft.com/office/drawing/2014/main" id="{E5121ACC-7E33-431F-A8A1-419F515D4061}"/>
              </a:ext>
            </a:extLst>
          </p:cNvPr>
          <p:cNvSpPr>
            <a:spLocks noGrp="1"/>
          </p:cNvSpPr>
          <p:nvPr>
            <p:ph type="body" sz="quarter" idx="21" hasCustomPrompt="1"/>
          </p:nvPr>
        </p:nvSpPr>
        <p:spPr>
          <a:xfrm>
            <a:off x="6476999" y="3384433"/>
            <a:ext cx="2285996" cy="912223"/>
          </a:xfrm>
          <a:prstGeom prst="rect">
            <a:avLst/>
          </a:prstGeom>
        </p:spPr>
        <p:txBody>
          <a:bodyPr anchor="ctr"/>
          <a:lstStyle>
            <a:lvl1pPr marL="0" indent="0">
              <a:buNone/>
              <a:defRPr lang="en-US" sz="5333" b="1" i="0" kern="1200" dirty="0">
                <a:solidFill>
                  <a:schemeClr val="accent2"/>
                </a:solidFill>
                <a:latin typeface="Graphik Semibold" panose="020B0503030202060203" pitchFamily="34" charset="77"/>
                <a:ea typeface="+mn-ea"/>
                <a:cs typeface="+mn-cs"/>
              </a:defRPr>
            </a:lvl1pPr>
            <a:lvl2pPr>
              <a:defRPr/>
            </a:lvl2pPr>
            <a:lvl3pPr>
              <a:defRPr/>
            </a:lvl3pPr>
            <a:lvl4pPr>
              <a:defRPr/>
            </a:lvl4pPr>
            <a:lvl5pPr>
              <a:defRPr/>
            </a:lvl5pPr>
          </a:lstStyle>
          <a:p>
            <a:pPr marL="228594" lvl="0" indent="-228594" algn="l" defTabSz="914377" rtl="0" eaLnBrk="1" latinLnBrk="0" hangingPunct="1">
              <a:lnSpc>
                <a:spcPct val="100000"/>
              </a:lnSpc>
              <a:spcBef>
                <a:spcPts val="0"/>
              </a:spcBef>
              <a:spcAft>
                <a:spcPts val="1200"/>
              </a:spcAft>
            </a:pPr>
            <a:r>
              <a:rPr lang="en-GB"/>
              <a:t>00x</a:t>
            </a:r>
            <a:endParaRPr lang="en-US"/>
          </a:p>
        </p:txBody>
      </p:sp>
      <p:sp>
        <p:nvSpPr>
          <p:cNvPr id="4" name="Text Placeholder 6">
            <a:extLst>
              <a:ext uri="{FF2B5EF4-FFF2-40B4-BE49-F238E27FC236}">
                <a16:creationId xmlns:a16="http://schemas.microsoft.com/office/drawing/2014/main" id="{8E3ED24E-CC9B-F99D-ABD2-271CAAC31C78}"/>
              </a:ext>
            </a:extLst>
          </p:cNvPr>
          <p:cNvSpPr>
            <a:spLocks noGrp="1"/>
          </p:cNvSpPr>
          <p:nvPr>
            <p:ph type="body" sz="quarter" idx="29"/>
          </p:nvPr>
        </p:nvSpPr>
        <p:spPr>
          <a:xfrm>
            <a:off x="6476916" y="4508500"/>
            <a:ext cx="2286000" cy="1439333"/>
          </a:xfrm>
        </p:spPr>
        <p:txBody>
          <a:bodyPr/>
          <a:lstStyle>
            <a:lvl1pPr>
              <a:spcAft>
                <a:spcPts val="600"/>
              </a:spcAft>
              <a:defRPr sz="1800" i="0">
                <a:solidFill>
                  <a:srgbClr val="FFFFFF"/>
                </a:solidFill>
                <a:latin typeface="+mj-lt"/>
              </a:defRPr>
            </a:lvl1pPr>
            <a:lvl2pPr marL="0" indent="0">
              <a:spcAft>
                <a:spcPts val="600"/>
              </a:spcAft>
              <a:buNone/>
              <a:defRPr sz="1200">
                <a:solidFill>
                  <a:srgbClr val="FFFFFF"/>
                </a:solidFill>
              </a:defRPr>
            </a:lvl2pPr>
            <a:lvl3pPr marL="230394" indent="-230394">
              <a:spcAft>
                <a:spcPts val="600"/>
              </a:spcAft>
              <a:buFont typeface="Arial" panose="020B0604020202020204" pitchFamily="34" charset="0"/>
              <a:buChar char="•"/>
              <a:tabLst/>
              <a:defRPr sz="1200">
                <a:solidFill>
                  <a:srgbClr val="FFFFFF"/>
                </a:solidFill>
              </a:defRPr>
            </a:lvl3pPr>
            <a:lvl4pPr marL="230394" indent="-230394">
              <a:spcAft>
                <a:spcPts val="600"/>
              </a:spcAft>
              <a:defRPr sz="1200">
                <a:solidFill>
                  <a:srgbClr val="FFFFFF"/>
                </a:solidFill>
              </a:defRPr>
            </a:lvl4pPr>
            <a:lvl5pPr marL="230394" indent="-228594">
              <a:spcAft>
                <a:spcPts val="600"/>
              </a:spcAft>
              <a:buFont typeface="Arial" panose="020B0604020202020204" pitchFamily="34" charset="0"/>
              <a:buChar char="•"/>
              <a:tabLst/>
              <a:defRPr sz="1200">
                <a:solidFill>
                  <a:srgbClr val="FFFFFF"/>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29" name="Rectangle 28">
            <a:extLst>
              <a:ext uri="{FF2B5EF4-FFF2-40B4-BE49-F238E27FC236}">
                <a16:creationId xmlns:a16="http://schemas.microsoft.com/office/drawing/2014/main" id="{F2E53630-789F-425F-8AB1-96EFF4EA1E46}"/>
              </a:ext>
              <a:ext uri="{C183D7F6-B498-43B3-948B-1728B52AA6E4}">
                <adec:decorative xmlns:adec="http://schemas.microsoft.com/office/drawing/2017/decorative" val="1"/>
              </a:ext>
            </a:extLst>
          </p:cNvPr>
          <p:cNvSpPr/>
          <p:nvPr userDrawn="1"/>
        </p:nvSpPr>
        <p:spPr bwMode="white">
          <a:xfrm>
            <a:off x="9144056" y="3074022"/>
            <a:ext cx="3047944" cy="3055316"/>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sz="1351" b="0" i="0">
              <a:latin typeface="Graphik" panose="020B0503030202060203" pitchFamily="34" charset="77"/>
            </a:endParaRPr>
          </a:p>
        </p:txBody>
      </p:sp>
      <p:sp>
        <p:nvSpPr>
          <p:cNvPr id="24" name="Text Placeholder 11">
            <a:extLst>
              <a:ext uri="{FF2B5EF4-FFF2-40B4-BE49-F238E27FC236}">
                <a16:creationId xmlns:a16="http://schemas.microsoft.com/office/drawing/2014/main" id="{86209476-BF69-4014-99E6-B53C87141B48}"/>
              </a:ext>
            </a:extLst>
          </p:cNvPr>
          <p:cNvSpPr>
            <a:spLocks noGrp="1"/>
          </p:cNvSpPr>
          <p:nvPr>
            <p:ph type="body" sz="quarter" idx="24" hasCustomPrompt="1"/>
          </p:nvPr>
        </p:nvSpPr>
        <p:spPr>
          <a:xfrm>
            <a:off x="9525005" y="3384433"/>
            <a:ext cx="2285996" cy="912223"/>
          </a:xfrm>
          <a:prstGeom prst="rect">
            <a:avLst/>
          </a:prstGeom>
        </p:spPr>
        <p:txBody>
          <a:bodyPr anchor="ctr"/>
          <a:lstStyle>
            <a:lvl1pPr marL="0" indent="0">
              <a:buNone/>
              <a:defRPr lang="en-US" sz="5333" b="1" i="0" kern="1200" dirty="0">
                <a:solidFill>
                  <a:srgbClr val="FFFFFF"/>
                </a:solidFill>
                <a:latin typeface="Graphik Semibold" panose="020B0503030202060203" pitchFamily="34" charset="77"/>
                <a:ea typeface="+mn-ea"/>
                <a:cs typeface="+mn-cs"/>
              </a:defRPr>
            </a:lvl1pPr>
            <a:lvl2pPr>
              <a:defRPr/>
            </a:lvl2pPr>
            <a:lvl3pPr>
              <a:defRPr/>
            </a:lvl3pPr>
            <a:lvl4pPr>
              <a:defRPr/>
            </a:lvl4pPr>
            <a:lvl5pPr>
              <a:defRPr/>
            </a:lvl5pPr>
          </a:lstStyle>
          <a:p>
            <a:pPr marL="228594" lvl="0" indent="-228594" algn="l" defTabSz="914377" rtl="0" eaLnBrk="1" latinLnBrk="0" hangingPunct="1">
              <a:lnSpc>
                <a:spcPct val="100000"/>
              </a:lnSpc>
              <a:spcBef>
                <a:spcPts val="0"/>
              </a:spcBef>
              <a:spcAft>
                <a:spcPts val="1200"/>
              </a:spcAft>
            </a:pPr>
            <a:r>
              <a:rPr lang="en-GB"/>
              <a:t>00x</a:t>
            </a:r>
            <a:endParaRPr lang="en-US"/>
          </a:p>
        </p:txBody>
      </p:sp>
      <p:sp>
        <p:nvSpPr>
          <p:cNvPr id="9" name="Text Placeholder 6">
            <a:extLst>
              <a:ext uri="{FF2B5EF4-FFF2-40B4-BE49-F238E27FC236}">
                <a16:creationId xmlns:a16="http://schemas.microsoft.com/office/drawing/2014/main" id="{AB939A4D-3841-382E-4112-16375BBF9CD7}"/>
              </a:ext>
            </a:extLst>
          </p:cNvPr>
          <p:cNvSpPr>
            <a:spLocks noGrp="1"/>
          </p:cNvSpPr>
          <p:nvPr>
            <p:ph type="body" sz="quarter" idx="31"/>
          </p:nvPr>
        </p:nvSpPr>
        <p:spPr>
          <a:xfrm>
            <a:off x="9525004" y="4508500"/>
            <a:ext cx="2286000" cy="1439333"/>
          </a:xfrm>
        </p:spPr>
        <p:txBody>
          <a:bodyPr/>
          <a:lstStyle>
            <a:lvl1pPr>
              <a:spcAft>
                <a:spcPts val="600"/>
              </a:spcAft>
              <a:defRPr sz="1800" i="0">
                <a:solidFill>
                  <a:srgbClr val="FFFFFF"/>
                </a:solidFill>
                <a:latin typeface="+mj-lt"/>
              </a:defRPr>
            </a:lvl1pPr>
            <a:lvl2pPr marL="0" indent="0">
              <a:spcAft>
                <a:spcPts val="600"/>
              </a:spcAft>
              <a:buNone/>
              <a:defRPr sz="1200">
                <a:solidFill>
                  <a:srgbClr val="FFFFFF"/>
                </a:solidFill>
              </a:defRPr>
            </a:lvl2pPr>
            <a:lvl3pPr marL="230394" indent="-230394">
              <a:spcAft>
                <a:spcPts val="600"/>
              </a:spcAft>
              <a:buFont typeface="Arial" panose="020B0604020202020204" pitchFamily="34" charset="0"/>
              <a:buChar char="•"/>
              <a:tabLst/>
              <a:defRPr sz="1200">
                <a:solidFill>
                  <a:srgbClr val="FFFFFF"/>
                </a:solidFill>
              </a:defRPr>
            </a:lvl3pPr>
            <a:lvl4pPr marL="230394" indent="-230394">
              <a:spcAft>
                <a:spcPts val="600"/>
              </a:spcAft>
              <a:defRPr sz="1200">
                <a:solidFill>
                  <a:srgbClr val="FFFFFF"/>
                </a:solidFill>
              </a:defRPr>
            </a:lvl4pPr>
            <a:lvl5pPr marL="230394" indent="-228594">
              <a:spcAft>
                <a:spcPts val="600"/>
              </a:spcAft>
              <a:buFont typeface="Arial" panose="020B0604020202020204" pitchFamily="34" charset="0"/>
              <a:buChar char="•"/>
              <a:tabLst/>
              <a:defRPr sz="1200">
                <a:solidFill>
                  <a:srgbClr val="FFFFFF"/>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GTS_WH">
            <a:extLst>
              <a:ext uri="{FF2B5EF4-FFF2-40B4-BE49-F238E27FC236}">
                <a16:creationId xmlns:a16="http://schemas.microsoft.com/office/drawing/2014/main" id="{E60B30CA-91CE-53D4-4E41-25E962661ED8}"/>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
        <p:nvSpPr>
          <p:cNvPr id="12" name="copyright">
            <a:extLst>
              <a:ext uri="{FF2B5EF4-FFF2-40B4-BE49-F238E27FC236}">
                <a16:creationId xmlns:a16="http://schemas.microsoft.com/office/drawing/2014/main" id="{C6DCEC7C-94EF-9488-4BC9-3AC6108281E8}"/>
              </a:ext>
            </a:extLst>
          </p:cNvPr>
          <p:cNvSpPr txBox="1"/>
          <p:nvPr userDrawn="1"/>
        </p:nvSpPr>
        <p:spPr>
          <a:xfrm>
            <a:off x="9031909" y="6429853"/>
            <a:ext cx="2398092"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a:solidFill>
                  <a:schemeClr val="bg1">
                    <a:lumMod val="85000"/>
                    <a:alpha val="75000"/>
                  </a:schemeClr>
                </a:solidFill>
                <a:latin typeface="Graphik" panose="020B0503030202060203" pitchFamily="34" charset="77"/>
              </a:rPr>
              <a:t>Copyright © 2025 Accenture. All rights reserved.</a:t>
            </a:r>
            <a:endParaRPr lang="en-US" sz="1351" noProof="0">
              <a:solidFill>
                <a:schemeClr val="bg1">
                  <a:lumMod val="85000"/>
                  <a:alpha val="75000"/>
                </a:schemeClr>
              </a:solidFill>
              <a:latin typeface="Graphik" panose="020B0503030202060203" pitchFamily="34" charset="77"/>
            </a:endParaRPr>
          </a:p>
        </p:txBody>
      </p:sp>
      <p:sp>
        <p:nvSpPr>
          <p:cNvPr id="13" name="slide number automatic">
            <a:extLst>
              <a:ext uri="{FF2B5EF4-FFF2-40B4-BE49-F238E27FC236}">
                <a16:creationId xmlns:a16="http://schemas.microsoft.com/office/drawing/2014/main" id="{DFF01EE3-5EDD-45BD-F1D7-076E2C959DD2}"/>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bg1">
                    <a:lumMod val="85000"/>
                    <a:alpha val="75000"/>
                  </a:scheme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chemeClr val="bg1">
                  <a:lumMod val="85000"/>
                  <a:alpha val="75000"/>
                </a:schemeClr>
              </a:solidFill>
              <a:latin typeface="+mj-lt"/>
            </a:endParaRPr>
          </a:p>
        </p:txBody>
      </p:sp>
    </p:spTree>
    <p:extLst>
      <p:ext uri="{BB962C8B-B14F-4D97-AF65-F5344CB8AC3E}">
        <p14:creationId xmlns:p14="http://schemas.microsoft.com/office/powerpoint/2010/main" val="3421080877"/>
      </p:ext>
    </p:extLst>
  </p:cSld>
  <p:clrMapOvr>
    <a:overrideClrMapping bg1="lt1" tx1="dk1" bg2="lt2" tx2="dk2" accent1="accent1" accent2="accent2" accent3="accent3" accent4="accent4" accent5="accent5" accent6="accent6" hlink="hlink" folHlink="folHlink"/>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showMasterSp="0" preserve="1" userDrawn="1">
  <p:cSld name="Content: statistics light mode">
    <p:bg>
      <p:bgRef idx="1001">
        <a:schemeClr val="bg1"/>
      </p:bgRef>
    </p:bg>
    <p:spTree>
      <p:nvGrpSpPr>
        <p:cNvPr id="1" name=""/>
        <p:cNvGrpSpPr/>
        <p:nvPr/>
      </p:nvGrpSpPr>
      <p:grpSpPr>
        <a:xfrm>
          <a:off x="0" y="0"/>
          <a:ext cx="0" cy="0"/>
          <a:chOff x="0" y="0"/>
          <a:chExt cx="0" cy="0"/>
        </a:xfrm>
      </p:grpSpPr>
      <p:sp>
        <p:nvSpPr>
          <p:cNvPr id="8" name="Title 9">
            <a:extLst>
              <a:ext uri="{FF2B5EF4-FFF2-40B4-BE49-F238E27FC236}">
                <a16:creationId xmlns:a16="http://schemas.microsoft.com/office/drawing/2014/main" id="{DD3BC9E6-13A7-8817-A32A-4CC03E8733D9}"/>
              </a:ext>
            </a:extLst>
          </p:cNvPr>
          <p:cNvSpPr>
            <a:spLocks noGrp="1"/>
          </p:cNvSpPr>
          <p:nvPr>
            <p:ph type="title"/>
          </p:nvPr>
        </p:nvSpPr>
        <p:spPr>
          <a:xfrm>
            <a:off x="565461" y="376463"/>
            <a:ext cx="2285999" cy="931437"/>
          </a:xfrm>
        </p:spPr>
        <p:txBody>
          <a:bodyPr anchor="ctr">
            <a:noAutofit/>
          </a:bodyPr>
          <a:lstStyle>
            <a:lvl1pPr>
              <a:lnSpc>
                <a:spcPct val="100000"/>
              </a:lnSpc>
              <a:defRPr sz="5330">
                <a:solidFill>
                  <a:schemeClr val="bg2"/>
                </a:solidFill>
              </a:defRPr>
            </a:lvl1pPr>
          </a:lstStyle>
          <a:p>
            <a:r>
              <a:rPr lang="en-GB"/>
              <a:t>Click to edit Master title style</a:t>
            </a:r>
            <a:endParaRPr lang="en-US"/>
          </a:p>
        </p:txBody>
      </p:sp>
      <p:sp>
        <p:nvSpPr>
          <p:cNvPr id="12" name="Text Placeholder 6">
            <a:extLst>
              <a:ext uri="{FF2B5EF4-FFF2-40B4-BE49-F238E27FC236}">
                <a16:creationId xmlns:a16="http://schemas.microsoft.com/office/drawing/2014/main" id="{8DC27019-ACF1-C483-EFEB-3CC77DD9EFCA}"/>
              </a:ext>
            </a:extLst>
          </p:cNvPr>
          <p:cNvSpPr>
            <a:spLocks noGrp="1"/>
          </p:cNvSpPr>
          <p:nvPr>
            <p:ph type="body" sz="quarter" idx="32"/>
          </p:nvPr>
        </p:nvSpPr>
        <p:spPr>
          <a:xfrm>
            <a:off x="571503" y="1472692"/>
            <a:ext cx="2286000" cy="1439333"/>
          </a:xfrm>
        </p:spPr>
        <p:txBody>
          <a:bodyPr/>
          <a:lstStyle>
            <a:lvl1pPr>
              <a:spcAft>
                <a:spcPts val="600"/>
              </a:spcAft>
              <a:defRPr sz="1800" i="0">
                <a:latin typeface="+mj-lt"/>
              </a:defRPr>
            </a:lvl1pPr>
            <a:lvl2pPr marL="0" indent="0">
              <a:spcAft>
                <a:spcPts val="600"/>
              </a:spcAft>
              <a:buNone/>
              <a:defRPr sz="1200"/>
            </a:lvl2pPr>
            <a:lvl3pPr marL="230394" indent="-230394">
              <a:spcAft>
                <a:spcPts val="600"/>
              </a:spcAft>
              <a:buFont typeface="Arial" panose="020B0604020202020204" pitchFamily="34" charset="0"/>
              <a:buChar char="•"/>
              <a:tabLst/>
              <a:defRPr sz="1200"/>
            </a:lvl3pPr>
            <a:lvl4pPr marL="230394" indent="-230394">
              <a:spcAft>
                <a:spcPts val="600"/>
              </a:spcAft>
              <a:defRPr sz="1200"/>
            </a:lvl4pPr>
            <a:lvl5pPr marL="230394" indent="-228594">
              <a:spcAft>
                <a:spcPts val="600"/>
              </a:spcAft>
              <a:buFont typeface="Arial" panose="020B0604020202020204" pitchFamily="34" charset="0"/>
              <a:buChar char="•"/>
              <a:tabLst/>
              <a:defRPr sz="12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6" name="Text Placeholder 4">
            <a:extLst>
              <a:ext uri="{FF2B5EF4-FFF2-40B4-BE49-F238E27FC236}">
                <a16:creationId xmlns:a16="http://schemas.microsoft.com/office/drawing/2014/main" id="{FFC38A35-5CA3-4459-9AC5-201C71534956}"/>
              </a:ext>
            </a:extLst>
          </p:cNvPr>
          <p:cNvSpPr>
            <a:spLocks noGrp="1"/>
          </p:cNvSpPr>
          <p:nvPr>
            <p:ph type="body" sz="quarter" idx="17" hasCustomPrompt="1"/>
          </p:nvPr>
        </p:nvSpPr>
        <p:spPr>
          <a:xfrm>
            <a:off x="3428995" y="381002"/>
            <a:ext cx="2285996" cy="912223"/>
          </a:xfrm>
          <a:prstGeom prst="rect">
            <a:avLst/>
          </a:prstGeom>
        </p:spPr>
        <p:txBody>
          <a:bodyPr anchor="ctr"/>
          <a:lstStyle>
            <a:lvl1pPr marL="0" indent="0" fontAlgn="ctr" hangingPunct="0">
              <a:spcAft>
                <a:spcPts val="0"/>
              </a:spcAft>
              <a:buNone/>
              <a:defRPr lang="en-US" sz="5333" b="1" i="0" kern="1200" dirty="0">
                <a:solidFill>
                  <a:schemeClr val="bg2"/>
                </a:solidFill>
                <a:latin typeface="Graphik Semibold" panose="020B0503030202060203" pitchFamily="34" charset="77"/>
                <a:ea typeface="+mn-ea"/>
                <a:cs typeface="+mn-cs"/>
              </a:defRPr>
            </a:lvl1pPr>
            <a:lvl2pPr>
              <a:defRPr/>
            </a:lvl2pPr>
            <a:lvl3pPr>
              <a:defRPr/>
            </a:lvl3pPr>
            <a:lvl4pPr>
              <a:defRPr/>
            </a:lvl4pPr>
            <a:lvl5pPr>
              <a:defRPr/>
            </a:lvl5pPr>
          </a:lstStyle>
          <a:p>
            <a:pPr marL="228594" lvl="0" indent="-228594" algn="l" defTabSz="914377" rtl="0" eaLnBrk="1" latinLnBrk="0" hangingPunct="1">
              <a:lnSpc>
                <a:spcPct val="100000"/>
              </a:lnSpc>
              <a:spcBef>
                <a:spcPts val="0"/>
              </a:spcBef>
              <a:spcAft>
                <a:spcPts val="1200"/>
              </a:spcAft>
            </a:pPr>
            <a:r>
              <a:rPr lang="en-GB"/>
              <a:t>00x</a:t>
            </a:r>
            <a:endParaRPr lang="en-US"/>
          </a:p>
        </p:txBody>
      </p:sp>
      <p:sp>
        <p:nvSpPr>
          <p:cNvPr id="11" name="Text Placeholder 6">
            <a:extLst>
              <a:ext uri="{FF2B5EF4-FFF2-40B4-BE49-F238E27FC236}">
                <a16:creationId xmlns:a16="http://schemas.microsoft.com/office/drawing/2014/main" id="{9A7B63BD-36F9-7F57-E2CF-44D615E0F874}"/>
              </a:ext>
            </a:extLst>
          </p:cNvPr>
          <p:cNvSpPr>
            <a:spLocks noGrp="1"/>
          </p:cNvSpPr>
          <p:nvPr>
            <p:ph type="body" sz="quarter" idx="31"/>
          </p:nvPr>
        </p:nvSpPr>
        <p:spPr>
          <a:xfrm>
            <a:off x="3428995" y="1472692"/>
            <a:ext cx="2286000" cy="1439333"/>
          </a:xfrm>
        </p:spPr>
        <p:txBody>
          <a:bodyPr/>
          <a:lstStyle>
            <a:lvl1pPr>
              <a:spcAft>
                <a:spcPts val="600"/>
              </a:spcAft>
              <a:defRPr sz="1800" i="0">
                <a:latin typeface="+mj-lt"/>
              </a:defRPr>
            </a:lvl1pPr>
            <a:lvl2pPr marL="0" indent="0">
              <a:spcAft>
                <a:spcPts val="600"/>
              </a:spcAft>
              <a:buNone/>
              <a:defRPr sz="1200"/>
            </a:lvl2pPr>
            <a:lvl3pPr marL="230394" indent="-230394">
              <a:spcAft>
                <a:spcPts val="600"/>
              </a:spcAft>
              <a:buFont typeface="Arial" panose="020B0604020202020204" pitchFamily="34" charset="0"/>
              <a:buChar char="•"/>
              <a:tabLst/>
              <a:defRPr sz="1200"/>
            </a:lvl3pPr>
            <a:lvl4pPr marL="230394" indent="-230394">
              <a:spcAft>
                <a:spcPts val="600"/>
              </a:spcAft>
              <a:defRPr sz="1200"/>
            </a:lvl4pPr>
            <a:lvl5pPr marL="230394" indent="-228594">
              <a:spcAft>
                <a:spcPts val="600"/>
              </a:spcAft>
              <a:buFont typeface="Arial" panose="020B0604020202020204" pitchFamily="34" charset="0"/>
              <a:buChar char="•"/>
              <a:tabLst/>
              <a:defRPr sz="12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8" name="Text Placeholder 6">
            <a:extLst>
              <a:ext uri="{FF2B5EF4-FFF2-40B4-BE49-F238E27FC236}">
                <a16:creationId xmlns:a16="http://schemas.microsoft.com/office/drawing/2014/main" id="{84A1985F-A4F6-4997-A4BD-E305CB1A47A6}"/>
              </a:ext>
            </a:extLst>
          </p:cNvPr>
          <p:cNvSpPr>
            <a:spLocks noGrp="1"/>
          </p:cNvSpPr>
          <p:nvPr>
            <p:ph type="body" sz="quarter" idx="19" hasCustomPrompt="1"/>
          </p:nvPr>
        </p:nvSpPr>
        <p:spPr>
          <a:xfrm>
            <a:off x="571503" y="3398051"/>
            <a:ext cx="2285996" cy="912223"/>
          </a:xfrm>
          <a:prstGeom prst="rect">
            <a:avLst/>
          </a:prstGeom>
        </p:spPr>
        <p:txBody>
          <a:bodyPr anchor="ctr"/>
          <a:lstStyle>
            <a:lvl1pPr marL="0" indent="0" algn="l" fontAlgn="ctr" hangingPunct="0">
              <a:spcAft>
                <a:spcPts val="0"/>
              </a:spcAft>
              <a:buNone/>
              <a:defRPr lang="en-US" sz="5333" b="1" i="0" kern="1200" dirty="0">
                <a:solidFill>
                  <a:schemeClr val="bg2"/>
                </a:solidFill>
                <a:latin typeface="Graphik Semibold" panose="020B0503030202060203" pitchFamily="34" charset="77"/>
                <a:ea typeface="+mn-ea"/>
                <a:cs typeface="+mn-cs"/>
              </a:defRPr>
            </a:lvl1pPr>
            <a:lvl2pPr>
              <a:defRPr/>
            </a:lvl2pPr>
            <a:lvl3pPr>
              <a:defRPr/>
            </a:lvl3pPr>
            <a:lvl4pPr>
              <a:defRPr/>
            </a:lvl4pPr>
            <a:lvl5pPr>
              <a:defRPr/>
            </a:lvl5pPr>
          </a:lstStyle>
          <a:p>
            <a:pPr marL="228594" lvl="0" indent="-228594" algn="l" defTabSz="914377" rtl="0" eaLnBrk="1" latinLnBrk="0" hangingPunct="1">
              <a:lnSpc>
                <a:spcPct val="100000"/>
              </a:lnSpc>
              <a:spcBef>
                <a:spcPts val="0"/>
              </a:spcBef>
              <a:spcAft>
                <a:spcPts val="1200"/>
              </a:spcAft>
            </a:pPr>
            <a:r>
              <a:rPr lang="en-GB"/>
              <a:t>00x</a:t>
            </a:r>
            <a:endParaRPr lang="en-US"/>
          </a:p>
        </p:txBody>
      </p:sp>
      <p:sp>
        <p:nvSpPr>
          <p:cNvPr id="9" name="Text Placeholder 6">
            <a:extLst>
              <a:ext uri="{FF2B5EF4-FFF2-40B4-BE49-F238E27FC236}">
                <a16:creationId xmlns:a16="http://schemas.microsoft.com/office/drawing/2014/main" id="{F970BA5E-9C63-BA7D-B45C-5186452F2409}"/>
              </a:ext>
            </a:extLst>
          </p:cNvPr>
          <p:cNvSpPr>
            <a:spLocks noGrp="1"/>
          </p:cNvSpPr>
          <p:nvPr>
            <p:ph type="body" sz="quarter" idx="30"/>
          </p:nvPr>
        </p:nvSpPr>
        <p:spPr>
          <a:xfrm>
            <a:off x="571503" y="4508500"/>
            <a:ext cx="2286000" cy="1439333"/>
          </a:xfrm>
        </p:spPr>
        <p:txBody>
          <a:bodyPr/>
          <a:lstStyle>
            <a:lvl1pPr>
              <a:spcAft>
                <a:spcPts val="600"/>
              </a:spcAft>
              <a:defRPr sz="1800" i="0">
                <a:latin typeface="+mj-lt"/>
              </a:defRPr>
            </a:lvl1pPr>
            <a:lvl2pPr marL="0" indent="0">
              <a:spcAft>
                <a:spcPts val="600"/>
              </a:spcAft>
              <a:buNone/>
              <a:defRPr sz="1200"/>
            </a:lvl2pPr>
            <a:lvl3pPr marL="230394" indent="-230394">
              <a:spcAft>
                <a:spcPts val="600"/>
              </a:spcAft>
              <a:buFont typeface="Arial" panose="020B0604020202020204" pitchFamily="34" charset="0"/>
              <a:buChar char="•"/>
              <a:tabLst/>
              <a:defRPr sz="1200"/>
            </a:lvl3pPr>
            <a:lvl4pPr marL="230394" indent="-230394">
              <a:spcAft>
                <a:spcPts val="600"/>
              </a:spcAft>
              <a:defRPr sz="1200"/>
            </a:lvl4pPr>
            <a:lvl5pPr marL="230394" indent="-228594">
              <a:spcAft>
                <a:spcPts val="600"/>
              </a:spcAft>
              <a:buFont typeface="Arial" panose="020B0604020202020204" pitchFamily="34" charset="0"/>
              <a:buChar char="•"/>
              <a:tabLst/>
              <a:defRPr sz="12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0" name="Text Placeholder 8">
            <a:extLst>
              <a:ext uri="{FF2B5EF4-FFF2-40B4-BE49-F238E27FC236}">
                <a16:creationId xmlns:a16="http://schemas.microsoft.com/office/drawing/2014/main" id="{E5121ACC-7E33-431F-A8A1-419F515D4061}"/>
              </a:ext>
            </a:extLst>
          </p:cNvPr>
          <p:cNvSpPr>
            <a:spLocks noGrp="1"/>
          </p:cNvSpPr>
          <p:nvPr>
            <p:ph type="body" sz="quarter" idx="21" hasCustomPrompt="1"/>
          </p:nvPr>
        </p:nvSpPr>
        <p:spPr>
          <a:xfrm>
            <a:off x="3428995" y="3398051"/>
            <a:ext cx="2285996" cy="912223"/>
          </a:xfrm>
          <a:prstGeom prst="rect">
            <a:avLst/>
          </a:prstGeom>
        </p:spPr>
        <p:txBody>
          <a:bodyPr anchor="ctr"/>
          <a:lstStyle>
            <a:lvl1pPr marL="0" indent="0" algn="l" fontAlgn="ctr" hangingPunct="0">
              <a:spcAft>
                <a:spcPts val="0"/>
              </a:spcAft>
              <a:buNone/>
              <a:defRPr lang="en-US" sz="5333" b="1" i="0" kern="1200" dirty="0">
                <a:solidFill>
                  <a:schemeClr val="bg2"/>
                </a:solidFill>
                <a:latin typeface="Graphik Semibold" panose="020B0503030202060203" pitchFamily="34" charset="77"/>
                <a:ea typeface="+mn-ea"/>
                <a:cs typeface="+mn-cs"/>
              </a:defRPr>
            </a:lvl1pPr>
            <a:lvl2pPr>
              <a:defRPr/>
            </a:lvl2pPr>
            <a:lvl3pPr>
              <a:defRPr/>
            </a:lvl3pPr>
            <a:lvl4pPr>
              <a:defRPr/>
            </a:lvl4pPr>
            <a:lvl5pPr>
              <a:defRPr/>
            </a:lvl5pPr>
          </a:lstStyle>
          <a:p>
            <a:pPr marL="228594" lvl="0" indent="-228594" algn="l" defTabSz="914377" rtl="0" eaLnBrk="1" latinLnBrk="0" hangingPunct="1">
              <a:lnSpc>
                <a:spcPct val="100000"/>
              </a:lnSpc>
              <a:spcBef>
                <a:spcPts val="0"/>
              </a:spcBef>
              <a:spcAft>
                <a:spcPts val="1200"/>
              </a:spcAft>
            </a:pPr>
            <a:r>
              <a:rPr lang="en-GB"/>
              <a:t>00x</a:t>
            </a:r>
            <a:endParaRPr lang="en-US"/>
          </a:p>
        </p:txBody>
      </p:sp>
      <p:sp>
        <p:nvSpPr>
          <p:cNvPr id="7" name="Text Placeholder 6">
            <a:extLst>
              <a:ext uri="{FF2B5EF4-FFF2-40B4-BE49-F238E27FC236}">
                <a16:creationId xmlns:a16="http://schemas.microsoft.com/office/drawing/2014/main" id="{23FAE69D-63C7-3796-16D2-0EA82AB27669}"/>
              </a:ext>
            </a:extLst>
          </p:cNvPr>
          <p:cNvSpPr>
            <a:spLocks noGrp="1"/>
          </p:cNvSpPr>
          <p:nvPr>
            <p:ph type="body" sz="quarter" idx="29"/>
          </p:nvPr>
        </p:nvSpPr>
        <p:spPr>
          <a:xfrm>
            <a:off x="3428995" y="4508500"/>
            <a:ext cx="2286000" cy="1439333"/>
          </a:xfrm>
        </p:spPr>
        <p:txBody>
          <a:bodyPr/>
          <a:lstStyle>
            <a:lvl1pPr>
              <a:spcAft>
                <a:spcPts val="600"/>
              </a:spcAft>
              <a:defRPr sz="1800" i="0">
                <a:latin typeface="+mj-lt"/>
              </a:defRPr>
            </a:lvl1pPr>
            <a:lvl2pPr marL="0" indent="0">
              <a:spcAft>
                <a:spcPts val="600"/>
              </a:spcAft>
              <a:buNone/>
              <a:defRPr sz="1200"/>
            </a:lvl2pPr>
            <a:lvl3pPr marL="230394" indent="-230394">
              <a:spcAft>
                <a:spcPts val="600"/>
              </a:spcAft>
              <a:buFont typeface="Arial" panose="020B0604020202020204" pitchFamily="34" charset="0"/>
              <a:buChar char="•"/>
              <a:tabLst/>
              <a:defRPr sz="1200"/>
            </a:lvl3pPr>
            <a:lvl4pPr marL="230394" indent="-230394">
              <a:spcAft>
                <a:spcPts val="600"/>
              </a:spcAft>
              <a:defRPr sz="1200"/>
            </a:lvl4pPr>
            <a:lvl5pPr marL="230394" indent="-228594">
              <a:spcAft>
                <a:spcPts val="600"/>
              </a:spcAft>
              <a:buFont typeface="Arial" panose="020B0604020202020204" pitchFamily="34" charset="0"/>
              <a:buChar char="•"/>
              <a:tabLst/>
              <a:defRPr sz="12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cxnSp>
        <p:nvCxnSpPr>
          <p:cNvPr id="42" name="Straight Connector 41">
            <a:extLst>
              <a:ext uri="{FF2B5EF4-FFF2-40B4-BE49-F238E27FC236}">
                <a16:creationId xmlns:a16="http://schemas.microsoft.com/office/drawing/2014/main" id="{149C8D0A-C37D-4D9A-9703-8A0AFB18570C}"/>
              </a:ext>
              <a:ext uri="{C183D7F6-B498-43B3-948B-1728B52AA6E4}">
                <adec:decorative xmlns:adec="http://schemas.microsoft.com/office/drawing/2017/decorative" val="1"/>
              </a:ext>
            </a:extLst>
          </p:cNvPr>
          <p:cNvCxnSpPr>
            <a:cxnSpLocks/>
          </p:cNvCxnSpPr>
          <p:nvPr userDrawn="1"/>
        </p:nvCxnSpPr>
        <p:spPr>
          <a:xfrm>
            <a:off x="0" y="3076800"/>
            <a:ext cx="6096008" cy="0"/>
          </a:xfrm>
          <a:prstGeom prst="line">
            <a:avLst/>
          </a:prstGeom>
          <a:ln w="952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1BE5BBCC-C957-48B6-99B6-EF1F3E80F622}"/>
              </a:ext>
              <a:ext uri="{C183D7F6-B498-43B3-948B-1728B52AA6E4}">
                <adec:decorative xmlns:adec="http://schemas.microsoft.com/office/drawing/2017/decorative" val="1"/>
              </a:ext>
            </a:extLst>
          </p:cNvPr>
          <p:cNvCxnSpPr>
            <a:cxnSpLocks/>
          </p:cNvCxnSpPr>
          <p:nvPr userDrawn="1"/>
        </p:nvCxnSpPr>
        <p:spPr>
          <a:xfrm>
            <a:off x="3143247" y="-1"/>
            <a:ext cx="0" cy="6192000"/>
          </a:xfrm>
          <a:prstGeom prst="line">
            <a:avLst/>
          </a:prstGeom>
          <a:ln w="952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3" name="Picture Placeholder 35">
            <a:extLst>
              <a:ext uri="{FF2B5EF4-FFF2-40B4-BE49-F238E27FC236}">
                <a16:creationId xmlns:a16="http://schemas.microsoft.com/office/drawing/2014/main" id="{EF1A1C24-C0B7-DF19-B492-C0ED29CE9AF6}"/>
              </a:ext>
            </a:extLst>
          </p:cNvPr>
          <p:cNvSpPr>
            <a:spLocks noGrp="1"/>
          </p:cNvSpPr>
          <p:nvPr>
            <p:ph type="pic" sz="quarter" idx="16" hasCustomPrompt="1"/>
          </p:nvPr>
        </p:nvSpPr>
        <p:spPr bwMode="gray">
          <a:xfrm>
            <a:off x="6095992" y="0"/>
            <a:ext cx="6096008" cy="6129340"/>
          </a:xfrm>
          <a:prstGeom prst="rect">
            <a:avLst/>
          </a:prstGeom>
          <a:solidFill>
            <a:schemeClr val="bg1">
              <a:lumMod val="95000"/>
            </a:schemeClr>
          </a:solidFill>
        </p:spPr>
        <p:txBody>
          <a:bodyPr tIns="457200" anchor="ctr"/>
          <a:lstStyle>
            <a:lvl1pPr marL="0" indent="0" algn="ctr">
              <a:buNone/>
              <a:defRPr sz="1400" b="0" i="0">
                <a:solidFill>
                  <a:schemeClr val="tx1"/>
                </a:solidFill>
                <a:latin typeface="Graphik" panose="020B0503030202060203" pitchFamily="34" charset="77"/>
              </a:defRPr>
            </a:lvl1pPr>
          </a:lstStyle>
          <a:p>
            <a:r>
              <a:rPr lang="en-GB"/>
              <a:t>Drag picture to placeholder or click icon to add</a:t>
            </a:r>
            <a:endParaRPr lang="en-US"/>
          </a:p>
        </p:txBody>
      </p:sp>
      <p:sp>
        <p:nvSpPr>
          <p:cNvPr id="4" name="Bottom tag">
            <a:extLst>
              <a:ext uri="{FF2B5EF4-FFF2-40B4-BE49-F238E27FC236}">
                <a16:creationId xmlns:a16="http://schemas.microsoft.com/office/drawing/2014/main" id="{5F2E67CA-5DA7-3CD1-C175-808A139DD240}"/>
              </a:ext>
              <a:ext uri="{C183D7F6-B498-43B3-948B-1728B52AA6E4}">
                <adec:decorative xmlns:adec="http://schemas.microsoft.com/office/drawing/2017/decorative" val="1"/>
              </a:ext>
            </a:extLst>
          </p:cNvPr>
          <p:cNvSpPr/>
          <p:nvPr userDrawn="1"/>
        </p:nvSpPr>
        <p:spPr bwMode="white">
          <a:xfrm>
            <a:off x="0" y="6129340"/>
            <a:ext cx="12192000" cy="72866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a:latin typeface="Graphik" panose="020B0503030202060203" pitchFamily="34" charset="77"/>
            </a:endParaRPr>
          </a:p>
        </p:txBody>
      </p:sp>
      <p:sp>
        <p:nvSpPr>
          <p:cNvPr id="2" name="copyright">
            <a:extLst>
              <a:ext uri="{FF2B5EF4-FFF2-40B4-BE49-F238E27FC236}">
                <a16:creationId xmlns:a16="http://schemas.microsoft.com/office/drawing/2014/main" id="{B51A4FC9-6DF5-ABE3-94E1-8598B7A527EA}"/>
              </a:ext>
            </a:extLst>
          </p:cNvPr>
          <p:cNvSpPr txBox="1"/>
          <p:nvPr userDrawn="1"/>
        </p:nvSpPr>
        <p:spPr>
          <a:xfrm>
            <a:off x="9031909" y="6429853"/>
            <a:ext cx="2398092"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a:solidFill>
                  <a:schemeClr val="bg1">
                    <a:lumMod val="85000"/>
                    <a:alpha val="75000"/>
                  </a:schemeClr>
                </a:solidFill>
                <a:latin typeface="Graphik" panose="020B0503030202060203" pitchFamily="34" charset="77"/>
              </a:rPr>
              <a:t>Copyright © 2025 Accenture. All rights reserved.</a:t>
            </a:r>
            <a:endParaRPr lang="en-US" sz="1351" noProof="0">
              <a:solidFill>
                <a:schemeClr val="bg1">
                  <a:lumMod val="85000"/>
                  <a:alpha val="75000"/>
                </a:schemeClr>
              </a:solidFill>
              <a:latin typeface="Graphik" panose="020B0503030202060203" pitchFamily="34" charset="77"/>
            </a:endParaRPr>
          </a:p>
        </p:txBody>
      </p:sp>
      <p:sp>
        <p:nvSpPr>
          <p:cNvPr id="5" name="slide number automatic">
            <a:extLst>
              <a:ext uri="{FF2B5EF4-FFF2-40B4-BE49-F238E27FC236}">
                <a16:creationId xmlns:a16="http://schemas.microsoft.com/office/drawing/2014/main" id="{C826E34F-821D-D174-AEA1-2830AED1A7A3}"/>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bg1">
                    <a:lumMod val="85000"/>
                    <a:alpha val="75000"/>
                  </a:scheme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chemeClr val="bg1">
                  <a:lumMod val="85000"/>
                  <a:alpha val="75000"/>
                </a:schemeClr>
              </a:solidFill>
              <a:latin typeface="+mj-lt"/>
            </a:endParaRPr>
          </a:p>
        </p:txBody>
      </p:sp>
      <p:sp>
        <p:nvSpPr>
          <p:cNvPr id="13" name="GTS_WH">
            <a:extLst>
              <a:ext uri="{FF2B5EF4-FFF2-40B4-BE49-F238E27FC236}">
                <a16:creationId xmlns:a16="http://schemas.microsoft.com/office/drawing/2014/main" id="{8F51FE85-6E94-3AD8-FB82-A8BAB773D784}"/>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Tree>
    <p:extLst>
      <p:ext uri="{BB962C8B-B14F-4D97-AF65-F5344CB8AC3E}">
        <p14:creationId xmlns:p14="http://schemas.microsoft.com/office/powerpoint/2010/main" val="439475855"/>
      </p:ext>
    </p:extLst>
  </p:cSld>
  <p:clrMapOvr>
    <a:overrideClrMapping bg1="lt1" tx1="dk1" bg2="lt2" tx2="dk2" accent1="accent1" accent2="accent2" accent3="accent3" accent4="accent4" accent5="accent5" accent6="accent6" hlink="hlink" folHlink="folHlink"/>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showMasterSp="0" preserve="1" userDrawn="1">
  <p:cSld name="Content: statistics dark  mode">
    <p:bg>
      <p:bgPr>
        <a:solidFill>
          <a:srgbClr val="000000"/>
        </a:solidFill>
        <a:effectLst/>
      </p:bgPr>
    </p:bg>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60352A97-ED89-7C2F-0063-10DA374CB06F}"/>
              </a:ext>
            </a:extLst>
          </p:cNvPr>
          <p:cNvSpPr>
            <a:spLocks noGrp="1"/>
          </p:cNvSpPr>
          <p:nvPr>
            <p:ph type="title"/>
          </p:nvPr>
        </p:nvSpPr>
        <p:spPr>
          <a:xfrm>
            <a:off x="565461" y="376463"/>
            <a:ext cx="2285999" cy="931437"/>
          </a:xfrm>
        </p:spPr>
        <p:txBody>
          <a:bodyPr anchor="ctr">
            <a:noAutofit/>
          </a:bodyPr>
          <a:lstStyle>
            <a:lvl1pPr>
              <a:lnSpc>
                <a:spcPct val="100000"/>
              </a:lnSpc>
              <a:defRPr sz="5330">
                <a:solidFill>
                  <a:schemeClr val="accent2"/>
                </a:solidFill>
              </a:defRPr>
            </a:lvl1pPr>
          </a:lstStyle>
          <a:p>
            <a:r>
              <a:rPr lang="en-GB"/>
              <a:t>Click to edit Master title style</a:t>
            </a:r>
            <a:endParaRPr lang="en-US"/>
          </a:p>
        </p:txBody>
      </p:sp>
      <p:sp>
        <p:nvSpPr>
          <p:cNvPr id="11" name="Text Placeholder 6">
            <a:extLst>
              <a:ext uri="{FF2B5EF4-FFF2-40B4-BE49-F238E27FC236}">
                <a16:creationId xmlns:a16="http://schemas.microsoft.com/office/drawing/2014/main" id="{F6B6460F-92C4-7868-A99F-7C747B39009C}"/>
              </a:ext>
            </a:extLst>
          </p:cNvPr>
          <p:cNvSpPr>
            <a:spLocks noGrp="1"/>
          </p:cNvSpPr>
          <p:nvPr>
            <p:ph type="body" sz="quarter" idx="32"/>
          </p:nvPr>
        </p:nvSpPr>
        <p:spPr>
          <a:xfrm>
            <a:off x="571503" y="1472692"/>
            <a:ext cx="2286000" cy="1439333"/>
          </a:xfrm>
        </p:spPr>
        <p:txBody>
          <a:bodyPr/>
          <a:lstStyle>
            <a:lvl1pPr>
              <a:spcAft>
                <a:spcPts val="600"/>
              </a:spcAft>
              <a:defRPr sz="1800" i="0">
                <a:solidFill>
                  <a:srgbClr val="FFFFFF"/>
                </a:solidFill>
                <a:latin typeface="+mj-lt"/>
              </a:defRPr>
            </a:lvl1pPr>
            <a:lvl2pPr marL="0" indent="0">
              <a:spcAft>
                <a:spcPts val="600"/>
              </a:spcAft>
              <a:buNone/>
              <a:defRPr sz="1200">
                <a:solidFill>
                  <a:srgbClr val="FFFFFF"/>
                </a:solidFill>
              </a:defRPr>
            </a:lvl2pPr>
            <a:lvl3pPr marL="230394" indent="-230394">
              <a:spcAft>
                <a:spcPts val="600"/>
              </a:spcAft>
              <a:buFont typeface="Arial" panose="020B0604020202020204" pitchFamily="34" charset="0"/>
              <a:buChar char="•"/>
              <a:tabLst/>
              <a:defRPr sz="1200">
                <a:solidFill>
                  <a:srgbClr val="FFFFFF"/>
                </a:solidFill>
              </a:defRPr>
            </a:lvl3pPr>
            <a:lvl4pPr marL="230394" indent="-230394">
              <a:spcAft>
                <a:spcPts val="600"/>
              </a:spcAft>
              <a:defRPr sz="1200">
                <a:solidFill>
                  <a:srgbClr val="FFFFFF"/>
                </a:solidFill>
              </a:defRPr>
            </a:lvl4pPr>
            <a:lvl5pPr marL="230394" indent="-228594">
              <a:spcAft>
                <a:spcPts val="600"/>
              </a:spcAft>
              <a:buFont typeface="Arial" panose="020B0604020202020204" pitchFamily="34" charset="0"/>
              <a:buChar char="•"/>
              <a:tabLst/>
              <a:defRPr sz="1200">
                <a:solidFill>
                  <a:srgbClr val="FFFFFF"/>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6" name="Text Placeholder 4">
            <a:extLst>
              <a:ext uri="{FF2B5EF4-FFF2-40B4-BE49-F238E27FC236}">
                <a16:creationId xmlns:a16="http://schemas.microsoft.com/office/drawing/2014/main" id="{FFC38A35-5CA3-4459-9AC5-201C71534956}"/>
              </a:ext>
            </a:extLst>
          </p:cNvPr>
          <p:cNvSpPr>
            <a:spLocks noGrp="1"/>
          </p:cNvSpPr>
          <p:nvPr>
            <p:ph type="body" sz="quarter" idx="17" hasCustomPrompt="1"/>
          </p:nvPr>
        </p:nvSpPr>
        <p:spPr>
          <a:xfrm>
            <a:off x="3428995" y="381002"/>
            <a:ext cx="2285996" cy="912223"/>
          </a:xfrm>
          <a:prstGeom prst="rect">
            <a:avLst/>
          </a:prstGeom>
        </p:spPr>
        <p:txBody>
          <a:bodyPr anchor="ctr"/>
          <a:lstStyle>
            <a:lvl1pPr marL="0" indent="0">
              <a:spcAft>
                <a:spcPts val="0"/>
              </a:spcAft>
              <a:buNone/>
              <a:defRPr lang="en-US" sz="5333" b="1" i="0" kern="1200" dirty="0">
                <a:solidFill>
                  <a:schemeClr val="accent2"/>
                </a:solidFill>
                <a:latin typeface="Graphik Semibold" panose="020B0503030202060203" pitchFamily="34" charset="77"/>
                <a:ea typeface="+mn-ea"/>
                <a:cs typeface="+mn-cs"/>
              </a:defRPr>
            </a:lvl1pPr>
            <a:lvl2pPr>
              <a:defRPr/>
            </a:lvl2pPr>
            <a:lvl3pPr>
              <a:defRPr/>
            </a:lvl3pPr>
            <a:lvl4pPr>
              <a:defRPr/>
            </a:lvl4pPr>
            <a:lvl5pPr>
              <a:defRPr/>
            </a:lvl5pPr>
          </a:lstStyle>
          <a:p>
            <a:pPr marL="228594" lvl="0" indent="-228594" algn="l" defTabSz="914377" rtl="0" eaLnBrk="1" latinLnBrk="0" hangingPunct="1">
              <a:lnSpc>
                <a:spcPct val="100000"/>
              </a:lnSpc>
              <a:spcBef>
                <a:spcPts val="0"/>
              </a:spcBef>
              <a:spcAft>
                <a:spcPts val="1200"/>
              </a:spcAft>
            </a:pPr>
            <a:r>
              <a:rPr lang="en-GB"/>
              <a:t>00x</a:t>
            </a:r>
            <a:endParaRPr lang="en-US"/>
          </a:p>
        </p:txBody>
      </p:sp>
      <p:sp>
        <p:nvSpPr>
          <p:cNvPr id="9" name="Text Placeholder 6">
            <a:extLst>
              <a:ext uri="{FF2B5EF4-FFF2-40B4-BE49-F238E27FC236}">
                <a16:creationId xmlns:a16="http://schemas.microsoft.com/office/drawing/2014/main" id="{EAF65655-CFF6-96F8-B90D-8BE8496D6801}"/>
              </a:ext>
            </a:extLst>
          </p:cNvPr>
          <p:cNvSpPr>
            <a:spLocks noGrp="1"/>
          </p:cNvSpPr>
          <p:nvPr>
            <p:ph type="body" sz="quarter" idx="31"/>
          </p:nvPr>
        </p:nvSpPr>
        <p:spPr>
          <a:xfrm>
            <a:off x="3428995" y="1472692"/>
            <a:ext cx="2286000" cy="1439333"/>
          </a:xfrm>
        </p:spPr>
        <p:txBody>
          <a:bodyPr/>
          <a:lstStyle>
            <a:lvl1pPr>
              <a:spcAft>
                <a:spcPts val="600"/>
              </a:spcAft>
              <a:defRPr sz="1800" i="0">
                <a:solidFill>
                  <a:srgbClr val="FFFFFF"/>
                </a:solidFill>
                <a:latin typeface="+mj-lt"/>
              </a:defRPr>
            </a:lvl1pPr>
            <a:lvl2pPr marL="0" indent="0">
              <a:spcAft>
                <a:spcPts val="600"/>
              </a:spcAft>
              <a:buNone/>
              <a:defRPr sz="1200">
                <a:solidFill>
                  <a:srgbClr val="FFFFFF"/>
                </a:solidFill>
              </a:defRPr>
            </a:lvl2pPr>
            <a:lvl3pPr marL="230394" indent="-230394">
              <a:spcAft>
                <a:spcPts val="600"/>
              </a:spcAft>
              <a:buFont typeface="Arial" panose="020B0604020202020204" pitchFamily="34" charset="0"/>
              <a:buChar char="•"/>
              <a:tabLst/>
              <a:defRPr sz="1200">
                <a:solidFill>
                  <a:srgbClr val="FFFFFF"/>
                </a:solidFill>
              </a:defRPr>
            </a:lvl3pPr>
            <a:lvl4pPr marL="230394" indent="-230394">
              <a:spcAft>
                <a:spcPts val="600"/>
              </a:spcAft>
              <a:defRPr sz="1200">
                <a:solidFill>
                  <a:srgbClr val="FFFFFF"/>
                </a:solidFill>
              </a:defRPr>
            </a:lvl4pPr>
            <a:lvl5pPr marL="230394" indent="-228594">
              <a:spcAft>
                <a:spcPts val="600"/>
              </a:spcAft>
              <a:buFont typeface="Arial" panose="020B0604020202020204" pitchFamily="34" charset="0"/>
              <a:buChar char="•"/>
              <a:tabLst/>
              <a:defRPr sz="1200">
                <a:solidFill>
                  <a:srgbClr val="FFFFFF"/>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8" name="Text Placeholder 6">
            <a:extLst>
              <a:ext uri="{FF2B5EF4-FFF2-40B4-BE49-F238E27FC236}">
                <a16:creationId xmlns:a16="http://schemas.microsoft.com/office/drawing/2014/main" id="{84A1985F-A4F6-4997-A4BD-E305CB1A47A6}"/>
              </a:ext>
            </a:extLst>
          </p:cNvPr>
          <p:cNvSpPr>
            <a:spLocks noGrp="1"/>
          </p:cNvSpPr>
          <p:nvPr>
            <p:ph type="body" sz="quarter" idx="19" hasCustomPrompt="1"/>
          </p:nvPr>
        </p:nvSpPr>
        <p:spPr>
          <a:xfrm>
            <a:off x="571503" y="3398051"/>
            <a:ext cx="2285996" cy="912223"/>
          </a:xfrm>
          <a:prstGeom prst="rect">
            <a:avLst/>
          </a:prstGeom>
        </p:spPr>
        <p:txBody>
          <a:bodyPr anchor="ctr"/>
          <a:lstStyle>
            <a:lvl1pPr marL="0" indent="0">
              <a:spcAft>
                <a:spcPts val="0"/>
              </a:spcAft>
              <a:buNone/>
              <a:defRPr lang="en-US" sz="5333" b="1" i="0" kern="1200" dirty="0">
                <a:solidFill>
                  <a:schemeClr val="accent2"/>
                </a:solidFill>
                <a:latin typeface="Graphik Semibold" panose="020B0503030202060203" pitchFamily="34" charset="77"/>
                <a:ea typeface="+mn-ea"/>
                <a:cs typeface="+mn-cs"/>
              </a:defRPr>
            </a:lvl1pPr>
            <a:lvl2pPr>
              <a:defRPr/>
            </a:lvl2pPr>
            <a:lvl3pPr>
              <a:defRPr/>
            </a:lvl3pPr>
            <a:lvl4pPr>
              <a:defRPr/>
            </a:lvl4pPr>
            <a:lvl5pPr>
              <a:defRPr/>
            </a:lvl5pPr>
          </a:lstStyle>
          <a:p>
            <a:pPr marL="228594" lvl="0" indent="-228594" algn="l" defTabSz="914377" rtl="0" eaLnBrk="1" latinLnBrk="0" hangingPunct="1">
              <a:lnSpc>
                <a:spcPct val="100000"/>
              </a:lnSpc>
              <a:spcBef>
                <a:spcPts val="0"/>
              </a:spcBef>
              <a:spcAft>
                <a:spcPts val="1200"/>
              </a:spcAft>
            </a:pPr>
            <a:r>
              <a:rPr lang="en-GB"/>
              <a:t>00x</a:t>
            </a:r>
            <a:endParaRPr lang="en-US"/>
          </a:p>
        </p:txBody>
      </p:sp>
      <p:sp>
        <p:nvSpPr>
          <p:cNvPr id="7" name="Text Placeholder 6">
            <a:extLst>
              <a:ext uri="{FF2B5EF4-FFF2-40B4-BE49-F238E27FC236}">
                <a16:creationId xmlns:a16="http://schemas.microsoft.com/office/drawing/2014/main" id="{54F0D47A-40F3-3312-FD52-DB56907BD070}"/>
              </a:ext>
            </a:extLst>
          </p:cNvPr>
          <p:cNvSpPr>
            <a:spLocks noGrp="1"/>
          </p:cNvSpPr>
          <p:nvPr>
            <p:ph type="body" sz="quarter" idx="30"/>
          </p:nvPr>
        </p:nvSpPr>
        <p:spPr>
          <a:xfrm>
            <a:off x="571503" y="4508500"/>
            <a:ext cx="2286000" cy="1439333"/>
          </a:xfrm>
        </p:spPr>
        <p:txBody>
          <a:bodyPr/>
          <a:lstStyle>
            <a:lvl1pPr>
              <a:spcAft>
                <a:spcPts val="600"/>
              </a:spcAft>
              <a:defRPr sz="1800" i="0">
                <a:solidFill>
                  <a:srgbClr val="FFFFFF"/>
                </a:solidFill>
                <a:latin typeface="+mj-lt"/>
              </a:defRPr>
            </a:lvl1pPr>
            <a:lvl2pPr marL="0" indent="0">
              <a:spcAft>
                <a:spcPts val="600"/>
              </a:spcAft>
              <a:buNone/>
              <a:defRPr sz="1200">
                <a:solidFill>
                  <a:srgbClr val="FFFFFF"/>
                </a:solidFill>
              </a:defRPr>
            </a:lvl2pPr>
            <a:lvl3pPr marL="230394" indent="-230394">
              <a:spcAft>
                <a:spcPts val="600"/>
              </a:spcAft>
              <a:buFont typeface="Arial" panose="020B0604020202020204" pitchFamily="34" charset="0"/>
              <a:buChar char="•"/>
              <a:tabLst/>
              <a:defRPr sz="1200">
                <a:solidFill>
                  <a:srgbClr val="FFFFFF"/>
                </a:solidFill>
              </a:defRPr>
            </a:lvl3pPr>
            <a:lvl4pPr marL="230394" indent="-230394">
              <a:spcAft>
                <a:spcPts val="600"/>
              </a:spcAft>
              <a:defRPr sz="1200">
                <a:solidFill>
                  <a:srgbClr val="FFFFFF"/>
                </a:solidFill>
              </a:defRPr>
            </a:lvl4pPr>
            <a:lvl5pPr marL="230394" indent="-228594">
              <a:spcAft>
                <a:spcPts val="600"/>
              </a:spcAft>
              <a:buFont typeface="Arial" panose="020B0604020202020204" pitchFamily="34" charset="0"/>
              <a:buChar char="•"/>
              <a:tabLst/>
              <a:defRPr sz="1200">
                <a:solidFill>
                  <a:srgbClr val="FFFFFF"/>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0" name="Text Placeholder 8">
            <a:extLst>
              <a:ext uri="{FF2B5EF4-FFF2-40B4-BE49-F238E27FC236}">
                <a16:creationId xmlns:a16="http://schemas.microsoft.com/office/drawing/2014/main" id="{E5121ACC-7E33-431F-A8A1-419F515D4061}"/>
              </a:ext>
            </a:extLst>
          </p:cNvPr>
          <p:cNvSpPr>
            <a:spLocks noGrp="1"/>
          </p:cNvSpPr>
          <p:nvPr>
            <p:ph type="body" sz="quarter" idx="21" hasCustomPrompt="1"/>
          </p:nvPr>
        </p:nvSpPr>
        <p:spPr>
          <a:xfrm>
            <a:off x="3428995" y="3398051"/>
            <a:ext cx="2285996" cy="912223"/>
          </a:xfrm>
          <a:prstGeom prst="rect">
            <a:avLst/>
          </a:prstGeom>
        </p:spPr>
        <p:txBody>
          <a:bodyPr anchor="ctr"/>
          <a:lstStyle>
            <a:lvl1pPr marL="0" indent="0">
              <a:spcAft>
                <a:spcPts val="0"/>
              </a:spcAft>
              <a:buNone/>
              <a:defRPr lang="en-US" sz="5333" b="1" i="0" kern="1200" dirty="0">
                <a:solidFill>
                  <a:schemeClr val="accent2"/>
                </a:solidFill>
                <a:latin typeface="Graphik Semibold" panose="020B0503030202060203" pitchFamily="34" charset="77"/>
                <a:ea typeface="+mn-ea"/>
                <a:cs typeface="+mn-cs"/>
              </a:defRPr>
            </a:lvl1pPr>
            <a:lvl2pPr>
              <a:defRPr/>
            </a:lvl2pPr>
            <a:lvl3pPr>
              <a:defRPr/>
            </a:lvl3pPr>
            <a:lvl4pPr>
              <a:defRPr/>
            </a:lvl4pPr>
            <a:lvl5pPr>
              <a:defRPr/>
            </a:lvl5pPr>
          </a:lstStyle>
          <a:p>
            <a:pPr marL="228594" lvl="0" indent="-228594" algn="l" defTabSz="914377" rtl="0" eaLnBrk="1" latinLnBrk="0" hangingPunct="1">
              <a:lnSpc>
                <a:spcPct val="100000"/>
              </a:lnSpc>
              <a:spcBef>
                <a:spcPts val="0"/>
              </a:spcBef>
              <a:spcAft>
                <a:spcPts val="1200"/>
              </a:spcAft>
            </a:pPr>
            <a:r>
              <a:rPr lang="en-GB"/>
              <a:t>00x</a:t>
            </a:r>
            <a:endParaRPr lang="en-US"/>
          </a:p>
        </p:txBody>
      </p:sp>
      <p:sp>
        <p:nvSpPr>
          <p:cNvPr id="5" name="Text Placeholder 6">
            <a:extLst>
              <a:ext uri="{FF2B5EF4-FFF2-40B4-BE49-F238E27FC236}">
                <a16:creationId xmlns:a16="http://schemas.microsoft.com/office/drawing/2014/main" id="{4C6AFAE1-C867-607D-7626-06B37DD8931A}"/>
              </a:ext>
            </a:extLst>
          </p:cNvPr>
          <p:cNvSpPr>
            <a:spLocks noGrp="1"/>
          </p:cNvSpPr>
          <p:nvPr>
            <p:ph type="body" sz="quarter" idx="29"/>
          </p:nvPr>
        </p:nvSpPr>
        <p:spPr>
          <a:xfrm>
            <a:off x="3428995" y="4508500"/>
            <a:ext cx="2286000" cy="1439333"/>
          </a:xfrm>
        </p:spPr>
        <p:txBody>
          <a:bodyPr/>
          <a:lstStyle>
            <a:lvl1pPr>
              <a:spcAft>
                <a:spcPts val="600"/>
              </a:spcAft>
              <a:defRPr sz="1800" i="0">
                <a:solidFill>
                  <a:srgbClr val="FFFFFF"/>
                </a:solidFill>
                <a:latin typeface="+mj-lt"/>
              </a:defRPr>
            </a:lvl1pPr>
            <a:lvl2pPr marL="0" indent="0">
              <a:spcAft>
                <a:spcPts val="600"/>
              </a:spcAft>
              <a:buNone/>
              <a:defRPr sz="1200">
                <a:solidFill>
                  <a:srgbClr val="FFFFFF"/>
                </a:solidFill>
              </a:defRPr>
            </a:lvl2pPr>
            <a:lvl3pPr marL="230394" indent="-230394">
              <a:spcAft>
                <a:spcPts val="600"/>
              </a:spcAft>
              <a:buFont typeface="Arial" panose="020B0604020202020204" pitchFamily="34" charset="0"/>
              <a:buChar char="•"/>
              <a:tabLst/>
              <a:defRPr sz="1200">
                <a:solidFill>
                  <a:srgbClr val="FFFFFF"/>
                </a:solidFill>
              </a:defRPr>
            </a:lvl3pPr>
            <a:lvl4pPr marL="230394" indent="-230394">
              <a:spcAft>
                <a:spcPts val="600"/>
              </a:spcAft>
              <a:defRPr sz="1200">
                <a:solidFill>
                  <a:srgbClr val="FFFFFF"/>
                </a:solidFill>
              </a:defRPr>
            </a:lvl4pPr>
            <a:lvl5pPr marL="230394" indent="-228594">
              <a:spcAft>
                <a:spcPts val="600"/>
              </a:spcAft>
              <a:buFont typeface="Arial" panose="020B0604020202020204" pitchFamily="34" charset="0"/>
              <a:buChar char="•"/>
              <a:tabLst/>
              <a:defRPr sz="1200">
                <a:solidFill>
                  <a:srgbClr val="FFFFFF"/>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38" name="Picture Placeholder 35">
            <a:extLst>
              <a:ext uri="{FF2B5EF4-FFF2-40B4-BE49-F238E27FC236}">
                <a16:creationId xmlns:a16="http://schemas.microsoft.com/office/drawing/2014/main" id="{92A5DC07-3811-41E7-B3BC-1DF4ED905C75}"/>
              </a:ext>
            </a:extLst>
          </p:cNvPr>
          <p:cNvSpPr>
            <a:spLocks noGrp="1"/>
          </p:cNvSpPr>
          <p:nvPr>
            <p:ph type="pic" sz="quarter" idx="16" hasCustomPrompt="1"/>
          </p:nvPr>
        </p:nvSpPr>
        <p:spPr bwMode="gray">
          <a:xfrm>
            <a:off x="6095992" y="0"/>
            <a:ext cx="6096008" cy="6129340"/>
          </a:xfrm>
          <a:prstGeom prst="rect">
            <a:avLst/>
          </a:prstGeom>
          <a:solidFill>
            <a:schemeClr val="bg1">
              <a:lumMod val="95000"/>
            </a:schemeClr>
          </a:solidFill>
        </p:spPr>
        <p:txBody>
          <a:bodyPr tIns="457200" anchor="ctr"/>
          <a:lstStyle>
            <a:lvl1pPr marL="0" indent="0" algn="ctr">
              <a:buNone/>
              <a:defRPr sz="1400" b="0" i="0">
                <a:solidFill>
                  <a:schemeClr val="tx1"/>
                </a:solidFill>
                <a:latin typeface="Graphik" panose="020B0503030202060203" pitchFamily="34" charset="77"/>
              </a:defRPr>
            </a:lvl1pPr>
          </a:lstStyle>
          <a:p>
            <a:r>
              <a:rPr lang="en-GB"/>
              <a:t>Drag picture to placeholder or click icon to add</a:t>
            </a:r>
            <a:endParaRPr lang="en-US"/>
          </a:p>
        </p:txBody>
      </p:sp>
      <p:cxnSp>
        <p:nvCxnSpPr>
          <p:cNvPr id="42" name="Straight Connector 41">
            <a:extLst>
              <a:ext uri="{FF2B5EF4-FFF2-40B4-BE49-F238E27FC236}">
                <a16:creationId xmlns:a16="http://schemas.microsoft.com/office/drawing/2014/main" id="{149C8D0A-C37D-4D9A-9703-8A0AFB18570C}"/>
              </a:ext>
              <a:ext uri="{C183D7F6-B498-43B3-948B-1728B52AA6E4}">
                <adec:decorative xmlns:adec="http://schemas.microsoft.com/office/drawing/2017/decorative" val="1"/>
              </a:ext>
            </a:extLst>
          </p:cNvPr>
          <p:cNvCxnSpPr>
            <a:cxnSpLocks/>
          </p:cNvCxnSpPr>
          <p:nvPr userDrawn="1"/>
        </p:nvCxnSpPr>
        <p:spPr>
          <a:xfrm>
            <a:off x="0" y="3076800"/>
            <a:ext cx="6096008" cy="0"/>
          </a:xfrm>
          <a:prstGeom prst="line">
            <a:avLst/>
          </a:prstGeom>
          <a:ln w="952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1BE5BBCC-C957-48B6-99B6-EF1F3E80F622}"/>
              </a:ext>
              <a:ext uri="{C183D7F6-B498-43B3-948B-1728B52AA6E4}">
                <adec:decorative xmlns:adec="http://schemas.microsoft.com/office/drawing/2017/decorative" val="1"/>
              </a:ext>
            </a:extLst>
          </p:cNvPr>
          <p:cNvCxnSpPr>
            <a:cxnSpLocks/>
          </p:cNvCxnSpPr>
          <p:nvPr userDrawn="1"/>
        </p:nvCxnSpPr>
        <p:spPr>
          <a:xfrm>
            <a:off x="3143247" y="-1"/>
            <a:ext cx="0" cy="6192000"/>
          </a:xfrm>
          <a:prstGeom prst="line">
            <a:avLst/>
          </a:prstGeom>
          <a:ln w="952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4" name="Bottom tag">
            <a:extLst>
              <a:ext uri="{FF2B5EF4-FFF2-40B4-BE49-F238E27FC236}">
                <a16:creationId xmlns:a16="http://schemas.microsoft.com/office/drawing/2014/main" id="{C7D43BFE-04FF-915B-AF75-EF92EB85EE07}"/>
              </a:ext>
              <a:ext uri="{C183D7F6-B498-43B3-948B-1728B52AA6E4}">
                <adec:decorative xmlns:adec="http://schemas.microsoft.com/office/drawing/2017/decorative" val="1"/>
              </a:ext>
            </a:extLst>
          </p:cNvPr>
          <p:cNvSpPr/>
          <p:nvPr userDrawn="1"/>
        </p:nvSpPr>
        <p:spPr bwMode="white">
          <a:xfrm>
            <a:off x="0" y="6129340"/>
            <a:ext cx="12192000" cy="72866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a:latin typeface="Graphik" panose="020B0503030202060203" pitchFamily="34" charset="77"/>
            </a:endParaRPr>
          </a:p>
        </p:txBody>
      </p:sp>
      <p:cxnSp>
        <p:nvCxnSpPr>
          <p:cNvPr id="2" name="Straight Connector 1">
            <a:extLst>
              <a:ext uri="{FF2B5EF4-FFF2-40B4-BE49-F238E27FC236}">
                <a16:creationId xmlns:a16="http://schemas.microsoft.com/office/drawing/2014/main" id="{D50DFD68-7311-16D8-3418-1A322FD33528}"/>
              </a:ext>
              <a:ext uri="{C183D7F6-B498-43B3-948B-1728B52AA6E4}">
                <adec:decorative xmlns:adec="http://schemas.microsoft.com/office/drawing/2017/decorative" val="1"/>
              </a:ext>
            </a:extLst>
          </p:cNvPr>
          <p:cNvCxnSpPr>
            <a:cxnSpLocks/>
          </p:cNvCxnSpPr>
          <p:nvPr userDrawn="1"/>
        </p:nvCxnSpPr>
        <p:spPr>
          <a:xfrm>
            <a:off x="0" y="6124800"/>
            <a:ext cx="12192000" cy="0"/>
          </a:xfrm>
          <a:prstGeom prst="line">
            <a:avLst/>
          </a:prstGeom>
          <a:ln w="952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3" name="copyright">
            <a:extLst>
              <a:ext uri="{FF2B5EF4-FFF2-40B4-BE49-F238E27FC236}">
                <a16:creationId xmlns:a16="http://schemas.microsoft.com/office/drawing/2014/main" id="{6F38CEE2-3D5C-A0E3-1BE3-09AB0AC25463}"/>
              </a:ext>
            </a:extLst>
          </p:cNvPr>
          <p:cNvSpPr txBox="1"/>
          <p:nvPr userDrawn="1"/>
        </p:nvSpPr>
        <p:spPr>
          <a:xfrm>
            <a:off x="9031909" y="6429853"/>
            <a:ext cx="2398092"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a:solidFill>
                  <a:schemeClr val="bg1">
                    <a:lumMod val="85000"/>
                    <a:alpha val="75000"/>
                  </a:schemeClr>
                </a:solidFill>
                <a:latin typeface="Graphik" panose="020B0503030202060203" pitchFamily="34" charset="77"/>
              </a:rPr>
              <a:t>Copyright © 2025 Accenture. All rights reserved.</a:t>
            </a:r>
            <a:endParaRPr lang="en-US" sz="1351" noProof="0">
              <a:solidFill>
                <a:schemeClr val="bg1">
                  <a:lumMod val="85000"/>
                  <a:alpha val="75000"/>
                </a:schemeClr>
              </a:solidFill>
              <a:latin typeface="Graphik" panose="020B0503030202060203" pitchFamily="34" charset="77"/>
            </a:endParaRPr>
          </a:p>
        </p:txBody>
      </p:sp>
      <p:sp>
        <p:nvSpPr>
          <p:cNvPr id="6" name="slide number automatic">
            <a:extLst>
              <a:ext uri="{FF2B5EF4-FFF2-40B4-BE49-F238E27FC236}">
                <a16:creationId xmlns:a16="http://schemas.microsoft.com/office/drawing/2014/main" id="{FC53484B-EB21-70B6-32DD-8344CAE70A1C}"/>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bg1">
                    <a:lumMod val="85000"/>
                    <a:alpha val="75000"/>
                  </a:scheme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chemeClr val="bg1">
                  <a:lumMod val="85000"/>
                  <a:alpha val="75000"/>
                </a:schemeClr>
              </a:solidFill>
              <a:latin typeface="+mj-lt"/>
            </a:endParaRPr>
          </a:p>
        </p:txBody>
      </p:sp>
      <p:sp>
        <p:nvSpPr>
          <p:cNvPr id="12" name="GTS_WH">
            <a:extLst>
              <a:ext uri="{FF2B5EF4-FFF2-40B4-BE49-F238E27FC236}">
                <a16:creationId xmlns:a16="http://schemas.microsoft.com/office/drawing/2014/main" id="{2DFC2805-A4A5-BE1F-72EF-71C8FE15AD9C}"/>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Tree>
    <p:extLst>
      <p:ext uri="{BB962C8B-B14F-4D97-AF65-F5344CB8AC3E}">
        <p14:creationId xmlns:p14="http://schemas.microsoft.com/office/powerpoint/2010/main" val="3562832447"/>
      </p:ext>
    </p:extLst>
  </p:cSld>
  <p:clrMapOvr>
    <a:overrideClrMapping bg1="lt1" tx1="dk1" bg2="lt2" tx2="dk2" accent1="accent1" accent2="accent2" accent3="accent3" accent4="accent4" accent5="accent5" accent6="accent6" hlink="hlink" folHlink="folHlink"/>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showMasterSp="0" userDrawn="1">
  <p:cSld name="Salutation: gradient">
    <p:bg>
      <p:bgPr>
        <a:solidFill>
          <a:schemeClr val="accent2"/>
        </a:solidFill>
        <a:effectLst/>
      </p:bgPr>
    </p:bg>
    <p:spTree>
      <p:nvGrpSpPr>
        <p:cNvPr id="1" name=""/>
        <p:cNvGrpSpPr/>
        <p:nvPr/>
      </p:nvGrpSpPr>
      <p:grpSpPr>
        <a:xfrm>
          <a:off x="0" y="0"/>
          <a:ext cx="0" cy="0"/>
          <a:chOff x="0" y="0"/>
          <a:chExt cx="0" cy="0"/>
        </a:xfrm>
      </p:grpSpPr>
      <p:pic>
        <p:nvPicPr>
          <p:cNvPr id="9" name="Picture 8" descr="A purple and black background&#10;&#10;AI-generated content may be incorrect.">
            <a:extLst>
              <a:ext uri="{FF2B5EF4-FFF2-40B4-BE49-F238E27FC236}">
                <a16:creationId xmlns:a16="http://schemas.microsoft.com/office/drawing/2014/main" id="{1E54F49D-2B2F-7CDD-DC94-B6FF9A694BDA}"/>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rot="5400000">
            <a:off x="2667000" y="-2667000"/>
            <a:ext cx="6858000" cy="12192000"/>
          </a:xfrm>
          <a:prstGeom prst="rect">
            <a:avLst/>
          </a:prstGeom>
        </p:spPr>
      </p:pic>
      <p:sp>
        <p:nvSpPr>
          <p:cNvPr id="2" name="copyright">
            <a:extLst>
              <a:ext uri="{FF2B5EF4-FFF2-40B4-BE49-F238E27FC236}">
                <a16:creationId xmlns:a16="http://schemas.microsoft.com/office/drawing/2014/main" id="{8F090878-FDCB-E32E-7E4D-4A1D113FA508}"/>
              </a:ext>
            </a:extLst>
          </p:cNvPr>
          <p:cNvSpPr txBox="1"/>
          <p:nvPr userDrawn="1"/>
        </p:nvSpPr>
        <p:spPr>
          <a:xfrm>
            <a:off x="9031909" y="6429853"/>
            <a:ext cx="2398092"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a:solidFill>
                  <a:schemeClr val="tx1">
                    <a:lumMod val="85000"/>
                    <a:alpha val="75000"/>
                  </a:schemeClr>
                </a:solidFill>
                <a:latin typeface="Graphik" panose="020B0503030202060203" pitchFamily="34" charset="77"/>
              </a:rPr>
              <a:t>Copyright © 2025 Accenture. All rights reserved.</a:t>
            </a:r>
            <a:endParaRPr lang="en-US" sz="1351" noProof="0">
              <a:solidFill>
                <a:schemeClr val="tx1">
                  <a:lumMod val="85000"/>
                  <a:alpha val="75000"/>
                </a:schemeClr>
              </a:solidFill>
              <a:latin typeface="Graphik" panose="020B0503030202060203" pitchFamily="34" charset="77"/>
            </a:endParaRPr>
          </a:p>
        </p:txBody>
      </p:sp>
      <p:sp>
        <p:nvSpPr>
          <p:cNvPr id="4" name="slide number automatic">
            <a:extLst>
              <a:ext uri="{FF2B5EF4-FFF2-40B4-BE49-F238E27FC236}">
                <a16:creationId xmlns:a16="http://schemas.microsoft.com/office/drawing/2014/main" id="{6DD78C6E-A2CA-C7D3-D53E-97A08AAAEAD8}"/>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tx1">
                    <a:lumMod val="85000"/>
                    <a:alpha val="75000"/>
                  </a:scheme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chemeClr val="tx1">
                  <a:lumMod val="85000"/>
                  <a:alpha val="75000"/>
                </a:schemeClr>
              </a:solidFill>
              <a:latin typeface="+mj-lt"/>
            </a:endParaRPr>
          </a:p>
        </p:txBody>
      </p:sp>
      <p:sp>
        <p:nvSpPr>
          <p:cNvPr id="8" name="Title 1">
            <a:extLst>
              <a:ext uri="{FF2B5EF4-FFF2-40B4-BE49-F238E27FC236}">
                <a16:creationId xmlns:a16="http://schemas.microsoft.com/office/drawing/2014/main" id="{4772D35A-1963-BF72-AA80-2201D2B0173F}"/>
              </a:ext>
            </a:extLst>
          </p:cNvPr>
          <p:cNvSpPr>
            <a:spLocks noGrp="1"/>
          </p:cNvSpPr>
          <p:nvPr>
            <p:ph type="title"/>
          </p:nvPr>
        </p:nvSpPr>
        <p:spPr>
          <a:xfrm>
            <a:off x="1191348" y="3429000"/>
            <a:ext cx="6046527" cy="984885"/>
          </a:xfrm>
          <a:prstGeom prst="rect">
            <a:avLst/>
          </a:prstGeom>
        </p:spPr>
        <p:txBody>
          <a:bodyPr wrap="none" anchor="ctr"/>
          <a:lstStyle>
            <a:lvl1pPr algn="l">
              <a:defRPr sz="8000">
                <a:solidFill>
                  <a:schemeClr val="tx1"/>
                </a:solidFill>
              </a:defRPr>
            </a:lvl1pPr>
          </a:lstStyle>
          <a:p>
            <a:r>
              <a:rPr lang="en-GB"/>
              <a:t>Click to edit Master title style</a:t>
            </a:r>
            <a:endParaRPr lang="en-US"/>
          </a:p>
        </p:txBody>
      </p:sp>
      <p:sp>
        <p:nvSpPr>
          <p:cNvPr id="10" name="GTS_WH">
            <a:extLst>
              <a:ext uri="{FF2B5EF4-FFF2-40B4-BE49-F238E27FC236}">
                <a16:creationId xmlns:a16="http://schemas.microsoft.com/office/drawing/2014/main" id="{79093C77-020A-31D2-4F4F-DA77DEFA8E84}"/>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Tree>
    <p:extLst>
      <p:ext uri="{BB962C8B-B14F-4D97-AF65-F5344CB8AC3E}">
        <p14:creationId xmlns:p14="http://schemas.microsoft.com/office/powerpoint/2010/main" val="287206099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20">
          <p15:clr>
            <a:srgbClr val="C35EA4"/>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showMasterSp="0" preserve="1" userDrawn="1">
  <p:cSld name="Salutation: purple">
    <p:bg>
      <p:bgPr>
        <a:solidFill>
          <a:schemeClr val="accent1"/>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9406901E-2FDA-B887-CCF5-FADFC0C3B943}"/>
              </a:ext>
            </a:extLst>
          </p:cNvPr>
          <p:cNvSpPr>
            <a:spLocks noGrp="1"/>
          </p:cNvSpPr>
          <p:nvPr>
            <p:ph type="title" hasCustomPrompt="1"/>
          </p:nvPr>
        </p:nvSpPr>
        <p:spPr>
          <a:xfrm>
            <a:off x="6096000" y="2599460"/>
            <a:ext cx="4895849" cy="984885"/>
          </a:xfrm>
          <a:prstGeom prst="rect">
            <a:avLst/>
          </a:prstGeom>
        </p:spPr>
        <p:txBody>
          <a:bodyPr anchor="ctr"/>
          <a:lstStyle>
            <a:lvl1pPr algn="l">
              <a:defRPr sz="4000">
                <a:solidFill>
                  <a:schemeClr val="tx1"/>
                </a:solidFill>
              </a:defRPr>
            </a:lvl1pPr>
          </a:lstStyle>
          <a:p>
            <a:r>
              <a:rPr lang="en-GB"/>
              <a:t>Click to edit salutation style</a:t>
            </a:r>
            <a:endParaRPr lang="en-US"/>
          </a:p>
        </p:txBody>
      </p:sp>
      <p:pic>
        <p:nvPicPr>
          <p:cNvPr id="2" name="GT white">
            <a:extLst>
              <a:ext uri="{FF2B5EF4-FFF2-40B4-BE49-F238E27FC236}">
                <a16:creationId xmlns:a16="http://schemas.microsoft.com/office/drawing/2014/main" id="{64951822-2C90-C040-C685-A9310D236165}"/>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63638" y="5459982"/>
            <a:ext cx="609857" cy="669356"/>
          </a:xfrm>
          <a:prstGeom prst="rect">
            <a:avLst/>
          </a:prstGeom>
        </p:spPr>
      </p:pic>
      <p:sp>
        <p:nvSpPr>
          <p:cNvPr id="4" name="copyright">
            <a:extLst>
              <a:ext uri="{FF2B5EF4-FFF2-40B4-BE49-F238E27FC236}">
                <a16:creationId xmlns:a16="http://schemas.microsoft.com/office/drawing/2014/main" id="{5D5952F7-6C63-8F87-4E22-999BB41F26C3}"/>
              </a:ext>
            </a:extLst>
          </p:cNvPr>
          <p:cNvSpPr txBox="1"/>
          <p:nvPr userDrawn="1"/>
        </p:nvSpPr>
        <p:spPr>
          <a:xfrm>
            <a:off x="9031909" y="6429853"/>
            <a:ext cx="2398092"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a:solidFill>
                  <a:schemeClr val="tx1">
                    <a:lumMod val="85000"/>
                    <a:alpha val="75000"/>
                  </a:schemeClr>
                </a:solidFill>
                <a:latin typeface="Graphik" panose="020B0503030202060203" pitchFamily="34" charset="77"/>
              </a:rPr>
              <a:t>Copyright © 2025 Accenture. All rights reserved.</a:t>
            </a:r>
            <a:endParaRPr lang="en-US" sz="1351" noProof="0">
              <a:solidFill>
                <a:schemeClr val="tx1">
                  <a:lumMod val="85000"/>
                  <a:alpha val="75000"/>
                </a:schemeClr>
              </a:solidFill>
              <a:latin typeface="Graphik" panose="020B0503030202060203" pitchFamily="34" charset="77"/>
            </a:endParaRPr>
          </a:p>
        </p:txBody>
      </p:sp>
      <p:sp>
        <p:nvSpPr>
          <p:cNvPr id="7" name="slide number automatic">
            <a:extLst>
              <a:ext uri="{FF2B5EF4-FFF2-40B4-BE49-F238E27FC236}">
                <a16:creationId xmlns:a16="http://schemas.microsoft.com/office/drawing/2014/main" id="{540D3C9F-6433-4B02-3A65-24CE972551FF}"/>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tx1">
                    <a:lumMod val="85000"/>
                    <a:alpha val="75000"/>
                  </a:scheme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chemeClr val="tx1">
                  <a:lumMod val="85000"/>
                  <a:alpha val="75000"/>
                </a:schemeClr>
              </a:solidFill>
              <a:latin typeface="+mj-lt"/>
            </a:endParaRPr>
          </a:p>
        </p:txBody>
      </p:sp>
    </p:spTree>
    <p:extLst>
      <p:ext uri="{BB962C8B-B14F-4D97-AF65-F5344CB8AC3E}">
        <p14:creationId xmlns:p14="http://schemas.microsoft.com/office/powerpoint/2010/main" val="65691902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20">
          <p15:clr>
            <a:srgbClr val="C35EA4"/>
          </p15:clr>
        </p15:guide>
      </p15:sldGuideLst>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9889530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slideLayout" Target="../slideLayouts/slideLayout11.xml"/><Relationship Id="rId1" Type="http://schemas.openxmlformats.org/officeDocument/2006/relationships/slideLayout" Target="../slideLayouts/slideLayout10.xml"/><Relationship Id="rId5" Type="http://schemas.openxmlformats.org/officeDocument/2006/relationships/theme" Target="../theme/theme2.xml"/><Relationship Id="rId4" Type="http://schemas.openxmlformats.org/officeDocument/2006/relationships/slideLayout" Target="../slideLayouts/slideLayout13.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3" Type="http://schemas.openxmlformats.org/officeDocument/2006/relationships/slideLayout" Target="../slideLayouts/slideLayout39.xml"/><Relationship Id="rId18" Type="http://schemas.openxmlformats.org/officeDocument/2006/relationships/slideLayout" Target="../slideLayouts/slideLayout44.xml"/><Relationship Id="rId26" Type="http://schemas.openxmlformats.org/officeDocument/2006/relationships/slideLayout" Target="../slideLayouts/slideLayout52.xml"/><Relationship Id="rId39" Type="http://schemas.openxmlformats.org/officeDocument/2006/relationships/slideLayout" Target="../slideLayouts/slideLayout65.xml"/><Relationship Id="rId21" Type="http://schemas.openxmlformats.org/officeDocument/2006/relationships/slideLayout" Target="../slideLayouts/slideLayout47.xml"/><Relationship Id="rId34" Type="http://schemas.openxmlformats.org/officeDocument/2006/relationships/slideLayout" Target="../slideLayouts/slideLayout60.xml"/><Relationship Id="rId42" Type="http://schemas.openxmlformats.org/officeDocument/2006/relationships/slideLayout" Target="../slideLayouts/slideLayout68.xml"/><Relationship Id="rId47" Type="http://schemas.openxmlformats.org/officeDocument/2006/relationships/slideLayout" Target="../slideLayouts/slideLayout73.xml"/><Relationship Id="rId50" Type="http://schemas.openxmlformats.org/officeDocument/2006/relationships/slideLayout" Target="../slideLayouts/slideLayout76.xml"/><Relationship Id="rId55" Type="http://schemas.openxmlformats.org/officeDocument/2006/relationships/slideLayout" Target="../slideLayouts/slideLayout81.xml"/><Relationship Id="rId7" Type="http://schemas.openxmlformats.org/officeDocument/2006/relationships/slideLayout" Target="../slideLayouts/slideLayout33.xml"/><Relationship Id="rId2" Type="http://schemas.openxmlformats.org/officeDocument/2006/relationships/slideLayout" Target="../slideLayouts/slideLayout28.xml"/><Relationship Id="rId16" Type="http://schemas.openxmlformats.org/officeDocument/2006/relationships/slideLayout" Target="../slideLayouts/slideLayout42.xml"/><Relationship Id="rId29" Type="http://schemas.openxmlformats.org/officeDocument/2006/relationships/slideLayout" Target="../slideLayouts/slideLayout55.xml"/><Relationship Id="rId11" Type="http://schemas.openxmlformats.org/officeDocument/2006/relationships/slideLayout" Target="../slideLayouts/slideLayout37.xml"/><Relationship Id="rId24" Type="http://schemas.openxmlformats.org/officeDocument/2006/relationships/slideLayout" Target="../slideLayouts/slideLayout50.xml"/><Relationship Id="rId32" Type="http://schemas.openxmlformats.org/officeDocument/2006/relationships/slideLayout" Target="../slideLayouts/slideLayout58.xml"/><Relationship Id="rId37" Type="http://schemas.openxmlformats.org/officeDocument/2006/relationships/slideLayout" Target="../slideLayouts/slideLayout63.xml"/><Relationship Id="rId40" Type="http://schemas.openxmlformats.org/officeDocument/2006/relationships/slideLayout" Target="../slideLayouts/slideLayout66.xml"/><Relationship Id="rId45" Type="http://schemas.openxmlformats.org/officeDocument/2006/relationships/slideLayout" Target="../slideLayouts/slideLayout71.xml"/><Relationship Id="rId53" Type="http://schemas.openxmlformats.org/officeDocument/2006/relationships/slideLayout" Target="../slideLayouts/slideLayout79.xml"/><Relationship Id="rId58" Type="http://schemas.openxmlformats.org/officeDocument/2006/relationships/theme" Target="../theme/theme4.xml"/><Relationship Id="rId5" Type="http://schemas.openxmlformats.org/officeDocument/2006/relationships/slideLayout" Target="../slideLayouts/slideLayout31.xml"/><Relationship Id="rId19" Type="http://schemas.openxmlformats.org/officeDocument/2006/relationships/slideLayout" Target="../slideLayouts/slideLayout45.xml"/><Relationship Id="rId4" Type="http://schemas.openxmlformats.org/officeDocument/2006/relationships/slideLayout" Target="../slideLayouts/slideLayout30.xml"/><Relationship Id="rId9" Type="http://schemas.openxmlformats.org/officeDocument/2006/relationships/slideLayout" Target="../slideLayouts/slideLayout35.xml"/><Relationship Id="rId14" Type="http://schemas.openxmlformats.org/officeDocument/2006/relationships/slideLayout" Target="../slideLayouts/slideLayout40.xml"/><Relationship Id="rId22" Type="http://schemas.openxmlformats.org/officeDocument/2006/relationships/slideLayout" Target="../slideLayouts/slideLayout48.xml"/><Relationship Id="rId27" Type="http://schemas.openxmlformats.org/officeDocument/2006/relationships/slideLayout" Target="../slideLayouts/slideLayout53.xml"/><Relationship Id="rId30" Type="http://schemas.openxmlformats.org/officeDocument/2006/relationships/slideLayout" Target="../slideLayouts/slideLayout56.xml"/><Relationship Id="rId35" Type="http://schemas.openxmlformats.org/officeDocument/2006/relationships/slideLayout" Target="../slideLayouts/slideLayout61.xml"/><Relationship Id="rId43" Type="http://schemas.openxmlformats.org/officeDocument/2006/relationships/slideLayout" Target="../slideLayouts/slideLayout69.xml"/><Relationship Id="rId48" Type="http://schemas.openxmlformats.org/officeDocument/2006/relationships/slideLayout" Target="../slideLayouts/slideLayout74.xml"/><Relationship Id="rId56" Type="http://schemas.openxmlformats.org/officeDocument/2006/relationships/slideLayout" Target="../slideLayouts/slideLayout82.xml"/><Relationship Id="rId8" Type="http://schemas.openxmlformats.org/officeDocument/2006/relationships/slideLayout" Target="../slideLayouts/slideLayout34.xml"/><Relationship Id="rId51" Type="http://schemas.openxmlformats.org/officeDocument/2006/relationships/slideLayout" Target="../slideLayouts/slideLayout77.xml"/><Relationship Id="rId3" Type="http://schemas.openxmlformats.org/officeDocument/2006/relationships/slideLayout" Target="../slideLayouts/slideLayout29.xml"/><Relationship Id="rId12" Type="http://schemas.openxmlformats.org/officeDocument/2006/relationships/slideLayout" Target="../slideLayouts/slideLayout38.xml"/><Relationship Id="rId17" Type="http://schemas.openxmlformats.org/officeDocument/2006/relationships/slideLayout" Target="../slideLayouts/slideLayout43.xml"/><Relationship Id="rId25" Type="http://schemas.openxmlformats.org/officeDocument/2006/relationships/slideLayout" Target="../slideLayouts/slideLayout51.xml"/><Relationship Id="rId33" Type="http://schemas.openxmlformats.org/officeDocument/2006/relationships/slideLayout" Target="../slideLayouts/slideLayout59.xml"/><Relationship Id="rId38" Type="http://schemas.openxmlformats.org/officeDocument/2006/relationships/slideLayout" Target="../slideLayouts/slideLayout64.xml"/><Relationship Id="rId46" Type="http://schemas.openxmlformats.org/officeDocument/2006/relationships/slideLayout" Target="../slideLayouts/slideLayout72.xml"/><Relationship Id="rId20" Type="http://schemas.openxmlformats.org/officeDocument/2006/relationships/slideLayout" Target="../slideLayouts/slideLayout46.xml"/><Relationship Id="rId41" Type="http://schemas.openxmlformats.org/officeDocument/2006/relationships/slideLayout" Target="../slideLayouts/slideLayout67.xml"/><Relationship Id="rId54" Type="http://schemas.openxmlformats.org/officeDocument/2006/relationships/slideLayout" Target="../slideLayouts/slideLayout80.xml"/><Relationship Id="rId1" Type="http://schemas.openxmlformats.org/officeDocument/2006/relationships/slideLayout" Target="../slideLayouts/slideLayout27.xml"/><Relationship Id="rId6" Type="http://schemas.openxmlformats.org/officeDocument/2006/relationships/slideLayout" Target="../slideLayouts/slideLayout32.xml"/><Relationship Id="rId15" Type="http://schemas.openxmlformats.org/officeDocument/2006/relationships/slideLayout" Target="../slideLayouts/slideLayout41.xml"/><Relationship Id="rId23" Type="http://schemas.openxmlformats.org/officeDocument/2006/relationships/slideLayout" Target="../slideLayouts/slideLayout49.xml"/><Relationship Id="rId28" Type="http://schemas.openxmlformats.org/officeDocument/2006/relationships/slideLayout" Target="../slideLayouts/slideLayout54.xml"/><Relationship Id="rId36" Type="http://schemas.openxmlformats.org/officeDocument/2006/relationships/slideLayout" Target="../slideLayouts/slideLayout62.xml"/><Relationship Id="rId49" Type="http://schemas.openxmlformats.org/officeDocument/2006/relationships/slideLayout" Target="../slideLayouts/slideLayout75.xml"/><Relationship Id="rId57" Type="http://schemas.openxmlformats.org/officeDocument/2006/relationships/slideLayout" Target="../slideLayouts/slideLayout83.xml"/><Relationship Id="rId10" Type="http://schemas.openxmlformats.org/officeDocument/2006/relationships/slideLayout" Target="../slideLayouts/slideLayout36.xml"/><Relationship Id="rId31" Type="http://schemas.openxmlformats.org/officeDocument/2006/relationships/slideLayout" Target="../slideLayouts/slideLayout57.xml"/><Relationship Id="rId44" Type="http://schemas.openxmlformats.org/officeDocument/2006/relationships/slideLayout" Target="../slideLayouts/slideLayout70.xml"/><Relationship Id="rId52" Type="http://schemas.openxmlformats.org/officeDocument/2006/relationships/slideLayout" Target="../slideLayouts/slideLayout7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67A189F-CDB6-4881-855E-11E780CE46B1}"/>
              </a:ext>
            </a:extLst>
          </p:cNvPr>
          <p:cNvSpPr>
            <a:spLocks noGrp="1"/>
          </p:cNvSpPr>
          <p:nvPr>
            <p:ph type="title"/>
          </p:nvPr>
        </p:nvSpPr>
        <p:spPr>
          <a:xfrm>
            <a:off x="565461" y="558086"/>
            <a:ext cx="11357864" cy="433324"/>
          </a:xfrm>
          <a:prstGeom prst="rect">
            <a:avLst/>
          </a:prstGeom>
        </p:spPr>
        <p:txBody>
          <a:bodyPr vert="horz" wrap="square" lIns="0" tIns="0" rIns="0" bIns="0" rtlCol="0" anchor="t">
            <a:spAutoFit/>
          </a:bodyPr>
          <a:lstStyle/>
          <a:p>
            <a:r>
              <a:rPr lang="en-US" b="1" i="0">
                <a:latin typeface="Graphik Semibold" panose="020B0503030202060203" pitchFamily="34" charset="77"/>
              </a:rPr>
              <a:t>Place headline here in </a:t>
            </a:r>
            <a:r>
              <a:rPr lang="en-US" b="1" i="0" err="1">
                <a:latin typeface="Graphik Semibold" panose="020B0503030202060203" pitchFamily="34" charset="77"/>
              </a:rPr>
              <a:t>Graphik</a:t>
            </a:r>
            <a:r>
              <a:rPr lang="en-US" b="1" i="0">
                <a:latin typeface="Graphik Semibold" panose="020B0503030202060203" pitchFamily="34" charset="77"/>
              </a:rPr>
              <a:t> Semibold</a:t>
            </a:r>
            <a:endParaRPr lang="en-US"/>
          </a:p>
        </p:txBody>
      </p:sp>
      <p:sp>
        <p:nvSpPr>
          <p:cNvPr id="3" name="Text Placeholder 2">
            <a:extLst>
              <a:ext uri="{FF2B5EF4-FFF2-40B4-BE49-F238E27FC236}">
                <a16:creationId xmlns:a16="http://schemas.microsoft.com/office/drawing/2014/main" id="{6D78F67F-4953-4937-B393-889106DBC906}"/>
              </a:ext>
            </a:extLst>
          </p:cNvPr>
          <p:cNvSpPr>
            <a:spLocks noGrp="1"/>
          </p:cNvSpPr>
          <p:nvPr>
            <p:ph type="body" idx="1"/>
          </p:nvPr>
        </p:nvSpPr>
        <p:spPr>
          <a:xfrm>
            <a:off x="565461" y="1371602"/>
            <a:ext cx="11357864" cy="4766863"/>
          </a:xfrm>
          <a:prstGeom prst="rect">
            <a:avLst/>
          </a:prstGeom>
          <a:ln>
            <a:noFill/>
          </a:ln>
        </p:spPr>
        <p:txBody>
          <a:bodyPr vert="horz" lIns="0" tIns="0" rIns="0" bIns="0" rtlCol="0">
            <a:noAutofit/>
          </a:bodyPr>
          <a:lstStyle/>
          <a:p>
            <a:pPr lvl="0"/>
            <a:r>
              <a:rPr lang="en-US"/>
              <a:t>First level (copy)</a:t>
            </a:r>
          </a:p>
          <a:p>
            <a:pPr lvl="1"/>
            <a:r>
              <a:rPr lang="en-US"/>
              <a:t>Second level (bullet)</a:t>
            </a:r>
          </a:p>
          <a:p>
            <a:pPr lvl="2"/>
            <a:r>
              <a:rPr lang="en-US"/>
              <a:t>Third level (bullet)</a:t>
            </a:r>
          </a:p>
          <a:p>
            <a:pPr lvl="3"/>
            <a:r>
              <a:rPr lang="en-US"/>
              <a:t>Fourth level (bullet)</a:t>
            </a:r>
          </a:p>
          <a:p>
            <a:pPr lvl="4"/>
            <a:r>
              <a:rPr lang="en-US"/>
              <a:t>Fifth level (bullet)</a:t>
            </a:r>
          </a:p>
          <a:p>
            <a:pPr lvl="5"/>
            <a:r>
              <a:rPr lang="en-US"/>
              <a:t>Sixth level (copy)</a:t>
            </a:r>
          </a:p>
          <a:p>
            <a:pPr lvl="6"/>
            <a:r>
              <a:rPr lang="en-US"/>
              <a:t>Seventh level (small copy)</a:t>
            </a:r>
          </a:p>
          <a:p>
            <a:pPr lvl="7"/>
            <a:r>
              <a:rPr lang="en-US"/>
              <a:t>EIGHT LEVEL (DESCRIPTOR)</a:t>
            </a:r>
          </a:p>
          <a:p>
            <a:pPr lvl="8"/>
            <a:r>
              <a:rPr lang="en-US"/>
              <a:t>Ninth level (footer)</a:t>
            </a:r>
          </a:p>
        </p:txBody>
      </p:sp>
    </p:spTree>
    <p:extLst>
      <p:ext uri="{BB962C8B-B14F-4D97-AF65-F5344CB8AC3E}">
        <p14:creationId xmlns:p14="http://schemas.microsoft.com/office/powerpoint/2010/main" val="315453843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73" r:id="rId9"/>
  </p:sldLayoutIdLst>
  <p:hf sldNum="0" hdr="0" ftr="0" dt="0"/>
  <p:txStyles>
    <p:titleStyle>
      <a:lvl1pPr algn="l" defTabSz="731500" rtl="0" eaLnBrk="1" latinLnBrk="0" hangingPunct="1">
        <a:lnSpc>
          <a:spcPct val="80000"/>
        </a:lnSpc>
        <a:spcBef>
          <a:spcPct val="0"/>
        </a:spcBef>
        <a:buNone/>
        <a:defRPr sz="3520" b="0" i="0" kern="1200">
          <a:solidFill>
            <a:schemeClr val="tx1"/>
          </a:solidFill>
          <a:latin typeface="Graphik Semibold" panose="020B0503030202060203" pitchFamily="34" charset="77"/>
          <a:ea typeface="+mj-ea"/>
          <a:cs typeface="+mj-cs"/>
        </a:defRPr>
      </a:lvl1pPr>
    </p:titleStyle>
    <p:bodyStyle>
      <a:lvl1pPr marL="0" indent="0" algn="l" defTabSz="182874" rtl="0" eaLnBrk="1" latinLnBrk="0" hangingPunct="1">
        <a:lnSpc>
          <a:spcPct val="100000"/>
        </a:lnSpc>
        <a:spcBef>
          <a:spcPts val="0"/>
        </a:spcBef>
        <a:spcAft>
          <a:spcPts val="960"/>
        </a:spcAft>
        <a:buFont typeface="Arial" panose="020B0604020202020204" pitchFamily="34" charset="0"/>
        <a:buNone/>
        <a:defRPr sz="1600" b="0" kern="1200">
          <a:solidFill>
            <a:schemeClr val="tx1"/>
          </a:solidFill>
          <a:latin typeface="+mn-lt"/>
          <a:ea typeface="+mn-ea"/>
          <a:cs typeface="+mn-cs"/>
        </a:defRPr>
      </a:lvl1pPr>
      <a:lvl2pPr marL="182874" indent="-182874" algn="l" defTabSz="182874" rtl="0" eaLnBrk="1" latinLnBrk="0" hangingPunct="1">
        <a:lnSpc>
          <a:spcPct val="100000"/>
        </a:lnSpc>
        <a:spcBef>
          <a:spcPts val="0"/>
        </a:spcBef>
        <a:spcAft>
          <a:spcPts val="960"/>
        </a:spcAft>
        <a:buClrTx/>
        <a:buFont typeface="Arial" panose="020B0604020202020204" pitchFamily="34" charset="0"/>
        <a:buChar char="•"/>
        <a:defRPr sz="1440" kern="1200">
          <a:solidFill>
            <a:schemeClr val="tx1"/>
          </a:solidFill>
          <a:latin typeface="+mn-lt"/>
          <a:ea typeface="+mn-ea"/>
          <a:cs typeface="+mn-cs"/>
        </a:defRPr>
      </a:lvl2pPr>
      <a:lvl3pPr marL="365752" indent="-182874" algn="l" defTabSz="182874" rtl="0" eaLnBrk="1" latinLnBrk="0" hangingPunct="1">
        <a:lnSpc>
          <a:spcPct val="100000"/>
        </a:lnSpc>
        <a:spcBef>
          <a:spcPts val="0"/>
        </a:spcBef>
        <a:spcAft>
          <a:spcPts val="960"/>
        </a:spcAft>
        <a:buFont typeface="System Font"/>
        <a:buChar char="–"/>
        <a:defRPr sz="1440" kern="1200">
          <a:solidFill>
            <a:schemeClr val="tx1"/>
          </a:solidFill>
          <a:latin typeface="+mn-lt"/>
          <a:ea typeface="+mn-ea"/>
          <a:cs typeface="+mn-cs"/>
        </a:defRPr>
      </a:lvl3pPr>
      <a:lvl4pPr marL="548626" indent="-182874" algn="l" defTabSz="182874" rtl="0" eaLnBrk="1" latinLnBrk="0" hangingPunct="1">
        <a:lnSpc>
          <a:spcPct val="100000"/>
        </a:lnSpc>
        <a:spcBef>
          <a:spcPts val="0"/>
        </a:spcBef>
        <a:spcAft>
          <a:spcPts val="960"/>
        </a:spcAft>
        <a:buFont typeface="Arial" panose="020B0604020202020204" pitchFamily="34" charset="0"/>
        <a:buChar char="•"/>
        <a:defRPr sz="1280" kern="1200">
          <a:solidFill>
            <a:schemeClr val="tx1"/>
          </a:solidFill>
          <a:latin typeface="+mn-lt"/>
          <a:ea typeface="+mn-ea"/>
          <a:cs typeface="+mn-cs"/>
        </a:defRPr>
      </a:lvl4pPr>
      <a:lvl5pPr marL="731500" indent="-182874" algn="l" defTabSz="182874" rtl="0" eaLnBrk="1" latinLnBrk="0" hangingPunct="1">
        <a:lnSpc>
          <a:spcPct val="100000"/>
        </a:lnSpc>
        <a:spcBef>
          <a:spcPts val="0"/>
        </a:spcBef>
        <a:spcAft>
          <a:spcPts val="960"/>
        </a:spcAft>
        <a:buFont typeface="System Font"/>
        <a:buChar char="–"/>
        <a:defRPr sz="1280" kern="1200">
          <a:solidFill>
            <a:schemeClr val="tx1"/>
          </a:solidFill>
          <a:latin typeface="+mn-lt"/>
          <a:ea typeface="+mn-ea"/>
          <a:cs typeface="+mn-cs"/>
        </a:defRPr>
      </a:lvl5pPr>
      <a:lvl6pPr marL="8891" indent="0" algn="l" defTabSz="182874" rtl="0" eaLnBrk="1" latinLnBrk="0" hangingPunct="1">
        <a:lnSpc>
          <a:spcPct val="90000"/>
        </a:lnSpc>
        <a:spcBef>
          <a:spcPts val="0"/>
        </a:spcBef>
        <a:spcAft>
          <a:spcPts val="960"/>
        </a:spcAft>
        <a:buFont typeface="Graphik" panose="020B0503030202060203" pitchFamily="34" charset="0"/>
        <a:buNone/>
        <a:tabLst/>
        <a:defRPr sz="1440" kern="1200">
          <a:solidFill>
            <a:schemeClr val="tx1"/>
          </a:solidFill>
          <a:latin typeface="+mn-lt"/>
          <a:ea typeface="+mn-ea"/>
          <a:cs typeface="+mn-cs"/>
        </a:defRPr>
      </a:lvl6pPr>
      <a:lvl7pPr marL="0" indent="0" algn="l" defTabSz="182874" rtl="0" eaLnBrk="1" latinLnBrk="0" hangingPunct="1">
        <a:lnSpc>
          <a:spcPct val="90000"/>
        </a:lnSpc>
        <a:spcBef>
          <a:spcPts val="0"/>
        </a:spcBef>
        <a:spcAft>
          <a:spcPts val="960"/>
        </a:spcAft>
        <a:buFont typeface="Arial" panose="020B0604020202020204" pitchFamily="34" charset="0"/>
        <a:buNone/>
        <a:defRPr sz="1280" kern="1200">
          <a:solidFill>
            <a:schemeClr val="tx1"/>
          </a:solidFill>
          <a:latin typeface="+mn-lt"/>
          <a:ea typeface="+mn-ea"/>
          <a:cs typeface="+mn-cs"/>
        </a:defRPr>
      </a:lvl7pPr>
      <a:lvl8pPr marL="0" indent="0" algn="l" defTabSz="182874" rtl="0" eaLnBrk="1" latinLnBrk="0" hangingPunct="1">
        <a:lnSpc>
          <a:spcPct val="90000"/>
        </a:lnSpc>
        <a:spcBef>
          <a:spcPts val="0"/>
        </a:spcBef>
        <a:spcAft>
          <a:spcPts val="960"/>
        </a:spcAft>
        <a:buFont typeface="Arial" panose="020B0604020202020204" pitchFamily="34" charset="0"/>
        <a:buNone/>
        <a:defRPr sz="880" b="1" kern="1200">
          <a:solidFill>
            <a:schemeClr val="tx1"/>
          </a:solidFill>
          <a:latin typeface="+mn-lt"/>
          <a:ea typeface="+mn-ea"/>
          <a:cs typeface="+mn-cs"/>
        </a:defRPr>
      </a:lvl8pPr>
      <a:lvl9pPr marL="0" indent="0" algn="l" defTabSz="182874" rtl="0" eaLnBrk="1" latinLnBrk="0" hangingPunct="1">
        <a:lnSpc>
          <a:spcPct val="90000"/>
        </a:lnSpc>
        <a:spcBef>
          <a:spcPts val="0"/>
        </a:spcBef>
        <a:spcAft>
          <a:spcPts val="960"/>
        </a:spcAft>
        <a:buFont typeface="Arial" panose="020B0604020202020204" pitchFamily="34" charset="0"/>
        <a:buNone/>
        <a:defRPr sz="800" kern="1200">
          <a:solidFill>
            <a:schemeClr val="tx2"/>
          </a:solidFill>
          <a:latin typeface="+mn-lt"/>
          <a:ea typeface="+mn-ea"/>
          <a:cs typeface="+mn-cs"/>
        </a:defRPr>
      </a:lvl9pPr>
    </p:bodyStyle>
    <p:otherStyle>
      <a:defPPr>
        <a:defRPr lang="en-US"/>
      </a:defPPr>
      <a:lvl1pPr marL="0" algn="l" defTabSz="731500" rtl="0" eaLnBrk="1" latinLnBrk="0" hangingPunct="1">
        <a:defRPr sz="1440" kern="1200">
          <a:solidFill>
            <a:schemeClr val="tx1"/>
          </a:solidFill>
          <a:latin typeface="+mn-lt"/>
          <a:ea typeface="+mn-ea"/>
          <a:cs typeface="+mn-cs"/>
        </a:defRPr>
      </a:lvl1pPr>
      <a:lvl2pPr marL="365752" algn="l" defTabSz="731500" rtl="0" eaLnBrk="1" latinLnBrk="0" hangingPunct="1">
        <a:defRPr sz="1440" kern="1200">
          <a:solidFill>
            <a:schemeClr val="tx1"/>
          </a:solidFill>
          <a:latin typeface="+mn-lt"/>
          <a:ea typeface="+mn-ea"/>
          <a:cs typeface="+mn-cs"/>
        </a:defRPr>
      </a:lvl2pPr>
      <a:lvl3pPr marL="731500" algn="l" defTabSz="731500" rtl="0" eaLnBrk="1" latinLnBrk="0" hangingPunct="1">
        <a:defRPr sz="1440" kern="1200">
          <a:solidFill>
            <a:schemeClr val="tx1"/>
          </a:solidFill>
          <a:latin typeface="+mn-lt"/>
          <a:ea typeface="+mn-ea"/>
          <a:cs typeface="+mn-cs"/>
        </a:defRPr>
      </a:lvl3pPr>
      <a:lvl4pPr marL="1097249" algn="l" defTabSz="731500" rtl="0" eaLnBrk="1" latinLnBrk="0" hangingPunct="1">
        <a:defRPr sz="1440" kern="1200">
          <a:solidFill>
            <a:schemeClr val="tx1"/>
          </a:solidFill>
          <a:latin typeface="+mn-lt"/>
          <a:ea typeface="+mn-ea"/>
          <a:cs typeface="+mn-cs"/>
        </a:defRPr>
      </a:lvl4pPr>
      <a:lvl5pPr marL="1462999" algn="l" defTabSz="731500" rtl="0" eaLnBrk="1" latinLnBrk="0" hangingPunct="1">
        <a:defRPr sz="1440" kern="1200">
          <a:solidFill>
            <a:schemeClr val="tx1"/>
          </a:solidFill>
          <a:latin typeface="+mn-lt"/>
          <a:ea typeface="+mn-ea"/>
          <a:cs typeface="+mn-cs"/>
        </a:defRPr>
      </a:lvl5pPr>
      <a:lvl6pPr marL="1828749" algn="l" defTabSz="731500" rtl="0" eaLnBrk="1" latinLnBrk="0" hangingPunct="1">
        <a:defRPr sz="1440" kern="1200">
          <a:solidFill>
            <a:schemeClr val="tx1"/>
          </a:solidFill>
          <a:latin typeface="+mn-lt"/>
          <a:ea typeface="+mn-ea"/>
          <a:cs typeface="+mn-cs"/>
        </a:defRPr>
      </a:lvl6pPr>
      <a:lvl7pPr marL="2194498" algn="l" defTabSz="731500" rtl="0" eaLnBrk="1" latinLnBrk="0" hangingPunct="1">
        <a:defRPr sz="1440" kern="1200">
          <a:solidFill>
            <a:schemeClr val="tx1"/>
          </a:solidFill>
          <a:latin typeface="+mn-lt"/>
          <a:ea typeface="+mn-ea"/>
          <a:cs typeface="+mn-cs"/>
        </a:defRPr>
      </a:lvl7pPr>
      <a:lvl8pPr marL="2560249" algn="l" defTabSz="731500" rtl="0" eaLnBrk="1" latinLnBrk="0" hangingPunct="1">
        <a:defRPr sz="1440" kern="1200">
          <a:solidFill>
            <a:schemeClr val="tx1"/>
          </a:solidFill>
          <a:latin typeface="+mn-lt"/>
          <a:ea typeface="+mn-ea"/>
          <a:cs typeface="+mn-cs"/>
        </a:defRPr>
      </a:lvl8pPr>
      <a:lvl9pPr marL="2925999" algn="l" defTabSz="731500" rtl="0" eaLnBrk="1" latinLnBrk="0" hangingPunct="1">
        <a:defRPr sz="144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91">
          <p15:clr>
            <a:srgbClr val="5ACBF0"/>
          </p15:clr>
        </p15:guide>
        <p15:guide id="8" pos="435">
          <p15:clr>
            <a:srgbClr val="9FCC3B"/>
          </p15:clr>
        </p15:guide>
        <p15:guide id="9" pos="916">
          <p15:clr>
            <a:srgbClr val="C35EA4"/>
          </p15:clr>
        </p15:guide>
        <p15:guide id="10" pos="9392">
          <p15:clr>
            <a:srgbClr val="5ACBF0"/>
          </p15:clr>
        </p15:guide>
        <p15:guide id="11" pos="207">
          <p15:clr>
            <a:srgbClr val="5ACBF0"/>
          </p15:clr>
        </p15:guide>
        <p15:guide id="12" orient="horz" pos="4832">
          <p15:clr>
            <a:srgbClr val="5ACBF0"/>
          </p15:clr>
        </p15:guide>
        <p15:guide id="13" pos="9164">
          <p15:clr>
            <a:srgbClr val="9FCC3B"/>
          </p15:clr>
        </p15:guide>
        <p15:guide id="14" orient="horz" pos="401">
          <p15:clr>
            <a:srgbClr val="9FCC3B"/>
          </p15:clr>
        </p15:guide>
        <p15:guide id="15" orient="horz" pos="4622">
          <p15:clr>
            <a:srgbClr val="9FCC3B"/>
          </p15:clr>
        </p15:guide>
        <p15:guide id="16" orient="horz" pos="983">
          <p15:clr>
            <a:srgbClr val="A4A3A4"/>
          </p15:clr>
        </p15:guide>
        <p15:guide id="17" orient="horz" pos="4490">
          <p15:clr>
            <a:srgbClr val="A4A3A4"/>
          </p15:clr>
        </p15:guide>
        <p15:guide id="18" pos="8654">
          <p15:clr>
            <a:srgbClr val="C35EA4"/>
          </p15:clr>
        </p15:guide>
        <p15:guide id="19" orient="horz" pos="1351">
          <p15:clr>
            <a:srgbClr val="FDE53C"/>
          </p15:clr>
        </p15:guide>
        <p15:guide id="20" pos="8768">
          <p15:clr>
            <a:srgbClr val="F26B43"/>
          </p15:clr>
        </p15:guide>
        <p15:guide id="21" pos="83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1000" y="381002"/>
            <a:ext cx="11430000" cy="983263"/>
          </a:xfrm>
          <a:prstGeom prst="rect">
            <a:avLst/>
          </a:prstGeom>
        </p:spPr>
        <p:txBody>
          <a:bodyPr vert="horz" lIns="0" tIns="45720" rIns="0" bIns="0" rtlCol="0" anchor="t" anchorCtr="0">
            <a:normAutofit/>
          </a:bodyPr>
          <a:lstStyle/>
          <a:p>
            <a:r>
              <a:rPr kumimoji="0" lang="en-GB" sz="3600" b="1" i="0" u="none" strike="noStrike" kern="1200" cap="none" spc="0" normalizeH="0" baseline="0" noProof="0">
                <a:ln>
                  <a:noFill/>
                </a:ln>
                <a:solidFill>
                  <a:srgbClr val="000000"/>
                </a:solidFill>
                <a:effectLst/>
                <a:uLnTx/>
                <a:uFillTx/>
                <a:latin typeface="+mj-lt"/>
                <a:ea typeface="+mj-ea"/>
                <a:cs typeface="+mj-cs"/>
              </a:rPr>
              <a:t>Insert main title at 36pt, min 30pt</a:t>
            </a:r>
            <a:endParaRPr lang="en-US"/>
          </a:p>
        </p:txBody>
      </p:sp>
      <p:sp>
        <p:nvSpPr>
          <p:cNvPr id="8" name="Text Placeholder 7">
            <a:extLst>
              <a:ext uri="{FF2B5EF4-FFF2-40B4-BE49-F238E27FC236}">
                <a16:creationId xmlns:a16="http://schemas.microsoft.com/office/drawing/2014/main" id="{234CD17C-3ACE-4AE0-A6C5-F90D44EA7243}"/>
              </a:ext>
            </a:extLst>
          </p:cNvPr>
          <p:cNvSpPr>
            <a:spLocks noGrp="1"/>
          </p:cNvSpPr>
          <p:nvPr>
            <p:ph type="body" idx="1"/>
          </p:nvPr>
        </p:nvSpPr>
        <p:spPr>
          <a:xfrm>
            <a:off x="381000" y="1943099"/>
            <a:ext cx="11430000" cy="4233863"/>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p:txBody>
      </p:sp>
      <p:sp>
        <p:nvSpPr>
          <p:cNvPr id="7" name="Footer Placeholder 6">
            <a:extLst>
              <a:ext uri="{FF2B5EF4-FFF2-40B4-BE49-F238E27FC236}">
                <a16:creationId xmlns:a16="http://schemas.microsoft.com/office/drawing/2014/main" id="{C898D3F2-5EC6-4985-85B5-4178882BCB8C}"/>
              </a:ext>
            </a:extLst>
          </p:cNvPr>
          <p:cNvSpPr>
            <a:spLocks noGrp="1"/>
          </p:cNvSpPr>
          <p:nvPr>
            <p:ph type="ftr" sz="quarter" idx="3"/>
          </p:nvPr>
        </p:nvSpPr>
        <p:spPr>
          <a:xfrm>
            <a:off x="381002" y="6519009"/>
            <a:ext cx="5714999" cy="206375"/>
          </a:xfrm>
          <a:prstGeom prst="rect">
            <a:avLst/>
          </a:prstGeom>
        </p:spPr>
        <p:txBody>
          <a:bodyPr lIns="0"/>
          <a:lstStyle>
            <a:lvl1pPr>
              <a:defRPr sz="800">
                <a:solidFill>
                  <a:schemeClr val="tx1">
                    <a:alpha val="40000"/>
                  </a:schemeClr>
                </a:solidFill>
              </a:defRPr>
            </a:lvl1pPr>
          </a:lstStyle>
          <a:p>
            <a:r>
              <a:rPr lang="en-US"/>
              <a:t>Copyright © 2020 Accenture. All rights reserved.</a:t>
            </a:r>
          </a:p>
        </p:txBody>
      </p:sp>
      <p:sp>
        <p:nvSpPr>
          <p:cNvPr id="9" name="Slide Number Placeholder 9">
            <a:extLst>
              <a:ext uri="{FF2B5EF4-FFF2-40B4-BE49-F238E27FC236}">
                <a16:creationId xmlns:a16="http://schemas.microsoft.com/office/drawing/2014/main" id="{50E54BBC-E15F-4274-9991-03B6F5BA42EC}"/>
              </a:ext>
            </a:extLst>
          </p:cNvPr>
          <p:cNvSpPr>
            <a:spLocks noGrp="1"/>
          </p:cNvSpPr>
          <p:nvPr>
            <p:ph type="sldNum" sz="quarter" idx="4"/>
          </p:nvPr>
        </p:nvSpPr>
        <p:spPr>
          <a:xfrm>
            <a:off x="11506202" y="6519009"/>
            <a:ext cx="385711" cy="206375"/>
          </a:xfrm>
          <a:prstGeom prst="rect">
            <a:avLst/>
          </a:prstGeom>
        </p:spPr>
        <p:txBody>
          <a:bodyPr/>
          <a:lstStyle>
            <a:lvl1pPr>
              <a:defRPr sz="800">
                <a:solidFill>
                  <a:schemeClr val="tx1">
                    <a:alpha val="40000"/>
                  </a:schemeClr>
                </a:solidFill>
              </a:defRPr>
            </a:lvl1pPr>
          </a:lstStyle>
          <a:p>
            <a:fld id="{4F9AC08D-23A9-440E-BCB9-AA1E9877CC38}" type="slidenum">
              <a:rPr lang="en-US" smtClean="0"/>
              <a:pPr/>
              <a:t>‹#›</a:t>
            </a:fld>
            <a:endParaRPr lang="en-US"/>
          </a:p>
        </p:txBody>
      </p:sp>
    </p:spTree>
    <p:extLst>
      <p:ext uri="{BB962C8B-B14F-4D97-AF65-F5344CB8AC3E}">
        <p14:creationId xmlns:p14="http://schemas.microsoft.com/office/powerpoint/2010/main" val="853474143"/>
      </p:ext>
    </p:extLst>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Lst>
  <p:hf hdr="0" dt="0"/>
  <p:txStyles>
    <p:titleStyle>
      <a:lvl1pPr marL="0" indent="0" algn="l" defTabSz="914377" rtl="0" eaLnBrk="1" latinLnBrk="0" hangingPunct="1">
        <a:lnSpc>
          <a:spcPct val="80000"/>
        </a:lnSpc>
        <a:spcBef>
          <a:spcPct val="0"/>
        </a:spcBef>
        <a:buNone/>
        <a:defRPr sz="3600" b="1" kern="1200" cap="none" baseline="0">
          <a:solidFill>
            <a:schemeClr val="tx1"/>
          </a:solidFill>
          <a:latin typeface="+mj-lt"/>
          <a:ea typeface="+mj-ea"/>
          <a:cs typeface="+mj-cs"/>
        </a:defRPr>
      </a:lvl1pPr>
    </p:titleStyle>
    <p:bodyStyle>
      <a:lvl1pPr marL="0" indent="0" algn="l" defTabSz="914377" rtl="0" eaLnBrk="1" latinLnBrk="0" hangingPunct="1">
        <a:lnSpc>
          <a:spcPct val="90000"/>
        </a:lnSpc>
        <a:spcBef>
          <a:spcPts val="1200"/>
        </a:spcBef>
        <a:spcAft>
          <a:spcPts val="1200"/>
        </a:spcAft>
        <a:buFont typeface="Arial" panose="020B0604020202020204" pitchFamily="34" charset="0"/>
        <a:buNone/>
        <a:defRPr sz="2800" b="1" kern="1200" cap="none" baseline="0">
          <a:solidFill>
            <a:schemeClr val="tx1"/>
          </a:solidFill>
          <a:latin typeface="+mj-lt"/>
          <a:ea typeface="+mn-ea"/>
          <a:cs typeface="+mn-cs"/>
        </a:defRPr>
      </a:lvl1pPr>
      <a:lvl2pPr marL="0" indent="0" algn="l" defTabSz="914377" rtl="0" eaLnBrk="1" latinLnBrk="0" hangingPunct="1">
        <a:lnSpc>
          <a:spcPct val="90000"/>
        </a:lnSpc>
        <a:spcBef>
          <a:spcPts val="1200"/>
        </a:spcBef>
        <a:spcAft>
          <a:spcPts val="1200"/>
        </a:spcAft>
        <a:buFont typeface="Arial" panose="020B0604020202020204" pitchFamily="34" charset="0"/>
        <a:buNone/>
        <a:defRPr sz="2200" kern="1200">
          <a:solidFill>
            <a:schemeClr val="tx1"/>
          </a:solidFill>
          <a:latin typeface="+mn-lt"/>
          <a:ea typeface="+mn-ea"/>
          <a:cs typeface="+mn-cs"/>
        </a:defRPr>
      </a:lvl2pPr>
      <a:lvl3pPr marL="180975" indent="-180975" algn="l" defTabSz="914377" rtl="0" eaLnBrk="1" latinLnBrk="0" hangingPunct="1">
        <a:lnSpc>
          <a:spcPct val="90000"/>
        </a:lnSpc>
        <a:spcBef>
          <a:spcPts val="1200"/>
        </a:spcBef>
        <a:spcAft>
          <a:spcPts val="1200"/>
        </a:spcAft>
        <a:buFont typeface="Arial" panose="020B0604020202020204" pitchFamily="34" charset="0"/>
        <a:buChar char="•"/>
        <a:defRPr sz="1800" kern="1200">
          <a:solidFill>
            <a:schemeClr val="tx1"/>
          </a:solidFill>
          <a:latin typeface="+mn-lt"/>
          <a:ea typeface="+mn-ea"/>
          <a:cs typeface="+mn-cs"/>
        </a:defRPr>
      </a:lvl3pPr>
      <a:lvl4pPr marL="173034" indent="-169858" algn="l" defTabSz="914377" rtl="0" eaLnBrk="1" latinLnBrk="0" hangingPunct="1">
        <a:lnSpc>
          <a:spcPct val="110000"/>
        </a:lnSpc>
        <a:spcBef>
          <a:spcPts val="0"/>
        </a:spcBef>
        <a:spcAft>
          <a:spcPts val="0"/>
        </a:spcAft>
        <a:buFont typeface="Arial" panose="020B0604020202020204" pitchFamily="34" charset="0"/>
        <a:buChar char="•"/>
        <a:defRPr sz="1800" kern="1200">
          <a:solidFill>
            <a:schemeClr val="tx1"/>
          </a:solidFill>
          <a:latin typeface="+mn-lt"/>
          <a:ea typeface="+mn-ea"/>
          <a:cs typeface="+mn-cs"/>
        </a:defRPr>
      </a:lvl4pPr>
      <a:lvl5pPr marL="346066" indent="-177796" algn="l" defTabSz="914377" rtl="0" eaLnBrk="1" latinLnBrk="0" hangingPunct="1">
        <a:lnSpc>
          <a:spcPct val="110000"/>
        </a:lnSpc>
        <a:spcBef>
          <a:spcPts val="0"/>
        </a:spcBef>
        <a:spcAft>
          <a:spcPts val="0"/>
        </a:spcAft>
        <a:buFont typeface="Graphik" panose="020B0503030202060203" pitchFamily="34" charset="0"/>
        <a:buChar char="–"/>
        <a:defRPr sz="1400" kern="1200">
          <a:solidFill>
            <a:schemeClr val="tx1"/>
          </a:solidFill>
          <a:latin typeface="+mn-lt"/>
          <a:ea typeface="+mn-ea"/>
          <a:cs typeface="+mn-cs"/>
        </a:defRPr>
      </a:lvl5pPr>
      <a:lvl6pPr marL="512750" indent="-173034" algn="l" defTabSz="914377"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0" indent="0" algn="l" defTabSz="914377" rtl="0" eaLnBrk="1" latinLnBrk="0" hangingPunct="1">
        <a:lnSpc>
          <a:spcPct val="90000"/>
        </a:lnSpc>
        <a:spcBef>
          <a:spcPts val="800"/>
        </a:spcBef>
        <a:buFont typeface="Arial" panose="020B0604020202020204" pitchFamily="34" charset="0"/>
        <a:buNone/>
        <a:defRPr sz="1200" b="1" kern="1200" cap="all" baseline="0">
          <a:solidFill>
            <a:schemeClr val="tx1"/>
          </a:solidFill>
          <a:latin typeface="+mj-lt"/>
          <a:ea typeface="+mn-ea"/>
          <a:cs typeface="+mn-cs"/>
        </a:defRPr>
      </a:lvl7pPr>
      <a:lvl8pPr marL="0" indent="0" algn="l" defTabSz="914377" rtl="0" eaLnBrk="1" latinLnBrk="0" hangingPunct="1">
        <a:lnSpc>
          <a:spcPct val="100000"/>
        </a:lnSpc>
        <a:spcBef>
          <a:spcPts val="0"/>
        </a:spcBef>
        <a:spcAft>
          <a:spcPts val="800"/>
        </a:spcAft>
        <a:buFont typeface="Arial" panose="020B0604020202020204" pitchFamily="34" charset="0"/>
        <a:buNone/>
        <a:defRPr sz="1800" kern="1200" baseline="0">
          <a:solidFill>
            <a:schemeClr val="tx1"/>
          </a:solidFill>
          <a:latin typeface="+mn-lt"/>
          <a:ea typeface="+mn-ea"/>
          <a:cs typeface="+mn-cs"/>
        </a:defRPr>
      </a:lvl8pPr>
      <a:lvl9pPr marL="0" indent="0" algn="l" defTabSz="914377" rtl="0" eaLnBrk="1" latinLnBrk="0" hangingPunct="1">
        <a:lnSpc>
          <a:spcPct val="11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224">
          <p15:clr>
            <a:srgbClr val="F26B43"/>
          </p15:clr>
        </p15:guide>
        <p15:guide id="2" pos="5640">
          <p15:clr>
            <a:srgbClr val="F26B43"/>
          </p15:clr>
        </p15:guide>
        <p15:guide id="4">
          <p15:clr>
            <a:srgbClr val="F26B43"/>
          </p15:clr>
        </p15:guide>
        <p15:guide id="5" orient="horz" pos="240">
          <p15:clr>
            <a:srgbClr val="F26B43"/>
          </p15:clr>
        </p15:guide>
        <p15:guide id="6" orient="horz">
          <p15:clr>
            <a:srgbClr val="F26B43"/>
          </p15:clr>
        </p15:guide>
        <p15:guide id="7" pos="7680">
          <p15:clr>
            <a:srgbClr val="F26B43"/>
          </p15:clr>
        </p15:guide>
        <p15:guide id="9" pos="240">
          <p15:clr>
            <a:srgbClr val="F26B43"/>
          </p15:clr>
        </p15:guide>
        <p15:guide id="10" orient="horz" pos="4224">
          <p15:clr>
            <a:srgbClr val="F26B43"/>
          </p15:clr>
        </p15:guide>
        <p15:guide id="11" pos="3840">
          <p15:clr>
            <a:srgbClr val="F26B43"/>
          </p15:clr>
        </p15:guide>
        <p15:guide id="13" pos="2040">
          <p15:clr>
            <a:srgbClr val="F26B43"/>
          </p15:clr>
        </p15:guide>
        <p15:guide id="14" pos="7440">
          <p15:clr>
            <a:srgbClr val="F26B43"/>
          </p15:clr>
        </p15:guide>
        <p15:guide id="15" orient="horz" pos="2232">
          <p15:clr>
            <a:srgbClr val="F26B43"/>
          </p15:clr>
        </p15:guide>
        <p15:guide id="16" orient="horz" pos="3240">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8F314A7-305B-4E0B-96B7-5B0949118DB0}" type="datetimeFigureOut">
              <a:rPr lang="en-IN" smtClean="0"/>
              <a:t>16-08-2026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FDA3DAB-CBFF-463B-9AA2-9E36431F8A67}" type="slidenum">
              <a:rPr lang="en-IN" smtClean="0"/>
              <a:t>‹#›</a:t>
            </a:fld>
            <a:endParaRPr lang="en-IN"/>
          </a:p>
        </p:txBody>
      </p:sp>
    </p:spTree>
    <p:extLst>
      <p:ext uri="{BB962C8B-B14F-4D97-AF65-F5344CB8AC3E}">
        <p14:creationId xmlns:p14="http://schemas.microsoft.com/office/powerpoint/2010/main" val="566692763"/>
      </p:ext>
    </p:extLst>
  </p:cSld>
  <p:clrMap bg1="lt1" tx1="dk1" bg2="lt2" tx2="dk2" accent1="accent1" accent2="accent2" accent3="accent3" accent4="accent4" accent5="accent5" accent6="accent6" hlink="hlink" folHlink="folHlink"/>
  <p:sldLayoutIdLst>
    <p:sldLayoutId id="2147483700" r:id="rId1"/>
    <p:sldLayoutId id="2147483701" r:id="rId2"/>
    <p:sldLayoutId id="2147483702" r:id="rId3"/>
    <p:sldLayoutId id="2147483703" r:id="rId4"/>
    <p:sldLayoutId id="2147483704" r:id="rId5"/>
    <p:sldLayoutId id="2147483705" r:id="rId6"/>
    <p:sldLayoutId id="2147483706" r:id="rId7"/>
    <p:sldLayoutId id="2147483707" r:id="rId8"/>
    <p:sldLayoutId id="2147483708" r:id="rId9"/>
    <p:sldLayoutId id="2147483709" r:id="rId10"/>
    <p:sldLayoutId id="2147483710" r:id="rId11"/>
    <p:sldLayoutId id="2147483711" r:id="rId12"/>
    <p:sldLayoutId id="2147483712"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copyright">
            <a:extLst>
              <a:ext uri="{FF2B5EF4-FFF2-40B4-BE49-F238E27FC236}">
                <a16:creationId xmlns:a16="http://schemas.microsoft.com/office/drawing/2014/main" id="{8DEAF7F0-ADBE-DA4B-80DE-727BD0E615AA}"/>
              </a:ext>
            </a:extLst>
          </p:cNvPr>
          <p:cNvSpPr txBox="1"/>
          <p:nvPr/>
        </p:nvSpPr>
        <p:spPr>
          <a:xfrm>
            <a:off x="9031909" y="6429853"/>
            <a:ext cx="2398092"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a:solidFill>
                  <a:schemeClr val="tx1">
                    <a:lumMod val="50000"/>
                    <a:lumOff val="50000"/>
                    <a:alpha val="75000"/>
                  </a:schemeClr>
                </a:solidFill>
                <a:latin typeface="Graphik" panose="020B0503030202060203" pitchFamily="34" charset="77"/>
              </a:rPr>
              <a:t>Copyright © 2025 Accenture. All rights reserved.</a:t>
            </a:r>
            <a:endParaRPr lang="en-US" sz="1351" noProof="0">
              <a:solidFill>
                <a:schemeClr val="tx1">
                  <a:lumMod val="50000"/>
                  <a:lumOff val="50000"/>
                  <a:alpha val="75000"/>
                </a:schemeClr>
              </a:solidFill>
              <a:latin typeface="Graphik" panose="020B0503030202060203" pitchFamily="34" charset="77"/>
            </a:endParaRPr>
          </a:p>
        </p:txBody>
      </p:sp>
      <p:sp>
        <p:nvSpPr>
          <p:cNvPr id="26" name="slide number automatic">
            <a:extLst>
              <a:ext uri="{FF2B5EF4-FFF2-40B4-BE49-F238E27FC236}">
                <a16:creationId xmlns:a16="http://schemas.microsoft.com/office/drawing/2014/main" id="{A54DE5B9-F305-CC4E-9A6A-0DC78956D275}"/>
              </a:ext>
            </a:extLst>
          </p:cNvPr>
          <p:cNvSpPr txBox="1"/>
          <p:nvPr/>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tx1">
                    <a:lumMod val="50000"/>
                    <a:lumOff val="50000"/>
                    <a:alpha val="75000"/>
                  </a:scheme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chemeClr val="tx1">
                  <a:lumMod val="50000"/>
                  <a:lumOff val="50000"/>
                  <a:alpha val="75000"/>
                </a:schemeClr>
              </a:solidFill>
              <a:latin typeface="+mj-lt"/>
            </a:endParaRPr>
          </a:p>
        </p:txBody>
      </p:sp>
      <p:sp>
        <p:nvSpPr>
          <p:cNvPr id="2" name="Title Placeholder 1">
            <a:extLst>
              <a:ext uri="{FF2B5EF4-FFF2-40B4-BE49-F238E27FC236}">
                <a16:creationId xmlns:a16="http://schemas.microsoft.com/office/drawing/2014/main" id="{567A189F-CDB6-4881-855E-11E780CE46B1}"/>
              </a:ext>
            </a:extLst>
          </p:cNvPr>
          <p:cNvSpPr>
            <a:spLocks noGrp="1"/>
          </p:cNvSpPr>
          <p:nvPr>
            <p:ph type="title"/>
          </p:nvPr>
        </p:nvSpPr>
        <p:spPr>
          <a:xfrm>
            <a:off x="565460" y="558086"/>
            <a:ext cx="11357865" cy="393954"/>
          </a:xfrm>
          <a:prstGeom prst="rect">
            <a:avLst/>
          </a:prstGeom>
        </p:spPr>
        <p:txBody>
          <a:bodyPr vert="horz" wrap="square" lIns="0" tIns="0" rIns="0" bIns="0" rtlCol="0" anchor="t">
            <a:spAutoFit/>
          </a:bodyPr>
          <a:lstStyle/>
          <a:p>
            <a:r>
              <a:rPr lang="en-US" b="1" i="0">
                <a:latin typeface="Graphik Semibold" panose="020B0503030202060203" pitchFamily="34" charset="77"/>
              </a:rPr>
              <a:t>Place headline here in </a:t>
            </a:r>
            <a:r>
              <a:rPr lang="en-US" b="1" i="0" err="1">
                <a:latin typeface="Graphik Semibold" panose="020B0503030202060203" pitchFamily="34" charset="77"/>
              </a:rPr>
              <a:t>Graphik</a:t>
            </a:r>
            <a:r>
              <a:rPr lang="en-US" b="1" i="0">
                <a:latin typeface="Graphik Semibold" panose="020B0503030202060203" pitchFamily="34" charset="77"/>
              </a:rPr>
              <a:t> Semibold</a:t>
            </a:r>
            <a:endParaRPr lang="en-US"/>
          </a:p>
        </p:txBody>
      </p:sp>
      <p:sp>
        <p:nvSpPr>
          <p:cNvPr id="3" name="Text Placeholder 2">
            <a:extLst>
              <a:ext uri="{FF2B5EF4-FFF2-40B4-BE49-F238E27FC236}">
                <a16:creationId xmlns:a16="http://schemas.microsoft.com/office/drawing/2014/main" id="{6D78F67F-4953-4937-B393-889106DBC906}"/>
              </a:ext>
            </a:extLst>
          </p:cNvPr>
          <p:cNvSpPr>
            <a:spLocks noGrp="1"/>
          </p:cNvSpPr>
          <p:nvPr>
            <p:ph type="body" idx="1"/>
          </p:nvPr>
        </p:nvSpPr>
        <p:spPr>
          <a:xfrm>
            <a:off x="565460" y="1371601"/>
            <a:ext cx="11357865" cy="4766863"/>
          </a:xfrm>
          <a:prstGeom prst="rect">
            <a:avLst/>
          </a:prstGeom>
          <a:ln>
            <a:noFill/>
          </a:ln>
        </p:spPr>
        <p:txBody>
          <a:bodyPr vert="horz" lIns="0" tIns="0" rIns="0" bIns="0" rtlCol="0">
            <a:noAutofit/>
          </a:bodyPr>
          <a:lstStyle/>
          <a:p>
            <a:pPr lvl="0"/>
            <a:r>
              <a:rPr lang="en-US"/>
              <a:t>First level (copy)</a:t>
            </a:r>
          </a:p>
          <a:p>
            <a:pPr lvl="1"/>
            <a:r>
              <a:rPr lang="en-US"/>
              <a:t>Second level (bullet)</a:t>
            </a:r>
          </a:p>
          <a:p>
            <a:pPr lvl="2"/>
            <a:r>
              <a:rPr lang="en-US"/>
              <a:t>Third level (bullet)</a:t>
            </a:r>
          </a:p>
          <a:p>
            <a:pPr lvl="3"/>
            <a:r>
              <a:rPr lang="en-US"/>
              <a:t>Fourth level (bullet)</a:t>
            </a:r>
          </a:p>
          <a:p>
            <a:pPr lvl="4"/>
            <a:r>
              <a:rPr lang="en-US"/>
              <a:t>Fifth level (bullet)</a:t>
            </a:r>
          </a:p>
          <a:p>
            <a:pPr lvl="5"/>
            <a:r>
              <a:rPr lang="en-US"/>
              <a:t>Sixth level (copy)</a:t>
            </a:r>
          </a:p>
          <a:p>
            <a:pPr lvl="6"/>
            <a:r>
              <a:rPr lang="en-US"/>
              <a:t>Seventh level (small copy)</a:t>
            </a:r>
          </a:p>
          <a:p>
            <a:pPr lvl="7"/>
            <a:r>
              <a:rPr lang="en-US"/>
              <a:t>EIGHT LEVEL (DESCRIPTOR)</a:t>
            </a:r>
          </a:p>
          <a:p>
            <a:pPr lvl="8"/>
            <a:r>
              <a:rPr lang="en-US"/>
              <a:t>Ninth level (footer)</a:t>
            </a:r>
          </a:p>
        </p:txBody>
      </p:sp>
      <p:sp>
        <p:nvSpPr>
          <p:cNvPr id="4" name="GTS_Purple">
            <a:extLst>
              <a:ext uri="{FF2B5EF4-FFF2-40B4-BE49-F238E27FC236}">
                <a16:creationId xmlns:a16="http://schemas.microsoft.com/office/drawing/2014/main" id="{43975608-6DA8-9707-7CBD-C871ED474F3A}"/>
              </a:ext>
              <a:ext uri="{C183D7F6-B498-43B3-948B-1728B52AA6E4}">
                <adec:decorative xmlns:adec="http://schemas.microsoft.com/office/drawing/2017/decorative" val="1"/>
              </a:ext>
            </a:extLst>
          </p:cNvPr>
          <p:cNvSpPr>
            <a:spLocks noChangeAspect="1"/>
          </p:cNvSpPr>
          <p:nvPr userDrawn="1"/>
        </p:nvSpPr>
        <p:spPr bwMode="auto">
          <a:xfrm>
            <a:off x="553175" y="6390824"/>
            <a:ext cx="183203"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A100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Tree>
    <p:extLst>
      <p:ext uri="{BB962C8B-B14F-4D97-AF65-F5344CB8AC3E}">
        <p14:creationId xmlns:p14="http://schemas.microsoft.com/office/powerpoint/2010/main" val="3462129405"/>
      </p:ext>
    </p:extLst>
  </p:cSld>
  <p:clrMap bg1="lt1" tx1="dk1" bg2="lt2" tx2="dk2" accent1="accent1" accent2="accent2" accent3="accent3" accent4="accent4" accent5="accent5" accent6="accent6" hlink="hlink" folHlink="folHlink"/>
  <p:sldLayoutIdLst>
    <p:sldLayoutId id="2147483714" r:id="rId1"/>
    <p:sldLayoutId id="2147483715" r:id="rId2"/>
    <p:sldLayoutId id="2147483716" r:id="rId3"/>
    <p:sldLayoutId id="2147483717" r:id="rId4"/>
    <p:sldLayoutId id="2147483718" r:id="rId5"/>
    <p:sldLayoutId id="2147483719" r:id="rId6"/>
    <p:sldLayoutId id="2147483720" r:id="rId7"/>
    <p:sldLayoutId id="2147483721" r:id="rId8"/>
    <p:sldLayoutId id="2147483722" r:id="rId9"/>
    <p:sldLayoutId id="2147483723" r:id="rId10"/>
    <p:sldLayoutId id="2147483724" r:id="rId11"/>
    <p:sldLayoutId id="2147483725" r:id="rId12"/>
    <p:sldLayoutId id="2147483726" r:id="rId13"/>
    <p:sldLayoutId id="2147483727" r:id="rId14"/>
    <p:sldLayoutId id="2147483728" r:id="rId15"/>
    <p:sldLayoutId id="2147483729" r:id="rId16"/>
    <p:sldLayoutId id="2147483730" r:id="rId17"/>
    <p:sldLayoutId id="2147483731" r:id="rId18"/>
    <p:sldLayoutId id="2147483732" r:id="rId19"/>
    <p:sldLayoutId id="2147483733" r:id="rId20"/>
    <p:sldLayoutId id="2147483734" r:id="rId21"/>
    <p:sldLayoutId id="2147483735" r:id="rId22"/>
    <p:sldLayoutId id="2147483736" r:id="rId23"/>
    <p:sldLayoutId id="2147483737" r:id="rId24"/>
    <p:sldLayoutId id="2147483738" r:id="rId25"/>
    <p:sldLayoutId id="2147483739" r:id="rId26"/>
    <p:sldLayoutId id="2147483740" r:id="rId27"/>
    <p:sldLayoutId id="2147483741" r:id="rId28"/>
    <p:sldLayoutId id="2147483742" r:id="rId29"/>
    <p:sldLayoutId id="2147483743" r:id="rId30"/>
    <p:sldLayoutId id="2147483744" r:id="rId31"/>
    <p:sldLayoutId id="2147483745" r:id="rId32"/>
    <p:sldLayoutId id="2147483746" r:id="rId33"/>
    <p:sldLayoutId id="2147483747" r:id="rId34"/>
    <p:sldLayoutId id="2147483748" r:id="rId35"/>
    <p:sldLayoutId id="2147483749" r:id="rId36"/>
    <p:sldLayoutId id="2147483750" r:id="rId37"/>
    <p:sldLayoutId id="2147483751" r:id="rId38"/>
    <p:sldLayoutId id="2147483752" r:id="rId39"/>
    <p:sldLayoutId id="2147483753" r:id="rId40"/>
    <p:sldLayoutId id="2147483754" r:id="rId41"/>
    <p:sldLayoutId id="2147483755" r:id="rId42"/>
    <p:sldLayoutId id="2147483756" r:id="rId43"/>
    <p:sldLayoutId id="2147483757" r:id="rId44"/>
    <p:sldLayoutId id="2147483758" r:id="rId45"/>
    <p:sldLayoutId id="2147483759" r:id="rId46"/>
    <p:sldLayoutId id="2147483760" r:id="rId47"/>
    <p:sldLayoutId id="2147483761" r:id="rId48"/>
    <p:sldLayoutId id="2147483762" r:id="rId49"/>
    <p:sldLayoutId id="2147483763" r:id="rId50"/>
    <p:sldLayoutId id="2147483764" r:id="rId51"/>
    <p:sldLayoutId id="2147483765" r:id="rId52"/>
    <p:sldLayoutId id="2147483766" r:id="rId53"/>
    <p:sldLayoutId id="2147483767" r:id="rId54"/>
    <p:sldLayoutId id="2147483768" r:id="rId55"/>
    <p:sldLayoutId id="2147483769" r:id="rId56"/>
    <p:sldLayoutId id="2147483770" r:id="rId57"/>
  </p:sldLayoutIdLst>
  <p:hf sldNum="0" hdr="0" ftr="0" dt="0"/>
  <p:txStyles>
    <p:titleStyle>
      <a:lvl1pPr algn="l" defTabSz="914377" rtl="0" eaLnBrk="1" latinLnBrk="0" hangingPunct="1">
        <a:lnSpc>
          <a:spcPct val="80000"/>
        </a:lnSpc>
        <a:spcBef>
          <a:spcPct val="0"/>
        </a:spcBef>
        <a:buNone/>
        <a:defRPr sz="3200" b="0" i="0" kern="1200">
          <a:solidFill>
            <a:schemeClr val="tx1"/>
          </a:solidFill>
          <a:latin typeface="Graphik Semibold" panose="020B0503030202060203" pitchFamily="34" charset="77"/>
          <a:ea typeface="+mj-ea"/>
          <a:cs typeface="+mj-cs"/>
        </a:defRPr>
      </a:lvl1pPr>
    </p:titleStyle>
    <p:bodyStyle>
      <a:lvl1pPr marL="0" indent="0" algn="l" defTabSz="228594" rtl="0" eaLnBrk="1" latinLnBrk="0" hangingPunct="1">
        <a:lnSpc>
          <a:spcPct val="100000"/>
        </a:lnSpc>
        <a:spcBef>
          <a:spcPts val="0"/>
        </a:spcBef>
        <a:spcAft>
          <a:spcPts val="1200"/>
        </a:spcAft>
        <a:buFont typeface="Arial" panose="020B0604020202020204" pitchFamily="34" charset="0"/>
        <a:buNone/>
        <a:defRPr sz="1400" b="0" kern="1200">
          <a:solidFill>
            <a:schemeClr val="tx1"/>
          </a:solidFill>
          <a:latin typeface="+mn-lt"/>
          <a:ea typeface="+mn-ea"/>
          <a:cs typeface="+mn-cs"/>
        </a:defRPr>
      </a:lvl1pPr>
      <a:lvl2pPr marL="228594" indent="-228594" algn="l" defTabSz="228594" rtl="0" eaLnBrk="1" latinLnBrk="0" hangingPunct="1">
        <a:lnSpc>
          <a:spcPct val="100000"/>
        </a:lnSpc>
        <a:spcBef>
          <a:spcPts val="0"/>
        </a:spcBef>
        <a:spcAft>
          <a:spcPts val="1200"/>
        </a:spcAft>
        <a:buClrTx/>
        <a:buFont typeface="Arial" panose="020B0604020202020204" pitchFamily="34" charset="0"/>
        <a:buChar char="•"/>
        <a:defRPr sz="1200" kern="1200">
          <a:solidFill>
            <a:schemeClr val="tx1"/>
          </a:solidFill>
          <a:latin typeface="+mn-lt"/>
          <a:ea typeface="+mn-ea"/>
          <a:cs typeface="+mn-cs"/>
        </a:defRPr>
      </a:lvl2pPr>
      <a:lvl3pPr marL="457189" indent="-228594" algn="l" defTabSz="228594" rtl="0" eaLnBrk="1" latinLnBrk="0" hangingPunct="1">
        <a:lnSpc>
          <a:spcPct val="100000"/>
        </a:lnSpc>
        <a:spcBef>
          <a:spcPts val="0"/>
        </a:spcBef>
        <a:spcAft>
          <a:spcPts val="1200"/>
        </a:spcAft>
        <a:buFont typeface="System Font"/>
        <a:buChar char="–"/>
        <a:defRPr sz="1200" kern="1200">
          <a:solidFill>
            <a:schemeClr val="tx1"/>
          </a:solidFill>
          <a:latin typeface="+mn-lt"/>
          <a:ea typeface="+mn-ea"/>
          <a:cs typeface="+mn-cs"/>
        </a:defRPr>
      </a:lvl3pPr>
      <a:lvl4pPr marL="685783" indent="-228594" algn="l" defTabSz="228594" rtl="0" eaLnBrk="1" latinLnBrk="0" hangingPunct="1">
        <a:lnSpc>
          <a:spcPct val="100000"/>
        </a:lnSpc>
        <a:spcBef>
          <a:spcPts val="0"/>
        </a:spcBef>
        <a:spcAft>
          <a:spcPts val="1200"/>
        </a:spcAft>
        <a:buFont typeface="Arial" panose="020B0604020202020204" pitchFamily="34" charset="0"/>
        <a:buChar char="•"/>
        <a:defRPr sz="1100" kern="1200">
          <a:solidFill>
            <a:schemeClr val="tx1"/>
          </a:solidFill>
          <a:latin typeface="+mn-lt"/>
          <a:ea typeface="+mn-ea"/>
          <a:cs typeface="+mn-cs"/>
        </a:defRPr>
      </a:lvl4pPr>
      <a:lvl5pPr marL="914377" indent="-228594" algn="l" defTabSz="228594" rtl="0" eaLnBrk="1" latinLnBrk="0" hangingPunct="1">
        <a:lnSpc>
          <a:spcPct val="100000"/>
        </a:lnSpc>
        <a:spcBef>
          <a:spcPts val="0"/>
        </a:spcBef>
        <a:spcAft>
          <a:spcPts val="1200"/>
        </a:spcAft>
        <a:buFont typeface="System Font"/>
        <a:buChar char="–"/>
        <a:defRPr sz="1100" kern="1200">
          <a:solidFill>
            <a:schemeClr val="tx1"/>
          </a:solidFill>
          <a:latin typeface="+mn-lt"/>
          <a:ea typeface="+mn-ea"/>
          <a:cs typeface="+mn-cs"/>
        </a:defRPr>
      </a:lvl5pPr>
      <a:lvl6pPr marL="11113" indent="0" algn="l" defTabSz="228594" rtl="0" eaLnBrk="1" latinLnBrk="0" hangingPunct="1">
        <a:lnSpc>
          <a:spcPct val="90000"/>
        </a:lnSpc>
        <a:spcBef>
          <a:spcPts val="0"/>
        </a:spcBef>
        <a:spcAft>
          <a:spcPts val="1200"/>
        </a:spcAft>
        <a:buFont typeface="Graphik" panose="020B0503030202060203" pitchFamily="34" charset="0"/>
        <a:buNone/>
        <a:tabLst/>
        <a:defRPr sz="1200" kern="1200">
          <a:solidFill>
            <a:schemeClr val="tx1"/>
          </a:solidFill>
          <a:latin typeface="+mn-lt"/>
          <a:ea typeface="+mn-ea"/>
          <a:cs typeface="+mn-cs"/>
        </a:defRPr>
      </a:lvl6pPr>
      <a:lvl7pPr marL="0" indent="0" algn="l" defTabSz="228594" rtl="0" eaLnBrk="1" latinLnBrk="0" hangingPunct="1">
        <a:lnSpc>
          <a:spcPct val="90000"/>
        </a:lnSpc>
        <a:spcBef>
          <a:spcPts val="0"/>
        </a:spcBef>
        <a:spcAft>
          <a:spcPts val="1200"/>
        </a:spcAft>
        <a:buFont typeface="Arial" panose="020B0604020202020204" pitchFamily="34" charset="0"/>
        <a:buNone/>
        <a:defRPr sz="1100" kern="1200">
          <a:solidFill>
            <a:schemeClr val="tx1"/>
          </a:solidFill>
          <a:latin typeface="+mn-lt"/>
          <a:ea typeface="+mn-ea"/>
          <a:cs typeface="+mn-cs"/>
        </a:defRPr>
      </a:lvl7pPr>
      <a:lvl8pPr marL="0" indent="0" algn="l" defTabSz="228594" rtl="0" eaLnBrk="1" latinLnBrk="0" hangingPunct="1">
        <a:lnSpc>
          <a:spcPct val="90000"/>
        </a:lnSpc>
        <a:spcBef>
          <a:spcPts val="0"/>
        </a:spcBef>
        <a:spcAft>
          <a:spcPts val="1200"/>
        </a:spcAft>
        <a:buFont typeface="Arial" panose="020B0604020202020204" pitchFamily="34" charset="0"/>
        <a:buNone/>
        <a:defRPr sz="900" b="1" kern="1200">
          <a:solidFill>
            <a:schemeClr val="tx1"/>
          </a:solidFill>
          <a:latin typeface="+mn-lt"/>
          <a:ea typeface="+mn-ea"/>
          <a:cs typeface="+mn-cs"/>
        </a:defRPr>
      </a:lvl8pPr>
      <a:lvl9pPr marL="0" indent="0" algn="l" defTabSz="228594" rtl="0" eaLnBrk="1" latinLnBrk="0" hangingPunct="1">
        <a:lnSpc>
          <a:spcPct val="90000"/>
        </a:lnSpc>
        <a:spcBef>
          <a:spcPts val="0"/>
        </a:spcBef>
        <a:spcAft>
          <a:spcPts val="1200"/>
        </a:spcAft>
        <a:buFont typeface="Arial" panose="020B0604020202020204" pitchFamily="34" charset="0"/>
        <a:buNone/>
        <a:defRPr sz="700" kern="1200">
          <a:solidFill>
            <a:schemeClr val="tx2"/>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4">
          <p15:clr>
            <a:srgbClr val="5ACBF0"/>
          </p15:clr>
        </p15:guide>
        <p15:guide id="8" pos="347">
          <p15:clr>
            <a:srgbClr val="9FCC3B"/>
          </p15:clr>
        </p15:guide>
        <p15:guide id="9" pos="733">
          <p15:clr>
            <a:srgbClr val="C35EA4"/>
          </p15:clr>
        </p15:guide>
        <p15:guide id="10" pos="7514">
          <p15:clr>
            <a:srgbClr val="5ACBF0"/>
          </p15:clr>
        </p15:guide>
        <p15:guide id="11" pos="166">
          <p15:clr>
            <a:srgbClr val="5ACBF0"/>
          </p15:clr>
        </p15:guide>
        <p15:guide id="12" orient="horz" pos="4156">
          <p15:clr>
            <a:srgbClr val="5ACBF0"/>
          </p15:clr>
        </p15:guide>
        <p15:guide id="13" pos="7333">
          <p15:clr>
            <a:srgbClr val="9FCC3B"/>
          </p15:clr>
        </p15:guide>
        <p15:guide id="14" orient="horz" pos="346">
          <p15:clr>
            <a:srgbClr val="9FCC3B"/>
          </p15:clr>
        </p15:guide>
        <p15:guide id="15" orient="horz" pos="3974">
          <p15:clr>
            <a:srgbClr val="9FCC3B"/>
          </p15:clr>
        </p15:guide>
        <p15:guide id="16" orient="horz" pos="845">
          <p15:clr>
            <a:srgbClr val="A4A3A4"/>
          </p15:clr>
        </p15:guide>
        <p15:guide id="17" orient="horz" pos="3861">
          <p15:clr>
            <a:srgbClr val="A4A3A4"/>
          </p15:clr>
        </p15:guide>
        <p15:guide id="18" pos="6924">
          <p15:clr>
            <a:srgbClr val="C35EA4"/>
          </p15:clr>
        </p15:guide>
        <p15:guide id="19" orient="horz" pos="1162">
          <p15:clr>
            <a:srgbClr val="FDE53C"/>
          </p15:clr>
        </p15:guide>
        <p15:guide id="20" pos="7015">
          <p15:clr>
            <a:srgbClr val="F26B43"/>
          </p15:clr>
        </p15:guide>
        <p15:guide id="21" pos="665">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xml"/><Relationship Id="rId1" Type="http://schemas.openxmlformats.org/officeDocument/2006/relationships/slideLayout" Target="../slideLayouts/slideLayout27.xml"/><Relationship Id="rId4" Type="http://schemas.openxmlformats.org/officeDocument/2006/relationships/image" Target="../media/image16.png"/></Relationships>
</file>

<file path=ppt/slides/_rels/slide2.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jpeg"/><Relationship Id="rId1" Type="http://schemas.openxmlformats.org/officeDocument/2006/relationships/slideLayout" Target="../slideLayouts/slideLayout12.xml"/><Relationship Id="rId4" Type="http://schemas.openxmlformats.org/officeDocument/2006/relationships/image" Target="../media/image19.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4F81C1D7-25E7-2AEA-5B9C-B4934B416F14}"/>
              </a:ext>
            </a:extLst>
          </p:cNvPr>
          <p:cNvPicPr>
            <a:picLocks noChangeAspect="1"/>
          </p:cNvPicPr>
          <p:nvPr/>
        </p:nvPicPr>
        <p:blipFill>
          <a:blip r:embed="rId3"/>
          <a:srcRect b="3035"/>
          <a:stretch>
            <a:fillRect/>
          </a:stretch>
        </p:blipFill>
        <p:spPr>
          <a:xfrm>
            <a:off x="20" y="1282"/>
            <a:ext cx="12191980" cy="6856718"/>
          </a:xfrm>
          <a:prstGeom prst="rect">
            <a:avLst/>
          </a:prstGeom>
        </p:spPr>
      </p:pic>
      <p:sp>
        <p:nvSpPr>
          <p:cNvPr id="17" name="TextBox 16">
            <a:extLst>
              <a:ext uri="{FF2B5EF4-FFF2-40B4-BE49-F238E27FC236}">
                <a16:creationId xmlns:a16="http://schemas.microsoft.com/office/drawing/2014/main" id="{7935BF95-9260-FF3E-8BA1-F61D8AD0F5C6}"/>
              </a:ext>
            </a:extLst>
          </p:cNvPr>
          <p:cNvSpPr txBox="1"/>
          <p:nvPr/>
        </p:nvSpPr>
        <p:spPr>
          <a:xfrm>
            <a:off x="2989992" y="5411118"/>
            <a:ext cx="6212017" cy="566822"/>
          </a:xfrm>
          <a:prstGeom prst="rect">
            <a:avLst/>
          </a:prstGeom>
          <a:noFill/>
        </p:spPr>
        <p:txBody>
          <a:bodyPr wrap="square" rtlCol="0">
            <a:spAutoFit/>
          </a:bodyPr>
          <a:lstStyle/>
          <a:p>
            <a:pPr marL="0" marR="0" lvl="0" indent="0" algn="ctr" defTabSz="914377" rtl="0" eaLnBrk="1" fontAlgn="auto" latinLnBrk="0" hangingPunct="1">
              <a:lnSpc>
                <a:spcPts val="3720"/>
              </a:lnSpc>
              <a:spcBef>
                <a:spcPts val="0"/>
              </a:spcBef>
              <a:spcAft>
                <a:spcPts val="0"/>
              </a:spcAft>
              <a:buClrTx/>
              <a:buSzTx/>
              <a:buFontTx/>
              <a:buNone/>
              <a:tabLst/>
              <a:defRPr/>
            </a:pPr>
            <a:r>
              <a:rPr kumimoji="0" lang="en-US" sz="4000" b="1" i="0" u="none" strike="noStrike" kern="1200" cap="none" spc="-150" normalizeH="0" baseline="0" noProof="0">
                <a:ln>
                  <a:noFill/>
                </a:ln>
                <a:solidFill>
                  <a:srgbClr val="FFFFFF"/>
                </a:solidFill>
                <a:effectLst/>
                <a:uLnTx/>
                <a:uFillTx/>
                <a:latin typeface="Graphik Semibold" panose="020B0503030202060203" pitchFamily="34" charset="77"/>
                <a:ea typeface="+mn-ea"/>
                <a:cs typeface="+mn-cs"/>
              </a:rPr>
              <a:t>AEGIS</a:t>
            </a:r>
          </a:p>
        </p:txBody>
      </p:sp>
      <p:sp>
        <p:nvSpPr>
          <p:cNvPr id="18" name="Rectangle 17">
            <a:extLst>
              <a:ext uri="{FF2B5EF4-FFF2-40B4-BE49-F238E27FC236}">
                <a16:creationId xmlns:a16="http://schemas.microsoft.com/office/drawing/2014/main" id="{9ED2B6F5-4632-A6A7-D235-C4D1E256BD27}"/>
              </a:ext>
            </a:extLst>
          </p:cNvPr>
          <p:cNvSpPr/>
          <p:nvPr/>
        </p:nvSpPr>
        <p:spPr>
          <a:xfrm>
            <a:off x="3858744" y="5990476"/>
            <a:ext cx="4474512" cy="352647"/>
          </a:xfrm>
          <a:prstGeom prst="rect">
            <a:avLst/>
          </a:prstGeom>
          <a:solidFill>
            <a:srgbClr val="A100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raphik Regular"/>
              <a:ea typeface="+mn-ea"/>
              <a:cs typeface="+mn-cs"/>
            </a:endParaRPr>
          </a:p>
        </p:txBody>
      </p:sp>
      <p:sp>
        <p:nvSpPr>
          <p:cNvPr id="19" name="TextBox 18">
            <a:extLst>
              <a:ext uri="{FF2B5EF4-FFF2-40B4-BE49-F238E27FC236}">
                <a16:creationId xmlns:a16="http://schemas.microsoft.com/office/drawing/2014/main" id="{8548F6C9-FCFE-86D4-8670-F533A4CE4650}"/>
              </a:ext>
            </a:extLst>
          </p:cNvPr>
          <p:cNvSpPr txBox="1"/>
          <p:nvPr/>
        </p:nvSpPr>
        <p:spPr>
          <a:xfrm>
            <a:off x="3858744" y="5972549"/>
            <a:ext cx="4474512" cy="369332"/>
          </a:xfrm>
          <a:prstGeom prst="rect">
            <a:avLst/>
          </a:prstGeom>
          <a:noFill/>
        </p:spPr>
        <p:txBody>
          <a:bodyPr wrap="square" rtlCol="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Graphik" panose="020B0503030202060203" pitchFamily="34" charset="77"/>
                <a:ea typeface="+mn-ea"/>
                <a:cs typeface="+mn-cs"/>
              </a:rPr>
              <a:t>Accenture Innovation Challenge 2026  ·  Round 2</a:t>
            </a:r>
          </a:p>
        </p:txBody>
      </p:sp>
      <p:pic>
        <p:nvPicPr>
          <p:cNvPr id="20" name="Picture 19">
            <a:extLst>
              <a:ext uri="{FF2B5EF4-FFF2-40B4-BE49-F238E27FC236}">
                <a16:creationId xmlns:a16="http://schemas.microsoft.com/office/drawing/2014/main" id="{40F1EFF8-B673-136C-4910-73D1BC9075D6}"/>
              </a:ext>
            </a:extLst>
          </p:cNvPr>
          <p:cNvPicPr>
            <a:picLocks noChangeAspect="1"/>
          </p:cNvPicPr>
          <p:nvPr/>
        </p:nvPicPr>
        <p:blipFill>
          <a:blip r:embed="rId4"/>
          <a:stretch>
            <a:fillRect/>
          </a:stretch>
        </p:blipFill>
        <p:spPr>
          <a:xfrm>
            <a:off x="676893" y="667062"/>
            <a:ext cx="1251231" cy="330466"/>
          </a:xfrm>
          <a:prstGeom prst="rect">
            <a:avLst/>
          </a:prstGeom>
        </p:spPr>
      </p:pic>
    </p:spTree>
    <p:extLst>
      <p:ext uri="{BB962C8B-B14F-4D97-AF65-F5344CB8AC3E}">
        <p14:creationId xmlns:p14="http://schemas.microsoft.com/office/powerpoint/2010/main" val="42291615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73E37827-E5D7-46FD-9143-ABFBF88A628E}"/>
              </a:ext>
            </a:extLst>
          </p:cNvPr>
          <p:cNvSpPr/>
          <p:nvPr/>
        </p:nvSpPr>
        <p:spPr>
          <a:xfrm>
            <a:off x="7385349" y="2505161"/>
            <a:ext cx="1443661" cy="147132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raphik"/>
              <a:ea typeface="+mn-ea"/>
              <a:cs typeface="+mn-cs"/>
            </a:endParaRPr>
          </a:p>
        </p:txBody>
      </p:sp>
      <p:sp>
        <p:nvSpPr>
          <p:cNvPr id="24" name="Rectangle 23">
            <a:extLst>
              <a:ext uri="{FF2B5EF4-FFF2-40B4-BE49-F238E27FC236}">
                <a16:creationId xmlns:a16="http://schemas.microsoft.com/office/drawing/2014/main" id="{171E876B-A706-450C-8C34-951E6FA6C00F}"/>
              </a:ext>
            </a:extLst>
          </p:cNvPr>
          <p:cNvSpPr/>
          <p:nvPr/>
        </p:nvSpPr>
        <p:spPr>
          <a:xfrm>
            <a:off x="852718" y="2506579"/>
            <a:ext cx="1443661" cy="147132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raphik"/>
              <a:ea typeface="+mn-ea"/>
              <a:cs typeface="+mn-cs"/>
            </a:endParaRPr>
          </a:p>
        </p:txBody>
      </p:sp>
      <p:sp>
        <p:nvSpPr>
          <p:cNvPr id="18" name="Title 17">
            <a:extLst>
              <a:ext uri="{FF2B5EF4-FFF2-40B4-BE49-F238E27FC236}">
                <a16:creationId xmlns:a16="http://schemas.microsoft.com/office/drawing/2014/main" id="{00A31654-439B-4571-B7B1-2E29E58E752A}"/>
              </a:ext>
            </a:extLst>
          </p:cNvPr>
          <p:cNvSpPr>
            <a:spLocks noGrp="1"/>
          </p:cNvSpPr>
          <p:nvPr>
            <p:ph type="title"/>
          </p:nvPr>
        </p:nvSpPr>
        <p:spPr>
          <a:xfrm>
            <a:off x="461913" y="525056"/>
            <a:ext cx="11430000" cy="726439"/>
          </a:xfrm>
        </p:spPr>
        <p:txBody>
          <a:bodyPr/>
          <a:lstStyle/>
          <a:p>
            <a:r>
              <a:rPr lang="en-US"/>
              <a:t>Team details</a:t>
            </a:r>
            <a:endParaRPr lang="en-GB"/>
          </a:p>
        </p:txBody>
      </p:sp>
      <p:sp>
        <p:nvSpPr>
          <p:cNvPr id="10" name="Slide Number Placeholder 9">
            <a:extLst>
              <a:ext uri="{FF2B5EF4-FFF2-40B4-BE49-F238E27FC236}">
                <a16:creationId xmlns:a16="http://schemas.microsoft.com/office/drawing/2014/main" id="{4258B87F-AD17-4B30-9FAA-C5C07FCFFE87}"/>
              </a:ext>
            </a:extLst>
          </p:cNvPr>
          <p:cNvSpPr>
            <a:spLocks noGrp="1"/>
          </p:cNvSpPr>
          <p:nvPr>
            <p:ph type="sldNum" sz="quarter" idx="4294967295"/>
          </p:nvPr>
        </p:nvSpPr>
        <p:spPr>
          <a:xfrm>
            <a:off x="11506202" y="6519009"/>
            <a:ext cx="385711" cy="206375"/>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4F9AC08D-23A9-440E-BCB9-AA1E9877CC38}" type="slidenum">
              <a:rPr kumimoji="0" lang="en-US" sz="800" b="0" i="0" u="none" strike="noStrike" kern="1200" cap="none" spc="0" normalizeH="0" baseline="0" noProof="0" smtClean="0">
                <a:ln>
                  <a:noFill/>
                </a:ln>
                <a:solidFill>
                  <a:srgbClr val="000000">
                    <a:alpha val="40000"/>
                  </a:srgbClr>
                </a:solidFill>
                <a:effectLst/>
                <a:uLnTx/>
                <a:uFillTx/>
                <a:latin typeface="Graphi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a:t>
            </a:fld>
            <a:endParaRPr kumimoji="0" lang="en-US" sz="800" b="0" i="0" u="none" strike="noStrike" kern="1200" cap="none" spc="0" normalizeH="0" baseline="0" noProof="0">
              <a:ln>
                <a:noFill/>
              </a:ln>
              <a:solidFill>
                <a:srgbClr val="000000">
                  <a:alpha val="40000"/>
                </a:srgbClr>
              </a:solidFill>
              <a:effectLst/>
              <a:uLnTx/>
              <a:uFillTx/>
              <a:latin typeface="Graphik"/>
              <a:ea typeface="+mn-ea"/>
              <a:cs typeface="+mn-cs"/>
            </a:endParaRPr>
          </a:p>
        </p:txBody>
      </p:sp>
      <p:sp>
        <p:nvSpPr>
          <p:cNvPr id="3" name="Rectangle 2">
            <a:extLst>
              <a:ext uri="{FF2B5EF4-FFF2-40B4-BE49-F238E27FC236}">
                <a16:creationId xmlns:a16="http://schemas.microsoft.com/office/drawing/2014/main" id="{4013373B-BBFC-437A-A7F1-E5017F23DD33}"/>
              </a:ext>
            </a:extLst>
          </p:cNvPr>
          <p:cNvSpPr/>
          <p:nvPr/>
        </p:nvSpPr>
        <p:spPr>
          <a:xfrm>
            <a:off x="255634" y="6368280"/>
            <a:ext cx="6709565" cy="253916"/>
          </a:xfrm>
          <a:prstGeom prst="rect">
            <a:avLst/>
          </a:prstGeom>
        </p:spPr>
        <p:txBody>
          <a:bodyPr wrap="square" lIns="91440" tIns="45720" rIns="91440" bIns="4572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050" b="1" i="1" u="none" strike="noStrike" kern="1200" cap="none" spc="0" normalizeH="0" baseline="0" noProof="0">
              <a:ln>
                <a:noFill/>
              </a:ln>
              <a:solidFill>
                <a:srgbClr val="000000"/>
              </a:solidFill>
              <a:effectLst/>
              <a:highlight>
                <a:srgbClr val="FFFF00"/>
              </a:highlight>
              <a:uLnTx/>
              <a:uFillTx/>
              <a:latin typeface="Graphik"/>
            </a:endParaRPr>
          </a:p>
        </p:txBody>
      </p:sp>
      <p:sp>
        <p:nvSpPr>
          <p:cNvPr id="30" name="Rectangle 29">
            <a:extLst>
              <a:ext uri="{FF2B5EF4-FFF2-40B4-BE49-F238E27FC236}">
                <a16:creationId xmlns:a16="http://schemas.microsoft.com/office/drawing/2014/main" id="{C66E72D5-38A8-4FA5-9EBD-60021A357B2A}"/>
              </a:ext>
            </a:extLst>
          </p:cNvPr>
          <p:cNvSpPr/>
          <p:nvPr/>
        </p:nvSpPr>
        <p:spPr>
          <a:xfrm>
            <a:off x="852718" y="4463806"/>
            <a:ext cx="1481237" cy="147132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FFFFFF"/>
                </a:solidFill>
                <a:effectLst/>
                <a:uLnTx/>
                <a:uFillTx/>
                <a:latin typeface="Graphik"/>
                <a:ea typeface="+mn-ea"/>
                <a:cs typeface="+mn-cs"/>
              </a:rPr>
              <a:t>Photo</a:t>
            </a:r>
          </a:p>
        </p:txBody>
      </p:sp>
      <p:cxnSp>
        <p:nvCxnSpPr>
          <p:cNvPr id="6" name="Straight Connector 5">
            <a:extLst>
              <a:ext uri="{FF2B5EF4-FFF2-40B4-BE49-F238E27FC236}">
                <a16:creationId xmlns:a16="http://schemas.microsoft.com/office/drawing/2014/main" id="{503A2336-9DAB-4FE3-86E5-A5694B473965}"/>
              </a:ext>
            </a:extLst>
          </p:cNvPr>
          <p:cNvCxnSpPr>
            <a:cxnSpLocks/>
          </p:cNvCxnSpPr>
          <p:nvPr/>
        </p:nvCxnSpPr>
        <p:spPr>
          <a:xfrm>
            <a:off x="6096000" y="1521230"/>
            <a:ext cx="0" cy="4523725"/>
          </a:xfrm>
          <a:prstGeom prst="line">
            <a:avLst/>
          </a:prstGeom>
          <a:ln>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ED2BAEA9-C010-474F-8C80-BD3D504C25C1}"/>
              </a:ext>
            </a:extLst>
          </p:cNvPr>
          <p:cNvCxnSpPr/>
          <p:nvPr/>
        </p:nvCxnSpPr>
        <p:spPr>
          <a:xfrm>
            <a:off x="2726205" y="3247136"/>
            <a:ext cx="1718008" cy="0"/>
          </a:xfrm>
          <a:prstGeom prst="line">
            <a:avLst/>
          </a:prstGeom>
          <a:ln>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61" name="Text Placeholder 27">
            <a:extLst>
              <a:ext uri="{FF2B5EF4-FFF2-40B4-BE49-F238E27FC236}">
                <a16:creationId xmlns:a16="http://schemas.microsoft.com/office/drawing/2014/main" id="{83134DD2-B1F2-44EA-BCAB-CB7F6D0B5057}"/>
              </a:ext>
            </a:extLst>
          </p:cNvPr>
          <p:cNvSpPr txBox="1">
            <a:spLocks/>
          </p:cNvSpPr>
          <p:nvPr/>
        </p:nvSpPr>
        <p:spPr>
          <a:xfrm>
            <a:off x="2751413" y="4440186"/>
            <a:ext cx="2658895" cy="646404"/>
          </a:xfrm>
          <a:prstGeom prst="rect">
            <a:avLst/>
          </a:prstGeom>
        </p:spPr>
        <p:txBody>
          <a:bodyPr vert="horz" lIns="0" tIns="0" rIns="0" bIns="0" rtlCol="0" anchor="b">
            <a:noAutofit/>
          </a:bodyPr>
          <a:lstStyle>
            <a:lvl1pPr marL="0" indent="0" algn="l" defTabSz="914377" rtl="0" eaLnBrk="1" latinLnBrk="0" hangingPunct="1">
              <a:lnSpc>
                <a:spcPct val="90000"/>
              </a:lnSpc>
              <a:spcBef>
                <a:spcPts val="1200"/>
              </a:spcBef>
              <a:spcAft>
                <a:spcPts val="1200"/>
              </a:spcAft>
              <a:buFont typeface="Arial" panose="020B0604020202020204" pitchFamily="34" charset="0"/>
              <a:buNone/>
              <a:defRPr lang="en-US" sz="3600" b="1" kern="1200" cap="none" baseline="0" dirty="0" smtClean="0">
                <a:solidFill>
                  <a:srgbClr val="A100FF"/>
                </a:solidFill>
                <a:latin typeface="+mj-lt"/>
                <a:ea typeface="+mn-ea"/>
                <a:cs typeface="+mn-cs"/>
              </a:defRPr>
            </a:lvl1pPr>
            <a:lvl2pPr marL="0" indent="0" algn="l" defTabSz="914377" rtl="0" eaLnBrk="1" latinLnBrk="0" hangingPunct="1">
              <a:lnSpc>
                <a:spcPct val="90000"/>
              </a:lnSpc>
              <a:spcBef>
                <a:spcPts val="1200"/>
              </a:spcBef>
              <a:spcAft>
                <a:spcPts val="1200"/>
              </a:spcAft>
              <a:buFont typeface="Arial" panose="020B0604020202020204" pitchFamily="34" charset="0"/>
              <a:buNone/>
              <a:defRPr sz="2200" kern="1200">
                <a:solidFill>
                  <a:schemeClr val="tx1"/>
                </a:solidFill>
                <a:latin typeface="+mn-lt"/>
                <a:ea typeface="+mn-ea"/>
                <a:cs typeface="+mn-cs"/>
              </a:defRPr>
            </a:lvl2pPr>
            <a:lvl3pPr marL="180975" indent="-180975" algn="l" defTabSz="914377" rtl="0" eaLnBrk="1" latinLnBrk="0" hangingPunct="1">
              <a:lnSpc>
                <a:spcPct val="90000"/>
              </a:lnSpc>
              <a:spcBef>
                <a:spcPts val="1200"/>
              </a:spcBef>
              <a:spcAft>
                <a:spcPts val="1200"/>
              </a:spcAft>
              <a:buFont typeface="Arial" panose="020B0604020202020204" pitchFamily="34" charset="0"/>
              <a:buChar char="•"/>
              <a:defRPr sz="1800" kern="1200">
                <a:solidFill>
                  <a:schemeClr val="tx1"/>
                </a:solidFill>
                <a:latin typeface="+mn-lt"/>
                <a:ea typeface="+mn-ea"/>
                <a:cs typeface="+mn-cs"/>
              </a:defRPr>
            </a:lvl3pPr>
            <a:lvl4pPr marL="173034" indent="-169858" algn="l" defTabSz="914377" rtl="0" eaLnBrk="1" latinLnBrk="0" hangingPunct="1">
              <a:lnSpc>
                <a:spcPct val="110000"/>
              </a:lnSpc>
              <a:spcBef>
                <a:spcPts val="0"/>
              </a:spcBef>
              <a:spcAft>
                <a:spcPts val="0"/>
              </a:spcAft>
              <a:buFont typeface="Arial" panose="020B0604020202020204" pitchFamily="34" charset="0"/>
              <a:buChar char="•"/>
              <a:defRPr sz="1800" kern="1200">
                <a:solidFill>
                  <a:schemeClr val="tx1"/>
                </a:solidFill>
                <a:latin typeface="+mn-lt"/>
                <a:ea typeface="+mn-ea"/>
                <a:cs typeface="+mn-cs"/>
              </a:defRPr>
            </a:lvl4pPr>
            <a:lvl5pPr marL="346066" indent="-177796" algn="l" defTabSz="914377" rtl="0" eaLnBrk="1" latinLnBrk="0" hangingPunct="1">
              <a:lnSpc>
                <a:spcPct val="110000"/>
              </a:lnSpc>
              <a:spcBef>
                <a:spcPts val="0"/>
              </a:spcBef>
              <a:spcAft>
                <a:spcPts val="0"/>
              </a:spcAft>
              <a:buFont typeface="Graphik" panose="020B0503030202060203" pitchFamily="34" charset="0"/>
              <a:buChar char="–"/>
              <a:defRPr sz="1400" kern="1200">
                <a:solidFill>
                  <a:schemeClr val="tx1"/>
                </a:solidFill>
                <a:latin typeface="+mn-lt"/>
                <a:ea typeface="+mn-ea"/>
                <a:cs typeface="+mn-cs"/>
              </a:defRPr>
            </a:lvl5pPr>
            <a:lvl6pPr marL="512750" indent="-173034" algn="l" defTabSz="914377"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0" indent="0" algn="l" defTabSz="914377" rtl="0" eaLnBrk="1" latinLnBrk="0" hangingPunct="1">
              <a:lnSpc>
                <a:spcPct val="90000"/>
              </a:lnSpc>
              <a:spcBef>
                <a:spcPts val="800"/>
              </a:spcBef>
              <a:buFont typeface="Arial" panose="020B0604020202020204" pitchFamily="34" charset="0"/>
              <a:buNone/>
              <a:defRPr sz="1200" b="1" kern="1200" cap="all" baseline="0">
                <a:solidFill>
                  <a:schemeClr val="tx1"/>
                </a:solidFill>
                <a:latin typeface="+mj-lt"/>
                <a:ea typeface="+mn-ea"/>
                <a:cs typeface="+mn-cs"/>
              </a:defRPr>
            </a:lvl7pPr>
            <a:lvl8pPr marL="0" indent="0" algn="l" defTabSz="914377" rtl="0" eaLnBrk="1" latinLnBrk="0" hangingPunct="1">
              <a:lnSpc>
                <a:spcPct val="100000"/>
              </a:lnSpc>
              <a:spcBef>
                <a:spcPts val="0"/>
              </a:spcBef>
              <a:spcAft>
                <a:spcPts val="800"/>
              </a:spcAft>
              <a:buFont typeface="Arial" panose="020B0604020202020204" pitchFamily="34" charset="0"/>
              <a:buNone/>
              <a:defRPr sz="1800" kern="1200" baseline="0">
                <a:solidFill>
                  <a:schemeClr val="tx1"/>
                </a:solidFill>
                <a:latin typeface="+mn-lt"/>
                <a:ea typeface="+mn-ea"/>
                <a:cs typeface="+mn-cs"/>
              </a:defRPr>
            </a:lvl8pPr>
            <a:lvl9pPr marL="0" indent="0" algn="l" defTabSz="914377" rtl="0" eaLnBrk="1" latinLnBrk="0" hangingPunct="1">
              <a:lnSpc>
                <a:spcPct val="11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9pPr>
          </a:lstStyle>
          <a:p>
            <a:pPr>
              <a:defRPr/>
            </a:pPr>
            <a:r>
              <a:rPr lang="en-GB" sz="2500">
                <a:latin typeface="Arial"/>
                <a:cs typeface="Arial"/>
              </a:rPr>
              <a:t>Aditya Deshmukh</a:t>
            </a:r>
            <a:endParaRPr lang="en-GB" sz="2500" b="1" i="0" u="none" strike="noStrike" kern="1200" cap="none" spc="0" normalizeH="0" baseline="0" noProof="0">
              <a:ln>
                <a:noFill/>
              </a:ln>
              <a:solidFill>
                <a:srgbClr val="A100FF"/>
              </a:solidFill>
              <a:effectLst/>
              <a:uLnTx/>
              <a:uFillTx/>
              <a:latin typeface="Arial"/>
              <a:cs typeface="Arial"/>
            </a:endParaRPr>
          </a:p>
        </p:txBody>
      </p:sp>
      <p:cxnSp>
        <p:nvCxnSpPr>
          <p:cNvPr id="64" name="Straight Connector 63">
            <a:extLst>
              <a:ext uri="{FF2B5EF4-FFF2-40B4-BE49-F238E27FC236}">
                <a16:creationId xmlns:a16="http://schemas.microsoft.com/office/drawing/2014/main" id="{857CC230-E21C-4184-9D11-81950CC08A89}"/>
              </a:ext>
            </a:extLst>
          </p:cNvPr>
          <p:cNvCxnSpPr/>
          <p:nvPr/>
        </p:nvCxnSpPr>
        <p:spPr>
          <a:xfrm>
            <a:off x="2751413" y="5101825"/>
            <a:ext cx="1718008" cy="0"/>
          </a:xfrm>
          <a:prstGeom prst="line">
            <a:avLst/>
          </a:prstGeom>
          <a:ln>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67" name="Text Placeholder 27">
            <a:extLst>
              <a:ext uri="{FF2B5EF4-FFF2-40B4-BE49-F238E27FC236}">
                <a16:creationId xmlns:a16="http://schemas.microsoft.com/office/drawing/2014/main" id="{AB89B70E-DDF2-41D3-9411-6AA78204B1DA}"/>
              </a:ext>
            </a:extLst>
          </p:cNvPr>
          <p:cNvSpPr txBox="1">
            <a:spLocks/>
          </p:cNvSpPr>
          <p:nvPr/>
        </p:nvSpPr>
        <p:spPr>
          <a:xfrm>
            <a:off x="9155346" y="2098914"/>
            <a:ext cx="2322864" cy="852349"/>
          </a:xfrm>
          <a:prstGeom prst="rect">
            <a:avLst/>
          </a:prstGeom>
        </p:spPr>
        <p:txBody>
          <a:bodyPr vert="horz" lIns="0" tIns="0" rIns="0" bIns="0" rtlCol="0" anchor="b">
            <a:normAutofit/>
          </a:bodyPr>
          <a:lstStyle>
            <a:lvl1pPr marL="0" indent="0" algn="l" defTabSz="914377" rtl="0" eaLnBrk="1" latinLnBrk="0" hangingPunct="1">
              <a:lnSpc>
                <a:spcPct val="90000"/>
              </a:lnSpc>
              <a:spcBef>
                <a:spcPts val="1200"/>
              </a:spcBef>
              <a:spcAft>
                <a:spcPts val="1200"/>
              </a:spcAft>
              <a:buFont typeface="Arial" panose="020B0604020202020204" pitchFamily="34" charset="0"/>
              <a:buNone/>
              <a:defRPr lang="en-US" sz="3600" b="1" kern="1200" cap="none" baseline="0" dirty="0" smtClean="0">
                <a:solidFill>
                  <a:srgbClr val="A100FF"/>
                </a:solidFill>
                <a:latin typeface="+mj-lt"/>
                <a:ea typeface="+mn-ea"/>
                <a:cs typeface="+mn-cs"/>
              </a:defRPr>
            </a:lvl1pPr>
            <a:lvl2pPr marL="0" indent="0" algn="l" defTabSz="914377" rtl="0" eaLnBrk="1" latinLnBrk="0" hangingPunct="1">
              <a:lnSpc>
                <a:spcPct val="90000"/>
              </a:lnSpc>
              <a:spcBef>
                <a:spcPts val="1200"/>
              </a:spcBef>
              <a:spcAft>
                <a:spcPts val="1200"/>
              </a:spcAft>
              <a:buFont typeface="Arial" panose="020B0604020202020204" pitchFamily="34" charset="0"/>
              <a:buNone/>
              <a:defRPr sz="2200" kern="1200">
                <a:solidFill>
                  <a:schemeClr val="tx1"/>
                </a:solidFill>
                <a:latin typeface="+mn-lt"/>
                <a:ea typeface="+mn-ea"/>
                <a:cs typeface="+mn-cs"/>
              </a:defRPr>
            </a:lvl2pPr>
            <a:lvl3pPr marL="180975" indent="-180975" algn="l" defTabSz="914377" rtl="0" eaLnBrk="1" latinLnBrk="0" hangingPunct="1">
              <a:lnSpc>
                <a:spcPct val="90000"/>
              </a:lnSpc>
              <a:spcBef>
                <a:spcPts val="1200"/>
              </a:spcBef>
              <a:spcAft>
                <a:spcPts val="1200"/>
              </a:spcAft>
              <a:buFont typeface="Arial" panose="020B0604020202020204" pitchFamily="34" charset="0"/>
              <a:buChar char="•"/>
              <a:defRPr sz="1800" kern="1200">
                <a:solidFill>
                  <a:schemeClr val="tx1"/>
                </a:solidFill>
                <a:latin typeface="+mn-lt"/>
                <a:ea typeface="+mn-ea"/>
                <a:cs typeface="+mn-cs"/>
              </a:defRPr>
            </a:lvl3pPr>
            <a:lvl4pPr marL="173034" indent="-169858" algn="l" defTabSz="914377" rtl="0" eaLnBrk="1" latinLnBrk="0" hangingPunct="1">
              <a:lnSpc>
                <a:spcPct val="110000"/>
              </a:lnSpc>
              <a:spcBef>
                <a:spcPts val="0"/>
              </a:spcBef>
              <a:spcAft>
                <a:spcPts val="0"/>
              </a:spcAft>
              <a:buFont typeface="Arial" panose="020B0604020202020204" pitchFamily="34" charset="0"/>
              <a:buChar char="•"/>
              <a:defRPr sz="1800" kern="1200">
                <a:solidFill>
                  <a:schemeClr val="tx1"/>
                </a:solidFill>
                <a:latin typeface="+mn-lt"/>
                <a:ea typeface="+mn-ea"/>
                <a:cs typeface="+mn-cs"/>
              </a:defRPr>
            </a:lvl4pPr>
            <a:lvl5pPr marL="346066" indent="-177796" algn="l" defTabSz="914377" rtl="0" eaLnBrk="1" latinLnBrk="0" hangingPunct="1">
              <a:lnSpc>
                <a:spcPct val="110000"/>
              </a:lnSpc>
              <a:spcBef>
                <a:spcPts val="0"/>
              </a:spcBef>
              <a:spcAft>
                <a:spcPts val="0"/>
              </a:spcAft>
              <a:buFont typeface="Graphik" panose="020B0503030202060203" pitchFamily="34" charset="0"/>
              <a:buChar char="–"/>
              <a:defRPr sz="1400" kern="1200">
                <a:solidFill>
                  <a:schemeClr val="tx1"/>
                </a:solidFill>
                <a:latin typeface="+mn-lt"/>
                <a:ea typeface="+mn-ea"/>
                <a:cs typeface="+mn-cs"/>
              </a:defRPr>
            </a:lvl5pPr>
            <a:lvl6pPr marL="512750" indent="-173034" algn="l" defTabSz="914377"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0" indent="0" algn="l" defTabSz="914377" rtl="0" eaLnBrk="1" latinLnBrk="0" hangingPunct="1">
              <a:lnSpc>
                <a:spcPct val="90000"/>
              </a:lnSpc>
              <a:spcBef>
                <a:spcPts val="800"/>
              </a:spcBef>
              <a:buFont typeface="Arial" panose="020B0604020202020204" pitchFamily="34" charset="0"/>
              <a:buNone/>
              <a:defRPr sz="1200" b="1" kern="1200" cap="all" baseline="0">
                <a:solidFill>
                  <a:schemeClr val="tx1"/>
                </a:solidFill>
                <a:latin typeface="+mj-lt"/>
                <a:ea typeface="+mn-ea"/>
                <a:cs typeface="+mn-cs"/>
              </a:defRPr>
            </a:lvl7pPr>
            <a:lvl8pPr marL="0" indent="0" algn="l" defTabSz="914377" rtl="0" eaLnBrk="1" latinLnBrk="0" hangingPunct="1">
              <a:lnSpc>
                <a:spcPct val="100000"/>
              </a:lnSpc>
              <a:spcBef>
                <a:spcPts val="0"/>
              </a:spcBef>
              <a:spcAft>
                <a:spcPts val="800"/>
              </a:spcAft>
              <a:buFont typeface="Arial" panose="020B0604020202020204" pitchFamily="34" charset="0"/>
              <a:buNone/>
              <a:defRPr sz="1800" kern="1200" baseline="0">
                <a:solidFill>
                  <a:schemeClr val="tx1"/>
                </a:solidFill>
                <a:latin typeface="+mn-lt"/>
                <a:ea typeface="+mn-ea"/>
                <a:cs typeface="+mn-cs"/>
              </a:defRPr>
            </a:lvl8pPr>
            <a:lvl9pPr marL="0" indent="0" algn="l" defTabSz="914377" rtl="0" eaLnBrk="1" latinLnBrk="0" hangingPunct="1">
              <a:lnSpc>
                <a:spcPct val="11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9pPr>
          </a:lstStyle>
          <a:p>
            <a:pPr>
              <a:defRPr/>
            </a:pPr>
            <a:r>
              <a:rPr lang="en-GB" sz="2800">
                <a:latin typeface="Arial"/>
                <a:cs typeface="Arial"/>
              </a:rPr>
              <a:t>Ankit Kumar</a:t>
            </a:r>
            <a:endParaRPr lang="en-GB" sz="2800" b="1" i="0" u="none" strike="noStrike" kern="1200" cap="none" spc="0" normalizeH="0" baseline="0" noProof="0">
              <a:ln>
                <a:noFill/>
              </a:ln>
              <a:solidFill>
                <a:srgbClr val="A100FF"/>
              </a:solidFill>
              <a:effectLst/>
              <a:uLnTx/>
              <a:uFillTx/>
              <a:latin typeface="Arial"/>
              <a:cs typeface="Arial"/>
            </a:endParaRPr>
          </a:p>
        </p:txBody>
      </p:sp>
      <p:cxnSp>
        <p:nvCxnSpPr>
          <p:cNvPr id="29" name="Straight Connector 28">
            <a:extLst>
              <a:ext uri="{FF2B5EF4-FFF2-40B4-BE49-F238E27FC236}">
                <a16:creationId xmlns:a16="http://schemas.microsoft.com/office/drawing/2014/main" id="{B388F804-0525-4F8E-A5CE-A9E521C1E260}"/>
              </a:ext>
            </a:extLst>
          </p:cNvPr>
          <p:cNvCxnSpPr/>
          <p:nvPr/>
        </p:nvCxnSpPr>
        <p:spPr>
          <a:xfrm>
            <a:off x="9151259" y="3010298"/>
            <a:ext cx="1718008" cy="0"/>
          </a:xfrm>
          <a:prstGeom prst="line">
            <a:avLst/>
          </a:prstGeom>
          <a:ln>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graphicFrame>
        <p:nvGraphicFramePr>
          <p:cNvPr id="31" name="Table 2">
            <a:extLst>
              <a:ext uri="{FF2B5EF4-FFF2-40B4-BE49-F238E27FC236}">
                <a16:creationId xmlns:a16="http://schemas.microsoft.com/office/drawing/2014/main" id="{A29DB088-2EF4-4C53-A6E2-75C9C7F34CAC}"/>
              </a:ext>
            </a:extLst>
          </p:cNvPr>
          <p:cNvGraphicFramePr>
            <a:graphicFrameLocks noGrp="1"/>
          </p:cNvGraphicFramePr>
          <p:nvPr>
            <p:extLst>
              <p:ext uri="{D42A27DB-BD31-4B8C-83A1-F6EECF244321}">
                <p14:modId xmlns:p14="http://schemas.microsoft.com/office/powerpoint/2010/main" val="3210610557"/>
              </p:ext>
            </p:extLst>
          </p:nvPr>
        </p:nvGraphicFramePr>
        <p:xfrm>
          <a:off x="463378" y="1101810"/>
          <a:ext cx="11617737" cy="457200"/>
        </p:xfrm>
        <a:graphic>
          <a:graphicData uri="http://schemas.openxmlformats.org/drawingml/2006/table">
            <a:tbl>
              <a:tblPr firstRow="1" bandRow="1">
                <a:tableStyleId>{D7AC3CCA-C797-4891-BE02-D94E43425B78}</a:tableStyleId>
              </a:tblPr>
              <a:tblGrid>
                <a:gridCol w="4382355">
                  <a:extLst>
                    <a:ext uri="{9D8B030D-6E8A-4147-A177-3AD203B41FA5}">
                      <a16:colId xmlns:a16="http://schemas.microsoft.com/office/drawing/2014/main" val="129918070"/>
                    </a:ext>
                  </a:extLst>
                </a:gridCol>
                <a:gridCol w="7235382">
                  <a:extLst>
                    <a:ext uri="{9D8B030D-6E8A-4147-A177-3AD203B41FA5}">
                      <a16:colId xmlns:a16="http://schemas.microsoft.com/office/drawing/2014/main" val="1188269312"/>
                    </a:ext>
                  </a:extLst>
                </a:gridCol>
              </a:tblGrid>
              <a:tr h="445762">
                <a:tc>
                  <a:txBody>
                    <a:bodyPr/>
                    <a:lstStyle/>
                    <a:p>
                      <a:r>
                        <a:rPr lang="en-US" sz="2400">
                          <a:solidFill>
                            <a:schemeClr val="accent2">
                              <a:lumMod val="60000"/>
                              <a:lumOff val="40000"/>
                            </a:schemeClr>
                          </a:solidFill>
                        </a:rPr>
                        <a:t>TEAM NAME</a:t>
                      </a:r>
                      <a:r>
                        <a:rPr lang="en-US" sz="2400">
                          <a:solidFill>
                            <a:srgbClr val="A100FF"/>
                          </a:solidFill>
                        </a:rPr>
                        <a:t>:  </a:t>
                      </a:r>
                      <a:r>
                        <a:rPr lang="en-US" sz="2400">
                          <a:solidFill>
                            <a:schemeClr val="accent3">
                              <a:lumMod val="40000"/>
                              <a:lumOff val="60000"/>
                            </a:schemeClr>
                          </a:solidFill>
                        </a:rPr>
                        <a:t>Team D Top</a:t>
                      </a:r>
                    </a:p>
                  </a:txBody>
                  <a:tcPr>
                    <a:lnL w="6350" cap="flat" cmpd="sng" algn="ctr">
                      <a:solidFill>
                        <a:schemeClr val="accent2">
                          <a:lumMod val="20000"/>
                          <a:lumOff val="80000"/>
                        </a:schemeClr>
                      </a:solidFill>
                      <a:prstDash val="solid"/>
                      <a:round/>
                      <a:headEnd type="none" w="med" len="med"/>
                      <a:tailEnd type="none" w="med" len="med"/>
                    </a:lnL>
                    <a:lnR w="6350" cap="flat" cmpd="sng" algn="ctr">
                      <a:solidFill>
                        <a:schemeClr val="accent1">
                          <a:lumMod val="20000"/>
                          <a:lumOff val="80000"/>
                        </a:schemeClr>
                      </a:solidFill>
                      <a:prstDash val="solid"/>
                      <a:round/>
                      <a:headEnd type="none" w="med" len="med"/>
                      <a:tailEnd type="none" w="med" len="med"/>
                    </a:lnR>
                    <a:lnT w="6350" cap="flat" cmpd="sng" algn="ctr">
                      <a:solidFill>
                        <a:schemeClr val="accent2">
                          <a:lumMod val="20000"/>
                          <a:lumOff val="80000"/>
                        </a:schemeClr>
                      </a:solidFill>
                      <a:prstDash val="solid"/>
                      <a:round/>
                      <a:headEnd type="none" w="med" len="med"/>
                      <a:tailEnd type="none" w="med" len="med"/>
                    </a:lnT>
                    <a:lnB w="6350" cap="flat" cmpd="sng" algn="ctr">
                      <a:solidFill>
                        <a:schemeClr val="accent1">
                          <a:lumMod val="20000"/>
                          <a:lumOff val="80000"/>
                        </a:schemeClr>
                      </a:solidFill>
                      <a:prstDash val="solid"/>
                      <a:round/>
                      <a:headEnd type="none" w="med" len="med"/>
                      <a:tailEnd type="none" w="med" len="med"/>
                    </a:lnB>
                    <a:solidFill>
                      <a:schemeClr val="bg2">
                        <a:lumMod val="20000"/>
                        <a:lumOff val="80000"/>
                      </a:schemeClr>
                    </a:solid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lang="en-US" sz="1000" b="1">
                        <a:solidFill>
                          <a:srgbClr val="A100FF"/>
                        </a:solidFill>
                      </a:endParaRPr>
                    </a:p>
                  </a:txBody>
                  <a:tcPr>
                    <a:lnL w="6350" cap="flat" cmpd="sng" algn="ctr">
                      <a:solidFill>
                        <a:schemeClr val="accent1">
                          <a:lumMod val="20000"/>
                          <a:lumOff val="80000"/>
                        </a:schemeClr>
                      </a:solidFill>
                      <a:prstDash val="solid"/>
                      <a:round/>
                      <a:headEnd type="none" w="med" len="med"/>
                      <a:tailEnd type="none" w="med" len="med"/>
                    </a:lnL>
                    <a:lnR w="6350" cap="flat" cmpd="sng" algn="ctr">
                      <a:solidFill>
                        <a:schemeClr val="accent2">
                          <a:lumMod val="20000"/>
                          <a:lumOff val="80000"/>
                        </a:schemeClr>
                      </a:solidFill>
                      <a:prstDash val="solid"/>
                      <a:round/>
                      <a:headEnd type="none" w="med" len="med"/>
                      <a:tailEnd type="none" w="med" len="med"/>
                    </a:lnR>
                    <a:lnT w="6350" cap="flat" cmpd="sng" algn="ctr">
                      <a:solidFill>
                        <a:schemeClr val="accent2">
                          <a:lumMod val="20000"/>
                          <a:lumOff val="80000"/>
                        </a:schemeClr>
                      </a:solidFill>
                      <a:prstDash val="solid"/>
                      <a:round/>
                      <a:headEnd type="none" w="med" len="med"/>
                      <a:tailEnd type="none" w="med" len="med"/>
                    </a:lnT>
                    <a:lnB w="6350" cap="flat" cmpd="sng" algn="ctr">
                      <a:solidFill>
                        <a:schemeClr val="bg2">
                          <a:lumMod val="40000"/>
                          <a:lumOff val="60000"/>
                        </a:schemeClr>
                      </a:solidFill>
                      <a:prstDash val="solid"/>
                      <a:round/>
                      <a:headEnd type="none" w="med" len="med"/>
                      <a:tailEnd type="none" w="med" len="med"/>
                    </a:lnB>
                    <a:solidFill>
                      <a:schemeClr val="bg2">
                        <a:lumMod val="20000"/>
                        <a:lumOff val="80000"/>
                      </a:schemeClr>
                    </a:solidFill>
                  </a:tcPr>
                </a:tc>
                <a:extLst>
                  <a:ext uri="{0D108BD9-81ED-4DB2-BD59-A6C34878D82A}">
                    <a16:rowId xmlns:a16="http://schemas.microsoft.com/office/drawing/2014/main" val="2234512452"/>
                  </a:ext>
                </a:extLst>
              </a:tr>
            </a:tbl>
          </a:graphicData>
        </a:graphic>
      </p:graphicFrame>
      <p:sp>
        <p:nvSpPr>
          <p:cNvPr id="26" name="TextBox 25">
            <a:extLst>
              <a:ext uri="{FF2B5EF4-FFF2-40B4-BE49-F238E27FC236}">
                <a16:creationId xmlns:a16="http://schemas.microsoft.com/office/drawing/2014/main" id="{F2218D32-4F17-4A5E-9BE4-29837BF54E70}"/>
              </a:ext>
            </a:extLst>
          </p:cNvPr>
          <p:cNvSpPr txBox="1"/>
          <p:nvPr/>
        </p:nvSpPr>
        <p:spPr>
          <a:xfrm>
            <a:off x="2643827" y="3326784"/>
            <a:ext cx="2762684" cy="646331"/>
          </a:xfrm>
          <a:prstGeom prst="rect">
            <a:avLst/>
          </a:prstGeom>
          <a:noFill/>
        </p:spPr>
        <p:txBody>
          <a:bodyPr wrap="square" lIns="91440" tIns="45720" rIns="91440" bIns="45720" anchor="t">
            <a:spAutoFit/>
          </a:bodyPr>
          <a:lstStyle/>
          <a:p>
            <a:pPr>
              <a:defRPr/>
            </a:pPr>
            <a:r>
              <a:rPr kumimoji="0" lang="en-US" sz="1200" b="1" i="0" u="none" strike="noStrike" kern="1200" cap="none" spc="0" normalizeH="0" baseline="0" noProof="0">
                <a:ln>
                  <a:noFill/>
                </a:ln>
                <a:solidFill>
                  <a:srgbClr val="000000"/>
                </a:solidFill>
                <a:effectLst/>
                <a:uLnTx/>
                <a:uFillTx/>
                <a:latin typeface="Arial"/>
                <a:cs typeface="Arial"/>
              </a:rPr>
              <a:t>College:</a:t>
            </a:r>
            <a:r>
              <a:rPr lang="en-US" sz="1200">
                <a:solidFill>
                  <a:srgbClr val="000000"/>
                </a:solidFill>
                <a:latin typeface="Arial"/>
                <a:cs typeface="Arial"/>
              </a:rPr>
              <a:t> IIT Kanpur</a:t>
            </a:r>
            <a:endParaRPr lang="en-US" sz="1200" i="0" u="none" strike="noStrike" kern="1200" cap="none" spc="0" normalizeH="0" baseline="0" noProof="0">
              <a:ln>
                <a:noFill/>
              </a:ln>
              <a:solidFill>
                <a:srgbClr val="000000"/>
              </a:solidFill>
              <a:effectLst/>
              <a:uLnTx/>
              <a:uFillTx/>
              <a:latin typeface="Arial"/>
              <a:cs typeface="Arial"/>
            </a:endParaRPr>
          </a:p>
          <a:p>
            <a:pPr>
              <a:defRPr/>
            </a:pPr>
            <a:r>
              <a:rPr kumimoji="0" lang="en-US" sz="1200" b="1" i="0" u="none" strike="noStrike" kern="1200" cap="none" spc="0" normalizeH="0" baseline="0" noProof="0">
                <a:ln>
                  <a:noFill/>
                </a:ln>
                <a:solidFill>
                  <a:srgbClr val="000000"/>
                </a:solidFill>
                <a:effectLst/>
                <a:uLnTx/>
                <a:uFillTx/>
                <a:latin typeface="Arial"/>
                <a:cs typeface="Arial"/>
              </a:rPr>
              <a:t>Stream:</a:t>
            </a:r>
            <a:r>
              <a:rPr lang="en-US" sz="1200">
                <a:solidFill>
                  <a:srgbClr val="000000"/>
                </a:solidFill>
                <a:latin typeface="Arial"/>
                <a:cs typeface="Arial"/>
              </a:rPr>
              <a:t> Double major ECO</a:t>
            </a:r>
            <a:endParaRPr lang="en-US" sz="1200" i="0" u="none" strike="noStrike" kern="1200" cap="none" spc="0" normalizeH="0" baseline="0" noProof="0">
              <a:ln>
                <a:noFill/>
              </a:ln>
              <a:solidFill>
                <a:srgbClr val="000000"/>
              </a:solidFill>
              <a:effectLst/>
              <a:uLnTx/>
              <a:uFillTx/>
              <a:latin typeface="Arial"/>
              <a:cs typeface="Arial"/>
            </a:endParaRPr>
          </a:p>
          <a:p>
            <a:pPr>
              <a:defRPr/>
            </a:pPr>
            <a:r>
              <a:rPr kumimoji="0" lang="en-US" sz="1200" b="1" i="0" u="none" strike="noStrike" kern="1200" cap="none" spc="0" normalizeH="0" baseline="0" noProof="0">
                <a:ln>
                  <a:noFill/>
                </a:ln>
                <a:solidFill>
                  <a:srgbClr val="000000"/>
                </a:solidFill>
                <a:effectLst/>
                <a:uLnTx/>
                <a:uFillTx/>
                <a:latin typeface="Arial"/>
                <a:cs typeface="Arial"/>
              </a:rPr>
              <a:t>Year of graduation:</a:t>
            </a:r>
            <a:r>
              <a:rPr lang="en-US" sz="1200" b="1">
                <a:solidFill>
                  <a:srgbClr val="000000"/>
                </a:solidFill>
                <a:latin typeface="Arial"/>
                <a:cs typeface="Arial"/>
              </a:rPr>
              <a:t> </a:t>
            </a:r>
            <a:r>
              <a:rPr lang="en-US" sz="1200">
                <a:solidFill>
                  <a:srgbClr val="000000"/>
                </a:solidFill>
                <a:latin typeface="Arial"/>
                <a:cs typeface="Arial"/>
              </a:rPr>
              <a:t>2028</a:t>
            </a:r>
            <a:endParaRPr lang="en-US" sz="1200" i="0" u="none" strike="noStrike" kern="1200" cap="none" spc="0" normalizeH="0" baseline="0" noProof="0">
              <a:ln>
                <a:noFill/>
              </a:ln>
              <a:solidFill>
                <a:srgbClr val="000000"/>
              </a:solidFill>
              <a:effectLst/>
              <a:uLnTx/>
              <a:uFillTx/>
              <a:latin typeface="Arial"/>
              <a:cs typeface="Arial"/>
            </a:endParaRPr>
          </a:p>
        </p:txBody>
      </p:sp>
      <p:sp>
        <p:nvSpPr>
          <p:cNvPr id="19" name="TextBox 18">
            <a:extLst>
              <a:ext uri="{FF2B5EF4-FFF2-40B4-BE49-F238E27FC236}">
                <a16:creationId xmlns:a16="http://schemas.microsoft.com/office/drawing/2014/main" id="{BB9131AF-0078-459E-83A3-73A8BC9A11B8}"/>
              </a:ext>
            </a:extLst>
          </p:cNvPr>
          <p:cNvSpPr txBox="1"/>
          <p:nvPr/>
        </p:nvSpPr>
        <p:spPr>
          <a:xfrm>
            <a:off x="2637616" y="5236045"/>
            <a:ext cx="2762684" cy="646331"/>
          </a:xfrm>
          <a:prstGeom prst="rect">
            <a:avLst/>
          </a:prstGeom>
          <a:noFill/>
        </p:spPr>
        <p:txBody>
          <a:bodyPr wrap="square" lIns="91440" tIns="45720" rIns="91440" bIns="45720" anchor="t">
            <a:spAutoFit/>
          </a:bodyPr>
          <a:lstStyle/>
          <a:p>
            <a:pPr>
              <a:defRPr/>
            </a:pPr>
            <a:r>
              <a:rPr kumimoji="0" lang="en-US" sz="1200" b="1" i="0" u="none" strike="noStrike" kern="1200" cap="none" spc="0" normalizeH="0" baseline="0" noProof="0">
                <a:ln>
                  <a:noFill/>
                </a:ln>
                <a:solidFill>
                  <a:srgbClr val="000000"/>
                </a:solidFill>
                <a:effectLst/>
                <a:uLnTx/>
                <a:uFillTx/>
                <a:latin typeface="Arial"/>
                <a:cs typeface="Arial"/>
              </a:rPr>
              <a:t>College:</a:t>
            </a:r>
            <a:r>
              <a:rPr lang="en-US" sz="1200">
                <a:solidFill>
                  <a:srgbClr val="000000"/>
                </a:solidFill>
                <a:latin typeface="Arial"/>
                <a:cs typeface="Arial"/>
              </a:rPr>
              <a:t> IIT Kanpur</a:t>
            </a:r>
            <a:endParaRPr lang="en-US" sz="1200" b="0" i="0" u="none" strike="noStrike" kern="1200" cap="none" spc="0" normalizeH="0" baseline="0" noProof="0">
              <a:ln>
                <a:noFill/>
              </a:ln>
              <a:solidFill>
                <a:srgbClr val="000000"/>
              </a:solidFill>
              <a:effectLst/>
              <a:uLnTx/>
              <a:uFillTx/>
              <a:latin typeface="Arial"/>
              <a:cs typeface="Arial"/>
            </a:endParaRPr>
          </a:p>
          <a:p>
            <a:pPr>
              <a:defRPr/>
            </a:pPr>
            <a:r>
              <a:rPr kumimoji="0" lang="en-US" sz="1200" b="1" i="0" u="none" strike="noStrike" kern="1200" cap="none" spc="0" normalizeH="0" baseline="0" noProof="0">
                <a:ln>
                  <a:noFill/>
                </a:ln>
                <a:solidFill>
                  <a:srgbClr val="000000"/>
                </a:solidFill>
                <a:effectLst/>
                <a:uLnTx/>
                <a:uFillTx/>
                <a:latin typeface="Arial"/>
                <a:cs typeface="Arial"/>
              </a:rPr>
              <a:t>Stream:</a:t>
            </a:r>
            <a:r>
              <a:rPr lang="en-US" sz="1200">
                <a:solidFill>
                  <a:srgbClr val="000000"/>
                </a:solidFill>
                <a:latin typeface="Arial"/>
                <a:cs typeface="Arial"/>
              </a:rPr>
              <a:t> BTech MSE</a:t>
            </a:r>
            <a:endParaRPr lang="en-US" sz="1200" b="0" i="0" u="none" strike="noStrike" kern="1200" cap="none" spc="0" normalizeH="0" baseline="0" noProof="0">
              <a:ln>
                <a:noFill/>
              </a:ln>
              <a:solidFill>
                <a:srgbClr val="000000"/>
              </a:solidFill>
              <a:effectLst/>
              <a:uLnTx/>
              <a:uFillTx/>
              <a:latin typeface="Arial"/>
              <a:cs typeface="Arial"/>
            </a:endParaRPr>
          </a:p>
          <a:p>
            <a:pPr>
              <a:defRPr/>
            </a:pPr>
            <a:r>
              <a:rPr kumimoji="0" lang="en-US" sz="1200" b="1" i="0" u="none" strike="noStrike" kern="1200" cap="none" spc="0" normalizeH="0" baseline="0" noProof="0">
                <a:ln>
                  <a:noFill/>
                </a:ln>
                <a:solidFill>
                  <a:srgbClr val="000000"/>
                </a:solidFill>
                <a:effectLst/>
                <a:uLnTx/>
                <a:uFillTx/>
                <a:latin typeface="Arial"/>
                <a:cs typeface="Arial"/>
              </a:rPr>
              <a:t>Year of graduation:</a:t>
            </a:r>
            <a:r>
              <a:rPr lang="en-US" sz="1200">
                <a:solidFill>
                  <a:srgbClr val="000000"/>
                </a:solidFill>
                <a:latin typeface="Arial"/>
                <a:cs typeface="Arial"/>
              </a:rPr>
              <a:t> 2027</a:t>
            </a:r>
            <a:endParaRPr lang="en-US" sz="1200" b="0" i="0" u="none" strike="noStrike" kern="1200" cap="none" spc="0" normalizeH="0" baseline="0" noProof="0">
              <a:ln>
                <a:noFill/>
              </a:ln>
              <a:solidFill>
                <a:srgbClr val="000000"/>
              </a:solidFill>
              <a:effectLst/>
              <a:uLnTx/>
              <a:uFillTx/>
              <a:latin typeface="Arial"/>
              <a:cs typeface="Arial"/>
            </a:endParaRPr>
          </a:p>
        </p:txBody>
      </p:sp>
      <p:sp>
        <p:nvSpPr>
          <p:cNvPr id="20" name="TextBox 19">
            <a:extLst>
              <a:ext uri="{FF2B5EF4-FFF2-40B4-BE49-F238E27FC236}">
                <a16:creationId xmlns:a16="http://schemas.microsoft.com/office/drawing/2014/main" id="{10AF310E-EC91-4906-9FCC-95C833C3D011}"/>
              </a:ext>
            </a:extLst>
          </p:cNvPr>
          <p:cNvSpPr txBox="1"/>
          <p:nvPr/>
        </p:nvSpPr>
        <p:spPr>
          <a:xfrm>
            <a:off x="9122721" y="3141433"/>
            <a:ext cx="2762684" cy="646331"/>
          </a:xfrm>
          <a:prstGeom prst="rect">
            <a:avLst/>
          </a:prstGeom>
          <a:noFill/>
        </p:spPr>
        <p:txBody>
          <a:bodyPr wrap="square" lIns="91440" tIns="45720" rIns="91440" bIns="45720" anchor="t">
            <a:spAutoFit/>
          </a:bodyPr>
          <a:lstStyle/>
          <a:p>
            <a:pPr>
              <a:defRPr/>
            </a:pPr>
            <a:r>
              <a:rPr lang="en-US" sz="1200" b="1">
                <a:solidFill>
                  <a:srgbClr val="000000"/>
                </a:solidFill>
                <a:latin typeface="Arial"/>
                <a:cs typeface="Arial"/>
              </a:rPr>
              <a:t>College: </a:t>
            </a:r>
            <a:r>
              <a:rPr lang="en-US" sz="1200">
                <a:solidFill>
                  <a:srgbClr val="000000"/>
                </a:solidFill>
                <a:latin typeface="Arial"/>
                <a:cs typeface="Arial"/>
              </a:rPr>
              <a:t>IIT Kanpur</a:t>
            </a:r>
          </a:p>
          <a:p>
            <a:pPr>
              <a:defRPr/>
            </a:pPr>
            <a:r>
              <a:rPr lang="en-US" sz="1200" b="1">
                <a:solidFill>
                  <a:srgbClr val="000000"/>
                </a:solidFill>
                <a:latin typeface="Arial"/>
                <a:cs typeface="Arial"/>
              </a:rPr>
              <a:t>Stream: </a:t>
            </a:r>
            <a:r>
              <a:rPr lang="en-US" sz="1200">
                <a:solidFill>
                  <a:srgbClr val="000000"/>
                </a:solidFill>
                <a:latin typeface="Arial"/>
                <a:cs typeface="Arial"/>
              </a:rPr>
              <a:t>BTech ME</a:t>
            </a:r>
            <a:endParaRPr lang="en-US"/>
          </a:p>
          <a:p>
            <a:pPr>
              <a:defRPr/>
            </a:pPr>
            <a:r>
              <a:rPr lang="en-US" sz="1200" b="1">
                <a:solidFill>
                  <a:srgbClr val="000000"/>
                </a:solidFill>
                <a:latin typeface="Arial"/>
                <a:cs typeface="Arial"/>
              </a:rPr>
              <a:t>Year of graduation: </a:t>
            </a:r>
            <a:r>
              <a:rPr lang="en-US" sz="1200">
                <a:solidFill>
                  <a:srgbClr val="000000"/>
                </a:solidFill>
                <a:latin typeface="Arial"/>
                <a:cs typeface="Arial"/>
              </a:rPr>
              <a:t>2027</a:t>
            </a:r>
            <a:endParaRPr lang="en-US"/>
          </a:p>
        </p:txBody>
      </p:sp>
      <p:pic>
        <p:nvPicPr>
          <p:cNvPr id="7" name="Picture 6">
            <a:extLst>
              <a:ext uri="{FF2B5EF4-FFF2-40B4-BE49-F238E27FC236}">
                <a16:creationId xmlns:a16="http://schemas.microsoft.com/office/drawing/2014/main" id="{DB3D8FF9-4271-194B-3A1C-D8569590DF2F}"/>
              </a:ext>
            </a:extLst>
          </p:cNvPr>
          <p:cNvPicPr>
            <a:picLocks noChangeAspect="1"/>
          </p:cNvPicPr>
          <p:nvPr/>
        </p:nvPicPr>
        <p:blipFill>
          <a:blip r:embed="rId2"/>
          <a:stretch>
            <a:fillRect/>
          </a:stretch>
        </p:blipFill>
        <p:spPr>
          <a:xfrm>
            <a:off x="7259595" y="2409563"/>
            <a:ext cx="1462218" cy="1472514"/>
          </a:xfrm>
          <a:prstGeom prst="rect">
            <a:avLst/>
          </a:prstGeom>
        </p:spPr>
      </p:pic>
      <p:pic>
        <p:nvPicPr>
          <p:cNvPr id="9" name="Picture 8">
            <a:extLst>
              <a:ext uri="{FF2B5EF4-FFF2-40B4-BE49-F238E27FC236}">
                <a16:creationId xmlns:a16="http://schemas.microsoft.com/office/drawing/2014/main" id="{63540FD7-2700-5AD4-AB72-C0CFAF77703B}"/>
              </a:ext>
            </a:extLst>
          </p:cNvPr>
          <p:cNvPicPr>
            <a:picLocks noChangeAspect="1"/>
          </p:cNvPicPr>
          <p:nvPr/>
        </p:nvPicPr>
        <p:blipFill>
          <a:blip r:embed="rId3"/>
          <a:srcRect l="1355" r="1939" b="23334"/>
          <a:stretch>
            <a:fillRect/>
          </a:stretch>
        </p:blipFill>
        <p:spPr>
          <a:xfrm>
            <a:off x="706558" y="4345460"/>
            <a:ext cx="1521077" cy="1509517"/>
          </a:xfrm>
          <a:prstGeom prst="rect">
            <a:avLst/>
          </a:prstGeom>
        </p:spPr>
      </p:pic>
      <p:sp>
        <p:nvSpPr>
          <p:cNvPr id="12" name="TextBox 11">
            <a:extLst>
              <a:ext uri="{FF2B5EF4-FFF2-40B4-BE49-F238E27FC236}">
                <a16:creationId xmlns:a16="http://schemas.microsoft.com/office/drawing/2014/main" id="{11F07454-F748-4745-AF0E-0438B90C162E}"/>
              </a:ext>
            </a:extLst>
          </p:cNvPr>
          <p:cNvSpPr txBox="1"/>
          <p:nvPr/>
        </p:nvSpPr>
        <p:spPr>
          <a:xfrm>
            <a:off x="2728784" y="2450757"/>
            <a:ext cx="2998376" cy="1031051"/>
          </a:xfrm>
          <a:prstGeom prst="rect">
            <a:avLst/>
          </a:prstGeom>
          <a:noFill/>
        </p:spPr>
        <p:txBody>
          <a:bodyPr rot="0" spcFirstLastPara="0" vertOverflow="overflow" horzOverflow="overflow" vert="horz" wrap="square" lIns="0" tIns="0" rIns="0" bIns="45720" numCol="1" spcCol="0" rtlCol="0" fromWordArt="0" anchor="t" anchorCtr="0" forceAA="0" compatLnSpc="1">
            <a:prstTxWarp prst="textNoShape">
              <a:avLst/>
            </a:prstTxWarp>
            <a:spAutoFit/>
          </a:bodyPr>
          <a:lstStyle/>
          <a:p>
            <a:r>
              <a:rPr lang="en-GB" sz="2400" b="1">
                <a:solidFill>
                  <a:srgbClr val="A100FF"/>
                </a:solidFill>
                <a:latin typeface="Arial"/>
                <a:ea typeface="Arial"/>
                <a:cs typeface="Segoe UI"/>
              </a:rPr>
              <a:t>Hemesh Saini </a:t>
            </a:r>
            <a:endParaRPr lang="en-US" sz="2400" b="1">
              <a:solidFill>
                <a:srgbClr val="000000"/>
              </a:solidFill>
              <a:latin typeface="Graphik"/>
              <a:ea typeface="Arial"/>
              <a:cs typeface="Arial"/>
            </a:endParaRPr>
          </a:p>
          <a:p>
            <a:r>
              <a:rPr lang="en-US" sz="2400" b="1">
                <a:solidFill>
                  <a:srgbClr val="A100FF"/>
                </a:solidFill>
                <a:latin typeface="Arial"/>
                <a:ea typeface="Arial"/>
                <a:cs typeface="Arial"/>
              </a:rPr>
              <a:t>(Team Leader)</a:t>
            </a:r>
            <a:r>
              <a:rPr sz="2400" b="1" i="0">
                <a:solidFill>
                  <a:srgbClr val="000000"/>
                </a:solidFill>
                <a:latin typeface="Arial"/>
                <a:ea typeface="Arial"/>
                <a:cs typeface="Arial"/>
              </a:rPr>
              <a:t>​</a:t>
            </a:r>
            <a:endParaRPr lang="en-US" sz="2400" b="1"/>
          </a:p>
          <a:p>
            <a:pPr algn="ctr"/>
            <a:endParaRPr lang="en-US" sz="1600" err="1"/>
          </a:p>
        </p:txBody>
      </p:sp>
      <p:pic>
        <p:nvPicPr>
          <p:cNvPr id="14" name="Picture 13">
            <a:extLst>
              <a:ext uri="{FF2B5EF4-FFF2-40B4-BE49-F238E27FC236}">
                <a16:creationId xmlns:a16="http://schemas.microsoft.com/office/drawing/2014/main" id="{8BE485B3-7EDE-F6E6-8A38-A6BCBFFB5B8A}"/>
              </a:ext>
            </a:extLst>
          </p:cNvPr>
          <p:cNvPicPr>
            <a:picLocks noChangeAspect="1"/>
          </p:cNvPicPr>
          <p:nvPr/>
        </p:nvPicPr>
        <p:blipFill>
          <a:blip r:embed="rId4"/>
          <a:srcRect l="11330" t="7661" r="14093" b="31294"/>
          <a:stretch>
            <a:fillRect/>
          </a:stretch>
        </p:blipFill>
        <p:spPr>
          <a:xfrm>
            <a:off x="706656" y="2384904"/>
            <a:ext cx="1520449" cy="1522331"/>
          </a:xfrm>
          <a:prstGeom prst="rect">
            <a:avLst/>
          </a:prstGeom>
        </p:spPr>
      </p:pic>
    </p:spTree>
    <p:extLst>
      <p:ext uri="{BB962C8B-B14F-4D97-AF65-F5344CB8AC3E}">
        <p14:creationId xmlns:p14="http://schemas.microsoft.com/office/powerpoint/2010/main" val="29594716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idx="4294967295"/>
          </p:nvPr>
        </p:nvSpPr>
        <p:spPr>
          <a:xfrm>
            <a:off x="361458" y="386331"/>
            <a:ext cx="11282796" cy="470919"/>
          </a:xfrm>
          <a:solidFill>
            <a:srgbClr val="A100FF"/>
          </a:solidFill>
        </p:spPr>
        <p:txBody>
          <a:bodyPr>
            <a:normAutofit/>
          </a:bodyPr>
          <a:lstStyle/>
          <a:p>
            <a:r>
              <a:rPr lang="en-IN" sz="2000" b="1">
                <a:solidFill>
                  <a:schemeClr val="bg1"/>
                </a:solidFill>
                <a:latin typeface="Graphik"/>
                <a:cs typeface="Arial"/>
              </a:rPr>
              <a:t>Problem: AI failures are found out, not caught first</a:t>
            </a:r>
            <a:endParaRPr lang="en-IN" sz="2000">
              <a:solidFill>
                <a:schemeClr val="bg1"/>
              </a:solidFill>
              <a:latin typeface="Graphik"/>
              <a:cs typeface="Arial"/>
            </a:endParaRPr>
          </a:p>
        </p:txBody>
      </p:sp>
      <p:sp>
        <p:nvSpPr>
          <p:cNvPr id="201" name="tb201"/>
          <p:cNvSpPr>
            <a:spLocks noGrp="1"/>
          </p:cNvSpPr>
          <p:nvPr/>
        </p:nvSpPr>
        <p:spPr>
          <a:xfrm>
            <a:off x="361458" y="940000"/>
            <a:ext cx="11282796" cy="560000"/>
          </a:xfrm>
          <a:prstGeom prst="rect">
            <a:avLst/>
          </a:prstGeom>
          <a:noFill/>
          <a:ln>
            <a:noFill/>
          </a:ln>
        </p:spPr>
        <p:txBody>
          <a:bodyPr wrap="square" lIns="0" tIns="0" rIns="0" bIns="0" anchor="t">
            <a:normAutofit/>
          </a:bodyPr>
          <a:lstStyle/>
          <a:p>
            <a:pPr>
              <a:lnSpc>
                <a:spcPct val="112000"/>
              </a:lnSpc>
            </a:pPr>
            <a:r>
              <a:rPr lang="en-IN" sz="1150">
                <a:latin typeface="Arial"/>
                <a:cs typeface="Arial"/>
              </a:rPr>
              <a:t>Enterprise AI now writes answers customers act on, code that ships, and decisions that move money - with </a:t>
            </a:r>
            <a:r>
              <a:rPr lang="en-IN" sz="1150" b="1">
                <a:solidFill>
                  <a:srgbClr val="A100FF"/>
                </a:solidFill>
                <a:latin typeface="Arial"/>
                <a:cs typeface="Arial"/>
              </a:rPr>
              <a:t>three silent risks</a:t>
            </a:r>
            <a:r>
              <a:rPr lang="en-IN" sz="1150">
                <a:latin typeface="Arial"/>
                <a:cs typeface="Arial"/>
              </a:rPr>
              <a:t> that surface only after someone has acted on the response.</a:t>
            </a:r>
          </a:p>
        </p:txBody>
      </p:sp>
      <p:sp>
        <p:nvSpPr>
          <p:cNvPr id="202" name="card202"/>
          <p:cNvSpPr/>
          <p:nvPr/>
        </p:nvSpPr>
        <p:spPr>
          <a:xfrm>
            <a:off x="361458" y="1600000"/>
            <a:ext cx="3594265" cy="1050000"/>
          </a:xfrm>
          <a:prstGeom prst="roundRect">
            <a:avLst>
              <a:gd name="adj" fmla="val 6000"/>
            </a:avLst>
          </a:prstGeom>
          <a:solidFill>
            <a:srgbClr val="F5EBFF"/>
          </a:solidFill>
          <a:ln>
            <a:noFill/>
          </a:ln>
        </p:spPr>
        <p:txBody>
          <a:bodyPr wrap="square" lIns="150000" tIns="110000" rIns="150000" bIns="90000" anchor="ctr">
            <a:normAutofit/>
          </a:bodyPr>
          <a:lstStyle/>
          <a:p>
            <a:pPr>
              <a:spcAft>
                <a:spcPts val="500"/>
              </a:spcAft>
            </a:pPr>
            <a:r>
              <a:rPr lang="en-IN" sz="1100" b="1">
                <a:solidFill>
                  <a:srgbClr val="A100FF"/>
                </a:solidFill>
                <a:latin typeface="Arial" panose="020B0604020202020204" pitchFamily="34" charset="0"/>
                <a:cs typeface="Arial" panose="020B0604020202020204" pitchFamily="34" charset="0"/>
              </a:rPr>
              <a:t>PERFORMANCE</a:t>
            </a:r>
          </a:p>
          <a:p>
            <a:pPr>
              <a:lnSpc>
                <a:spcPct val="113000"/>
              </a:lnSpc>
            </a:pPr>
            <a:r>
              <a:rPr lang="en-IN" sz="1000">
                <a:solidFill>
                  <a:srgbClr val="2B2B2B"/>
                </a:solidFill>
                <a:latin typeface="Arial"/>
                <a:cs typeface="Arial"/>
              </a:rPr>
              <a:t>Models are confidently wrong - discovered when a customer complaints or an auditor asks, never at response time.</a:t>
            </a:r>
          </a:p>
        </p:txBody>
      </p:sp>
      <p:sp>
        <p:nvSpPr>
          <p:cNvPr id="203" name="card203"/>
          <p:cNvSpPr/>
          <p:nvPr/>
        </p:nvSpPr>
        <p:spPr>
          <a:xfrm>
            <a:off x="4205723" y="1600000"/>
            <a:ext cx="3594265" cy="1050000"/>
          </a:xfrm>
          <a:prstGeom prst="roundRect">
            <a:avLst>
              <a:gd name="adj" fmla="val 6000"/>
            </a:avLst>
          </a:prstGeom>
          <a:solidFill>
            <a:srgbClr val="F5EBFF"/>
          </a:solidFill>
          <a:ln>
            <a:noFill/>
          </a:ln>
        </p:spPr>
        <p:txBody>
          <a:bodyPr wrap="square" lIns="150000" tIns="110000" rIns="150000" bIns="90000" anchor="t">
            <a:normAutofit/>
          </a:bodyPr>
          <a:lstStyle/>
          <a:p>
            <a:pPr>
              <a:spcAft>
                <a:spcPts val="500"/>
              </a:spcAft>
            </a:pPr>
            <a:r>
              <a:rPr lang="en-IN" sz="1100" b="1">
                <a:solidFill>
                  <a:srgbClr val="A100FF"/>
                </a:solidFill>
                <a:latin typeface="Arial" panose="020B0604020202020204" pitchFamily="34" charset="0"/>
                <a:cs typeface="Arial" panose="020B0604020202020204" pitchFamily="34" charset="0"/>
              </a:rPr>
              <a:t>COST</a:t>
            </a:r>
          </a:p>
          <a:p>
            <a:pPr>
              <a:lnSpc>
                <a:spcPct val="113000"/>
              </a:lnSpc>
              <a:spcAft>
                <a:spcPts val="0"/>
              </a:spcAft>
            </a:pPr>
            <a:r>
              <a:rPr lang="en-IN" sz="1000">
                <a:solidFill>
                  <a:srgbClr val="2B2B2B"/>
                </a:solidFill>
                <a:latin typeface="Arial" panose="020B0604020202020204" pitchFamily="34" charset="0"/>
                <a:cs typeface="Arial" panose="020B0604020202020204" pitchFamily="34" charset="0"/>
              </a:rPr>
              <a:t>Retry loops, bloated prompts and silent rework burn budgets. Teams see the monthly bill, not the responses causing it.</a:t>
            </a:r>
          </a:p>
        </p:txBody>
      </p:sp>
      <p:sp>
        <p:nvSpPr>
          <p:cNvPr id="204" name="card204"/>
          <p:cNvSpPr/>
          <p:nvPr/>
        </p:nvSpPr>
        <p:spPr>
          <a:xfrm>
            <a:off x="8049988" y="1600000"/>
            <a:ext cx="3594265" cy="1050000"/>
          </a:xfrm>
          <a:prstGeom prst="roundRect">
            <a:avLst>
              <a:gd name="adj" fmla="val 6000"/>
            </a:avLst>
          </a:prstGeom>
          <a:solidFill>
            <a:srgbClr val="F5EBFF"/>
          </a:solidFill>
          <a:ln>
            <a:noFill/>
          </a:ln>
        </p:spPr>
        <p:txBody>
          <a:bodyPr wrap="square" lIns="150000" tIns="110000" rIns="150000" bIns="90000" anchor="t">
            <a:normAutofit/>
          </a:bodyPr>
          <a:lstStyle/>
          <a:p>
            <a:pPr>
              <a:spcAft>
                <a:spcPts val="500"/>
              </a:spcAft>
            </a:pPr>
            <a:r>
              <a:rPr lang="en-IN" sz="1100" b="1">
                <a:solidFill>
                  <a:srgbClr val="A100FF"/>
                </a:solidFill>
                <a:latin typeface="Arial" panose="020B0604020202020204" pitchFamily="34" charset="0"/>
                <a:cs typeface="Arial" panose="020B0604020202020204" pitchFamily="34" charset="0"/>
              </a:rPr>
              <a:t>RESPONSIBILITY</a:t>
            </a:r>
          </a:p>
          <a:p>
            <a:pPr>
              <a:lnSpc>
                <a:spcPct val="113000"/>
              </a:lnSpc>
              <a:spcAft>
                <a:spcPts val="0"/>
              </a:spcAft>
            </a:pPr>
            <a:r>
              <a:rPr lang="en-IN" sz="1000">
                <a:solidFill>
                  <a:srgbClr val="2B2B2B"/>
                </a:solidFill>
                <a:latin typeface="Arial"/>
                <a:cs typeface="Arial"/>
              </a:rPr>
              <a:t>Bias, unsafe content and data leakage slip into live outputs - regulatory, legal and reputational exposure.</a:t>
            </a:r>
          </a:p>
        </p:txBody>
      </p:sp>
      <p:sp>
        <p:nvSpPr>
          <p:cNvPr id="205" name="card205"/>
          <p:cNvSpPr/>
          <p:nvPr/>
        </p:nvSpPr>
        <p:spPr>
          <a:xfrm>
            <a:off x="361458" y="2770000"/>
            <a:ext cx="11282796" cy="1150000"/>
          </a:xfrm>
          <a:prstGeom prst="roundRect">
            <a:avLst>
              <a:gd name="adj" fmla="val 6000"/>
            </a:avLst>
          </a:prstGeom>
          <a:solidFill>
            <a:srgbClr val="FFFFFF"/>
          </a:solidFill>
          <a:ln w="15875">
            <a:solidFill>
              <a:srgbClr val="A100FF"/>
            </a:solidFill>
          </a:ln>
        </p:spPr>
        <p:txBody>
          <a:bodyPr wrap="square" lIns="150000" tIns="110000" rIns="150000" bIns="90000" anchor="t">
            <a:normAutofit/>
          </a:bodyPr>
          <a:lstStyle/>
          <a:p>
            <a:pPr>
              <a:spcAft>
                <a:spcPts val="500"/>
              </a:spcAft>
            </a:pPr>
            <a:r>
              <a:rPr lang="en-IN" sz="1050" b="1">
                <a:solidFill>
                  <a:srgbClr val="A100FF"/>
                </a:solidFill>
                <a:latin typeface="Arial" panose="020B0604020202020204" pitchFamily="34" charset="0"/>
                <a:cs typeface="Arial" panose="020B0604020202020204" pitchFamily="34" charset="0"/>
              </a:rPr>
              <a:t>THE COST OF FINDING OUT LATE</a:t>
            </a:r>
          </a:p>
          <a:p>
            <a:pPr>
              <a:lnSpc>
                <a:spcPct val="113000"/>
              </a:lnSpc>
              <a:spcAft>
                <a:spcPts val="0"/>
              </a:spcAft>
            </a:pPr>
            <a:r>
              <a:rPr lang="en-IN" sz="1000">
                <a:solidFill>
                  <a:srgbClr val="2B2B2B"/>
                </a:solidFill>
                <a:latin typeface="Arial"/>
                <a:cs typeface="Arial"/>
              </a:rPr>
              <a:t>In February 2024, a Canadian tribunal held Air Canada liable for a refund policy its own chatbot invented, rejecting the claim that the bot was a separate legal entity. In McKinsey’s 2025 survey, 51% of AI-using organizations report at least one negative AI consequence - inaccuracy most common. And the EU AI Act’s Article 72 makes continuous post-market monitoring a legal obligation for high-risk systems.</a:t>
            </a:r>
          </a:p>
        </p:txBody>
      </p:sp>
      <p:sp>
        <p:nvSpPr>
          <p:cNvPr id="206" name="tb206"/>
          <p:cNvSpPr>
            <a:spLocks noGrp="1"/>
          </p:cNvSpPr>
          <p:nvPr/>
        </p:nvSpPr>
        <p:spPr>
          <a:xfrm>
            <a:off x="361458" y="4020000"/>
            <a:ext cx="11282796" cy="560000"/>
          </a:xfrm>
          <a:prstGeom prst="rect">
            <a:avLst/>
          </a:prstGeom>
          <a:noFill/>
          <a:ln>
            <a:noFill/>
          </a:ln>
        </p:spPr>
        <p:txBody>
          <a:bodyPr wrap="square" lIns="0" tIns="0" rIns="0" bIns="0" anchor="t">
            <a:normAutofit/>
          </a:bodyPr>
          <a:lstStyle/>
          <a:p>
            <a:pPr>
              <a:lnSpc>
                <a:spcPct val="112000"/>
              </a:lnSpc>
              <a:spcAft>
                <a:spcPts val="0"/>
              </a:spcAft>
            </a:pPr>
            <a:r>
              <a:rPr lang="en-IN" sz="1100" b="1">
                <a:solidFill>
                  <a:srgbClr val="A100FF"/>
                </a:solidFill>
                <a:latin typeface="Arial"/>
                <a:cs typeface="Arial"/>
              </a:rPr>
              <a:t>Why today’s tools miss it: </a:t>
            </a:r>
            <a:r>
              <a:rPr lang="en-IN" sz="1100">
                <a:latin typeface="Arial"/>
                <a:cs typeface="Arial"/>
              </a:rPr>
              <a:t>evals run before launch; dashboards are read after incidents - nothing in the live path watches every response across all three risks.</a:t>
            </a:r>
          </a:p>
        </p:txBody>
      </p:sp>
      <p:sp>
        <p:nvSpPr>
          <p:cNvPr id="207" name="ln207"/>
          <p:cNvSpPr/>
          <p:nvPr/>
        </p:nvSpPr>
        <p:spPr>
          <a:xfrm>
            <a:off x="700000" y="5540000"/>
            <a:ext cx="10400000" cy="0"/>
          </a:xfrm>
          <a:prstGeom prst="line">
            <a:avLst/>
          </a:prstGeom>
          <a:ln w="28575" cap="flat">
            <a:solidFill>
              <a:srgbClr val="A100FF"/>
            </a:solidFill>
            <a:tailEnd type="triangle" w="med" len="med"/>
          </a:ln>
        </p:spPr>
        <p:txBody>
          <a:bodyPr/>
          <a:lstStyle/>
          <a:p>
            <a:endParaRPr lang="en-IN"/>
          </a:p>
        </p:txBody>
      </p:sp>
      <p:sp>
        <p:nvSpPr>
          <p:cNvPr id="208" name="dot208"/>
          <p:cNvSpPr/>
          <p:nvPr/>
        </p:nvSpPr>
        <p:spPr>
          <a:xfrm>
            <a:off x="1820000" y="5460000"/>
            <a:ext cx="160000" cy="160000"/>
          </a:xfrm>
          <a:prstGeom prst="ellipse">
            <a:avLst/>
          </a:prstGeom>
          <a:solidFill>
            <a:srgbClr val="A100FF"/>
          </a:solidFill>
          <a:ln>
            <a:noFill/>
          </a:ln>
        </p:spPr>
        <p:txBody>
          <a:bodyPr/>
          <a:lstStyle/>
          <a:p>
            <a:endParaRPr lang="en-IN"/>
          </a:p>
        </p:txBody>
      </p:sp>
      <p:sp>
        <p:nvSpPr>
          <p:cNvPr id="209" name="tb209"/>
          <p:cNvSpPr>
            <a:spLocks noGrp="1"/>
          </p:cNvSpPr>
          <p:nvPr/>
        </p:nvSpPr>
        <p:spPr>
          <a:xfrm>
            <a:off x="300000" y="4750000"/>
            <a:ext cx="3200000" cy="640000"/>
          </a:xfrm>
          <a:prstGeom prst="rect">
            <a:avLst/>
          </a:prstGeom>
          <a:noFill/>
          <a:ln>
            <a:noFill/>
          </a:ln>
        </p:spPr>
        <p:txBody>
          <a:bodyPr wrap="square" lIns="0" tIns="0" rIns="0" bIns="0">
            <a:normAutofit/>
          </a:bodyPr>
          <a:lstStyle/>
          <a:p>
            <a:pPr algn="ctr">
              <a:spcAft>
                <a:spcPts val="200"/>
              </a:spcAft>
            </a:pPr>
            <a:r>
              <a:rPr lang="en-IN" sz="1000" b="1">
                <a:solidFill>
                  <a:srgbClr val="A100FF"/>
                </a:solidFill>
                <a:latin typeface="Arial" panose="020B0604020202020204" pitchFamily="34" charset="0"/>
                <a:cs typeface="Arial" panose="020B0604020202020204" pitchFamily="34" charset="0"/>
              </a:rPr>
              <a:t>DAY 0</a:t>
            </a:r>
          </a:p>
          <a:p>
            <a:pPr algn="ctr">
              <a:lnSpc>
                <a:spcPct val="108000"/>
              </a:lnSpc>
              <a:spcAft>
                <a:spcPts val="0"/>
              </a:spcAft>
            </a:pPr>
            <a:r>
              <a:rPr lang="en-IN" sz="950">
                <a:solidFill>
                  <a:srgbClr val="666666"/>
                </a:solidFill>
                <a:latin typeface="Arial" panose="020B0604020202020204" pitchFamily="34" charset="0"/>
                <a:cs typeface="Arial" panose="020B0604020202020204" pitchFamily="34" charset="0"/>
              </a:rPr>
              <a:t>Model ships</a:t>
            </a:r>
          </a:p>
        </p:txBody>
      </p:sp>
      <p:sp>
        <p:nvSpPr>
          <p:cNvPr id="210" name="dot210"/>
          <p:cNvSpPr/>
          <p:nvPr/>
        </p:nvSpPr>
        <p:spPr>
          <a:xfrm>
            <a:off x="5720000" y="5460000"/>
            <a:ext cx="160000" cy="160000"/>
          </a:xfrm>
          <a:prstGeom prst="ellipse">
            <a:avLst/>
          </a:prstGeom>
          <a:solidFill>
            <a:srgbClr val="A100FF"/>
          </a:solidFill>
          <a:ln>
            <a:noFill/>
          </a:ln>
        </p:spPr>
        <p:txBody>
          <a:bodyPr/>
          <a:lstStyle/>
          <a:p>
            <a:endParaRPr lang="en-IN"/>
          </a:p>
        </p:txBody>
      </p:sp>
      <p:sp>
        <p:nvSpPr>
          <p:cNvPr id="211" name="tb211"/>
          <p:cNvSpPr>
            <a:spLocks noGrp="1"/>
          </p:cNvSpPr>
          <p:nvPr/>
        </p:nvSpPr>
        <p:spPr>
          <a:xfrm>
            <a:off x="4200000" y="4750000"/>
            <a:ext cx="3200000" cy="640000"/>
          </a:xfrm>
          <a:prstGeom prst="rect">
            <a:avLst/>
          </a:prstGeom>
          <a:noFill/>
          <a:ln>
            <a:noFill/>
          </a:ln>
        </p:spPr>
        <p:txBody>
          <a:bodyPr wrap="square" lIns="0" tIns="0" rIns="0" bIns="0">
            <a:normAutofit/>
          </a:bodyPr>
          <a:lstStyle/>
          <a:p>
            <a:pPr algn="ctr">
              <a:spcAft>
                <a:spcPts val="200"/>
              </a:spcAft>
            </a:pPr>
            <a:r>
              <a:rPr lang="en-IN" sz="1000" b="1">
                <a:solidFill>
                  <a:srgbClr val="A100FF"/>
                </a:solidFill>
                <a:latin typeface="Arial" panose="020B0604020202020204" pitchFamily="34" charset="0"/>
                <a:cs typeface="Arial" panose="020B0604020202020204" pitchFamily="34" charset="0"/>
              </a:rPr>
              <a:t>WEEKS 1–N</a:t>
            </a:r>
          </a:p>
          <a:p>
            <a:pPr algn="ctr">
              <a:lnSpc>
                <a:spcPct val="108000"/>
              </a:lnSpc>
              <a:spcAft>
                <a:spcPts val="0"/>
              </a:spcAft>
            </a:pPr>
            <a:r>
              <a:rPr lang="en-IN" sz="950">
                <a:solidFill>
                  <a:srgbClr val="666666"/>
                </a:solidFill>
                <a:latin typeface="Arial" panose="020B0604020202020204" pitchFamily="34" charset="0"/>
                <a:cs typeface="Arial" panose="020B0604020202020204" pitchFamily="34" charset="0"/>
              </a:rPr>
              <a:t>Thousands of responses, zero alerts</a:t>
            </a:r>
          </a:p>
        </p:txBody>
      </p:sp>
      <p:sp>
        <p:nvSpPr>
          <p:cNvPr id="212" name="dot212"/>
          <p:cNvSpPr/>
          <p:nvPr/>
        </p:nvSpPr>
        <p:spPr>
          <a:xfrm>
            <a:off x="9620000" y="5460000"/>
            <a:ext cx="160000" cy="160000"/>
          </a:xfrm>
          <a:prstGeom prst="ellipse">
            <a:avLst/>
          </a:prstGeom>
          <a:solidFill>
            <a:srgbClr val="A100FF"/>
          </a:solidFill>
          <a:ln>
            <a:noFill/>
          </a:ln>
        </p:spPr>
        <p:txBody>
          <a:bodyPr/>
          <a:lstStyle/>
          <a:p>
            <a:endParaRPr lang="en-IN"/>
          </a:p>
        </p:txBody>
      </p:sp>
      <p:sp>
        <p:nvSpPr>
          <p:cNvPr id="213" name="tb213"/>
          <p:cNvSpPr>
            <a:spLocks noGrp="1"/>
          </p:cNvSpPr>
          <p:nvPr/>
        </p:nvSpPr>
        <p:spPr>
          <a:xfrm>
            <a:off x="8100000" y="4750000"/>
            <a:ext cx="3200000" cy="640000"/>
          </a:xfrm>
          <a:prstGeom prst="rect">
            <a:avLst/>
          </a:prstGeom>
          <a:noFill/>
          <a:ln>
            <a:noFill/>
          </a:ln>
        </p:spPr>
        <p:txBody>
          <a:bodyPr wrap="square" lIns="0" tIns="0" rIns="0" bIns="0">
            <a:normAutofit/>
          </a:bodyPr>
          <a:lstStyle/>
          <a:p>
            <a:pPr algn="ctr">
              <a:spcAft>
                <a:spcPts val="200"/>
              </a:spcAft>
            </a:pPr>
            <a:r>
              <a:rPr lang="en-IN" sz="1000" b="1">
                <a:solidFill>
                  <a:srgbClr val="A100FF"/>
                </a:solidFill>
                <a:latin typeface="Arial" panose="020B0604020202020204" pitchFamily="34" charset="0"/>
                <a:cs typeface="Arial" panose="020B0604020202020204" pitchFamily="34" charset="0"/>
              </a:rPr>
              <a:t>DAY X</a:t>
            </a:r>
          </a:p>
          <a:p>
            <a:pPr algn="ctr">
              <a:lnSpc>
                <a:spcPct val="108000"/>
              </a:lnSpc>
              <a:spcAft>
                <a:spcPts val="0"/>
              </a:spcAft>
            </a:pPr>
            <a:r>
              <a:rPr lang="en-IN" sz="950">
                <a:solidFill>
                  <a:srgbClr val="666666"/>
                </a:solidFill>
                <a:latin typeface="Arial" panose="020B0604020202020204" pitchFamily="34" charset="0"/>
                <a:cs typeface="Arial" panose="020B0604020202020204" pitchFamily="34" charset="0"/>
              </a:rPr>
              <a:t>A customer or auditor finds it first</a:t>
            </a:r>
          </a:p>
        </p:txBody>
      </p:sp>
    </p:spTree>
    <p:extLst>
      <p:ext uri="{BB962C8B-B14F-4D97-AF65-F5344CB8AC3E}">
        <p14:creationId xmlns:p14="http://schemas.microsoft.com/office/powerpoint/2010/main" val="9697161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idx="4294967295"/>
          </p:nvPr>
        </p:nvSpPr>
        <p:spPr>
          <a:xfrm>
            <a:off x="361188" y="386334"/>
            <a:ext cx="11279124" cy="470916"/>
          </a:xfrm>
          <a:solidFill>
            <a:srgbClr val="A100FF"/>
          </a:solidFill>
        </p:spPr>
        <p:txBody>
          <a:bodyPr vert="horz" lIns="91440" tIns="45720" rIns="91440" bIns="45720" rtlCol="0" anchor="ctr">
            <a:normAutofit/>
          </a:bodyPr>
          <a:lstStyle/>
          <a:p>
            <a:r>
              <a:rPr lang="en-IN" sz="2000" b="1">
                <a:solidFill>
                  <a:schemeClr val="bg1"/>
                </a:solidFill>
                <a:latin typeface="Graphik"/>
                <a:cs typeface="Arial"/>
              </a:rPr>
              <a:t>Solution design: three stages, and why their order is the design</a:t>
            </a:r>
          </a:p>
        </p:txBody>
      </p:sp>
      <p:sp>
        <p:nvSpPr>
          <p:cNvPr id="214" name="tb214"/>
          <p:cNvSpPr>
            <a:spLocks noGrp="1"/>
          </p:cNvSpPr>
          <p:nvPr/>
        </p:nvSpPr>
        <p:spPr>
          <a:xfrm>
            <a:off x="361458" y="930000"/>
            <a:ext cx="11282796" cy="500000"/>
          </a:xfrm>
          <a:prstGeom prst="rect">
            <a:avLst/>
          </a:prstGeom>
          <a:noFill/>
          <a:ln>
            <a:noFill/>
          </a:ln>
        </p:spPr>
        <p:txBody>
          <a:bodyPr wrap="square" lIns="0" tIns="0" rIns="0" bIns="0">
            <a:normAutofit/>
          </a:bodyPr>
          <a:lstStyle/>
          <a:p>
            <a:pPr>
              <a:lnSpc>
                <a:spcPct val="112000"/>
              </a:lnSpc>
              <a:spcAft>
                <a:spcPts val="0"/>
              </a:spcAft>
            </a:pPr>
            <a:r>
              <a:rPr lang="en-IN" sz="1150">
                <a:latin typeface="Arial" panose="020B0604020202020204" pitchFamily="34" charset="0"/>
                <a:cs typeface="Arial" panose="020B0604020202020204" pitchFamily="34" charset="0"/>
              </a:rPr>
              <a:t>A </a:t>
            </a:r>
            <a:r>
              <a:rPr lang="en-IN" sz="1150" b="1">
                <a:solidFill>
                  <a:srgbClr val="A100FF"/>
                </a:solidFill>
                <a:latin typeface="Arial" panose="020B0604020202020204" pitchFamily="34" charset="0"/>
                <a:cs typeface="Arial" panose="020B0604020202020204" pitchFamily="34" charset="0"/>
              </a:rPr>
              <a:t>model-agnostic gateway</a:t>
            </a:r>
            <a:r>
              <a:rPr lang="en-IN" sz="1150">
                <a:latin typeface="Arial" panose="020B0604020202020204" pitchFamily="34" charset="0"/>
                <a:cs typeface="Arial" panose="020B0604020202020204" pitchFamily="34" charset="0"/>
              </a:rPr>
              <a:t> that decides, per response, how much scrutiny it deserves and what happens next — not uniform checks, not uniform sampling.</a:t>
            </a:r>
          </a:p>
        </p:txBody>
      </p:sp>
      <p:sp>
        <p:nvSpPr>
          <p:cNvPr id="215" name="card215"/>
          <p:cNvSpPr/>
          <p:nvPr/>
        </p:nvSpPr>
        <p:spPr>
          <a:xfrm>
            <a:off x="361458" y="1510000"/>
            <a:ext cx="3594265" cy="1400000"/>
          </a:xfrm>
          <a:prstGeom prst="roundRect">
            <a:avLst>
              <a:gd name="adj" fmla="val 6000"/>
            </a:avLst>
          </a:prstGeom>
          <a:solidFill>
            <a:srgbClr val="F5EBFF"/>
          </a:solidFill>
          <a:ln>
            <a:noFill/>
          </a:ln>
        </p:spPr>
        <p:txBody>
          <a:bodyPr wrap="square" lIns="150000" tIns="110000" rIns="150000" bIns="90000" anchor="t">
            <a:normAutofit/>
          </a:bodyPr>
          <a:lstStyle/>
          <a:p>
            <a:pPr>
              <a:spcAft>
                <a:spcPts val="500"/>
              </a:spcAft>
            </a:pPr>
            <a:r>
              <a:rPr lang="en-IN" sz="1100" b="1">
                <a:solidFill>
                  <a:srgbClr val="A100FF"/>
                </a:solidFill>
                <a:latin typeface="Arial" panose="020B0604020202020204" pitchFamily="34" charset="0"/>
                <a:cs typeface="Arial" panose="020B0604020202020204" pitchFamily="34" charset="0"/>
              </a:rPr>
              <a:t>1 · RISK PRIOR · BEFORE GENERATION</a:t>
            </a:r>
          </a:p>
          <a:p>
            <a:pPr>
              <a:lnSpc>
                <a:spcPct val="112000"/>
              </a:lnSpc>
              <a:spcAft>
                <a:spcPts val="0"/>
              </a:spcAft>
            </a:pPr>
            <a:r>
              <a:rPr lang="en-IN" sz="1050">
                <a:solidFill>
                  <a:srgbClr val="2B2B2B"/>
                </a:solidFill>
                <a:latin typeface="Arial"/>
                <a:cs typeface="Arial"/>
              </a:rPr>
              <a:t>Request-time signals - endpoint, transaction value, user tier, data sensitivity - set stakes before a token is generated. High-stakes flows hold-and-release within a ~300ms latency budget; the rest stream, audited async with one-click retraction.</a:t>
            </a:r>
          </a:p>
        </p:txBody>
      </p:sp>
      <p:sp>
        <p:nvSpPr>
          <p:cNvPr id="216" name="card216"/>
          <p:cNvSpPr/>
          <p:nvPr/>
        </p:nvSpPr>
        <p:spPr>
          <a:xfrm>
            <a:off x="4205723" y="1510000"/>
            <a:ext cx="3594265" cy="1400000"/>
          </a:xfrm>
          <a:prstGeom prst="roundRect">
            <a:avLst>
              <a:gd name="adj" fmla="val 6000"/>
            </a:avLst>
          </a:prstGeom>
          <a:solidFill>
            <a:srgbClr val="F5EBFF"/>
          </a:solidFill>
          <a:ln>
            <a:noFill/>
          </a:ln>
        </p:spPr>
        <p:txBody>
          <a:bodyPr wrap="square" lIns="150000" tIns="110000" rIns="150000" bIns="90000" anchor="t">
            <a:normAutofit/>
          </a:bodyPr>
          <a:lstStyle/>
          <a:p>
            <a:pPr>
              <a:spcAft>
                <a:spcPts val="500"/>
              </a:spcAft>
            </a:pPr>
            <a:r>
              <a:rPr lang="en-IN" sz="1100" b="1">
                <a:solidFill>
                  <a:srgbClr val="A100FF"/>
                </a:solidFill>
                <a:latin typeface="Arial" panose="020B0604020202020204" pitchFamily="34" charset="0"/>
                <a:cs typeface="Arial" panose="020B0604020202020204" pitchFamily="34" charset="0"/>
              </a:rPr>
              <a:t>2 · EVIDENCE · AFTER GENERATION</a:t>
            </a:r>
          </a:p>
          <a:p>
            <a:pPr>
              <a:lnSpc>
                <a:spcPct val="112000"/>
              </a:lnSpc>
            </a:pPr>
            <a:r>
              <a:rPr lang="en-IN" sz="1050" b="1">
                <a:solidFill>
                  <a:srgbClr val="2B2B2B"/>
                </a:solidFill>
                <a:latin typeface="Arial"/>
                <a:cs typeface="Arial"/>
              </a:rPr>
              <a:t>Performance - </a:t>
            </a:r>
            <a:r>
              <a:rPr lang="en-IN" sz="1050">
                <a:solidFill>
                  <a:srgbClr val="2B2B2B"/>
                </a:solidFill>
                <a:latin typeface="Arial"/>
                <a:cs typeface="Arial"/>
              </a:rPr>
              <a:t>a small verifier re-answers from the same context; disagreement flags. </a:t>
            </a:r>
            <a:r>
              <a:rPr lang="en-IN" sz="1050" b="1">
                <a:solidFill>
                  <a:srgbClr val="2B2B2B"/>
                </a:solidFill>
                <a:latin typeface="Arial"/>
                <a:cs typeface="Arial"/>
              </a:rPr>
              <a:t>Cost - </a:t>
            </a:r>
            <a:r>
              <a:rPr lang="en-IN" sz="1050">
                <a:solidFill>
                  <a:srgbClr val="2B2B2B"/>
                </a:solidFill>
                <a:latin typeface="Arial"/>
                <a:cs typeface="Arial"/>
              </a:rPr>
              <a:t>token, retry and latency telemetry. </a:t>
            </a:r>
            <a:r>
              <a:rPr lang="en-IN" sz="1050" b="1">
                <a:solidFill>
                  <a:srgbClr val="2B2B2B"/>
                </a:solidFill>
                <a:latin typeface="Arial"/>
                <a:cs typeface="Arial"/>
              </a:rPr>
              <a:t>Responsibility - </a:t>
            </a:r>
            <a:r>
              <a:rPr lang="en-IN" sz="1050">
                <a:solidFill>
                  <a:srgbClr val="2B2B2B"/>
                </a:solidFill>
                <a:latin typeface="Arial"/>
                <a:cs typeface="Arial"/>
              </a:rPr>
              <a:t>PII and policy inline; deeper bias async.</a:t>
            </a:r>
          </a:p>
        </p:txBody>
      </p:sp>
      <p:sp>
        <p:nvSpPr>
          <p:cNvPr id="217" name="card217"/>
          <p:cNvSpPr/>
          <p:nvPr/>
        </p:nvSpPr>
        <p:spPr>
          <a:xfrm>
            <a:off x="8049988" y="1510000"/>
            <a:ext cx="3594265" cy="1400000"/>
          </a:xfrm>
          <a:prstGeom prst="roundRect">
            <a:avLst>
              <a:gd name="adj" fmla="val 6000"/>
            </a:avLst>
          </a:prstGeom>
          <a:solidFill>
            <a:srgbClr val="F5EBFF"/>
          </a:solidFill>
          <a:ln>
            <a:noFill/>
          </a:ln>
        </p:spPr>
        <p:txBody>
          <a:bodyPr wrap="square" lIns="150000" tIns="110000" rIns="150000" bIns="90000" anchor="t">
            <a:normAutofit/>
          </a:bodyPr>
          <a:lstStyle/>
          <a:p>
            <a:pPr>
              <a:spcAft>
                <a:spcPts val="500"/>
              </a:spcAft>
            </a:pPr>
            <a:r>
              <a:rPr lang="en-IN" sz="1100" b="1">
                <a:solidFill>
                  <a:srgbClr val="A100FF"/>
                </a:solidFill>
                <a:latin typeface="Arial" panose="020B0604020202020204" pitchFamily="34" charset="0"/>
                <a:cs typeface="Arial" panose="020B0604020202020204" pitchFamily="34" charset="0"/>
              </a:rPr>
              <a:t>3 · ADAPTIVE SCRUTINY · THE EDGE</a:t>
            </a:r>
          </a:p>
          <a:p>
            <a:pPr>
              <a:lnSpc>
                <a:spcPct val="112000"/>
              </a:lnSpc>
            </a:pPr>
            <a:r>
              <a:rPr lang="en-IN" sz="1050">
                <a:solidFill>
                  <a:srgbClr val="2B2B2B"/>
                </a:solidFill>
                <a:latin typeface="Arial"/>
                <a:cs typeface="Arial"/>
              </a:rPr>
              <a:t>Cheap telemetry anomalies - retry storms, token spikes - are leading indicators of quality failure, so the expensive verifier fires where free signals say risk is rising. Single-lane tools can’t - they don’t see the other lanes. Every flag retrains the checker on your traffic.</a:t>
            </a:r>
          </a:p>
        </p:txBody>
      </p:sp>
      <p:sp>
        <p:nvSpPr>
          <p:cNvPr id="218" name="cb218"/>
          <p:cNvSpPr/>
          <p:nvPr/>
        </p:nvSpPr>
        <p:spPr>
          <a:xfrm>
            <a:off x="1320000" y="3270000"/>
            <a:ext cx="850000" cy="520000"/>
          </a:xfrm>
          <a:prstGeom prst="roundRect">
            <a:avLst>
              <a:gd name="adj" fmla="val 12000"/>
            </a:avLst>
          </a:prstGeom>
          <a:solidFill>
            <a:srgbClr val="FFFFFF"/>
          </a:solidFill>
          <a:ln w="15875">
            <a:solidFill>
              <a:srgbClr val="A100FF"/>
            </a:solidFill>
          </a:ln>
        </p:spPr>
        <p:txBody>
          <a:bodyPr wrap="square" lIns="30000" tIns="20000" rIns="30000" bIns="20000" anchor="ctr">
            <a:normAutofit/>
          </a:bodyPr>
          <a:lstStyle/>
          <a:p>
            <a:pPr algn="ctr">
              <a:spcAft>
                <a:spcPts val="0"/>
              </a:spcAft>
            </a:pPr>
            <a:r>
              <a:rPr lang="en-IN" sz="1000" b="1">
                <a:solidFill>
                  <a:srgbClr val="2B2B2B"/>
                </a:solidFill>
                <a:latin typeface="Arial" panose="020B0604020202020204" pitchFamily="34" charset="0"/>
                <a:cs typeface="Arial" panose="020B0604020202020204" pitchFamily="34" charset="0"/>
              </a:rPr>
              <a:t>App</a:t>
            </a:r>
          </a:p>
        </p:txBody>
      </p:sp>
      <p:sp>
        <p:nvSpPr>
          <p:cNvPr id="219" name="ln219"/>
          <p:cNvSpPr/>
          <p:nvPr/>
        </p:nvSpPr>
        <p:spPr>
          <a:xfrm>
            <a:off x="2170000" y="3530000"/>
            <a:ext cx="280000" cy="0"/>
          </a:xfrm>
          <a:prstGeom prst="line">
            <a:avLst/>
          </a:prstGeom>
          <a:ln w="25400" cap="flat">
            <a:solidFill>
              <a:srgbClr val="A100FF"/>
            </a:solidFill>
            <a:tailEnd type="triangle" w="med" len="med"/>
          </a:ln>
        </p:spPr>
        <p:txBody>
          <a:bodyPr/>
          <a:lstStyle/>
          <a:p>
            <a:endParaRPr lang="en-IN"/>
          </a:p>
        </p:txBody>
      </p:sp>
      <p:sp>
        <p:nvSpPr>
          <p:cNvPr id="220" name="cb220"/>
          <p:cNvSpPr/>
          <p:nvPr/>
        </p:nvSpPr>
        <p:spPr>
          <a:xfrm>
            <a:off x="2450000" y="3270000"/>
            <a:ext cx="1450000" cy="520000"/>
          </a:xfrm>
          <a:prstGeom prst="roundRect">
            <a:avLst>
              <a:gd name="adj" fmla="val 12000"/>
            </a:avLst>
          </a:prstGeom>
          <a:solidFill>
            <a:srgbClr val="FFFFFF"/>
          </a:solidFill>
          <a:ln w="15875">
            <a:solidFill>
              <a:srgbClr val="A100FF"/>
            </a:solidFill>
          </a:ln>
        </p:spPr>
        <p:txBody>
          <a:bodyPr wrap="square" lIns="30000" tIns="20000" rIns="30000" bIns="20000" anchor="ctr">
            <a:normAutofit/>
          </a:bodyPr>
          <a:lstStyle/>
          <a:p>
            <a:pPr algn="ctr">
              <a:spcAft>
                <a:spcPts val="150"/>
              </a:spcAft>
            </a:pPr>
            <a:r>
              <a:rPr lang="en-IN" sz="900" b="1">
                <a:solidFill>
                  <a:srgbClr val="A100FF"/>
                </a:solidFill>
                <a:latin typeface="Arial" panose="020B0604020202020204" pitchFamily="34" charset="0"/>
                <a:cs typeface="Arial" panose="020B0604020202020204" pitchFamily="34" charset="0"/>
              </a:rPr>
              <a:t>RISK PRIOR</a:t>
            </a:r>
          </a:p>
          <a:p>
            <a:pPr algn="ctr">
              <a:spcAft>
                <a:spcPts val="0"/>
              </a:spcAft>
            </a:pPr>
            <a:r>
              <a:rPr lang="en-IN" sz="750">
                <a:solidFill>
                  <a:srgbClr val="666666"/>
                </a:solidFill>
                <a:latin typeface="Arial" panose="020B0604020202020204" pitchFamily="34" charset="0"/>
                <a:cs typeface="Arial" panose="020B0604020202020204" pitchFamily="34" charset="0"/>
              </a:rPr>
              <a:t>request-time signals</a:t>
            </a:r>
          </a:p>
        </p:txBody>
      </p:sp>
      <p:sp>
        <p:nvSpPr>
          <p:cNvPr id="221" name="ln221"/>
          <p:cNvSpPr/>
          <p:nvPr/>
        </p:nvSpPr>
        <p:spPr>
          <a:xfrm>
            <a:off x="3900000" y="3530000"/>
            <a:ext cx="280000" cy="0"/>
          </a:xfrm>
          <a:prstGeom prst="line">
            <a:avLst/>
          </a:prstGeom>
          <a:ln w="25400" cap="flat">
            <a:solidFill>
              <a:srgbClr val="A100FF"/>
            </a:solidFill>
            <a:tailEnd type="triangle" w="med" len="med"/>
          </a:ln>
        </p:spPr>
        <p:txBody>
          <a:bodyPr/>
          <a:lstStyle/>
          <a:p>
            <a:endParaRPr lang="en-IN"/>
          </a:p>
        </p:txBody>
      </p:sp>
      <p:sp>
        <p:nvSpPr>
          <p:cNvPr id="222" name="card222"/>
          <p:cNvSpPr/>
          <p:nvPr/>
        </p:nvSpPr>
        <p:spPr>
          <a:xfrm>
            <a:off x="4180000" y="2990000"/>
            <a:ext cx="3300000" cy="1080000"/>
          </a:xfrm>
          <a:prstGeom prst="roundRect">
            <a:avLst>
              <a:gd name="adj" fmla="val 6000"/>
            </a:avLst>
          </a:prstGeom>
          <a:solidFill>
            <a:srgbClr val="F5EBFF"/>
          </a:solidFill>
          <a:ln w="15875">
            <a:solidFill>
              <a:srgbClr val="A100FF"/>
            </a:solidFill>
          </a:ln>
        </p:spPr>
        <p:txBody>
          <a:bodyPr wrap="square" lIns="60000" tIns="110000" rIns="60000" bIns="90000" anchor="t">
            <a:normAutofit/>
          </a:bodyPr>
          <a:lstStyle/>
          <a:p>
            <a:pPr algn="ctr">
              <a:spcAft>
                <a:spcPts val="0"/>
              </a:spcAft>
            </a:pPr>
            <a:r>
              <a:rPr lang="en-IN" sz="950" b="1">
                <a:solidFill>
                  <a:srgbClr val="A100FF"/>
                </a:solidFill>
                <a:latin typeface="Arial" panose="020B0604020202020204" pitchFamily="34" charset="0"/>
                <a:cs typeface="Arial" panose="020B0604020202020204" pitchFamily="34" charset="0"/>
              </a:rPr>
              <a:t>AEGIS GATEWAY</a:t>
            </a:r>
          </a:p>
          <a:p>
            <a:pPr algn="ctr"/>
            <a:endParaRPr lang="en-IN" sz="950" b="1">
              <a:solidFill>
                <a:srgbClr val="A100FF"/>
              </a:solidFill>
              <a:latin typeface="Arial" panose="020B0604020202020204" pitchFamily="34" charset="0"/>
              <a:cs typeface="Arial" panose="020B0604020202020204" pitchFamily="34" charset="0"/>
            </a:endParaRPr>
          </a:p>
        </p:txBody>
      </p:sp>
      <p:sp>
        <p:nvSpPr>
          <p:cNvPr id="223" name="cb223"/>
          <p:cNvSpPr/>
          <p:nvPr/>
        </p:nvSpPr>
        <p:spPr>
          <a:xfrm>
            <a:off x="4330000" y="3268809"/>
            <a:ext cx="3000000" cy="225000"/>
          </a:xfrm>
          <a:prstGeom prst="roundRect">
            <a:avLst>
              <a:gd name="adj" fmla="val 12000"/>
            </a:avLst>
          </a:prstGeom>
          <a:solidFill>
            <a:srgbClr val="FFFFFF"/>
          </a:solidFill>
          <a:ln w="9525">
            <a:solidFill>
              <a:srgbClr val="A100FF"/>
            </a:solidFill>
          </a:ln>
        </p:spPr>
        <p:txBody>
          <a:bodyPr wrap="square" lIns="30000" tIns="20000" rIns="30000" bIns="20000" anchor="ctr">
            <a:normAutofit/>
          </a:bodyPr>
          <a:lstStyle/>
          <a:p>
            <a:pPr algn="ctr">
              <a:spcAft>
                <a:spcPts val="0"/>
              </a:spcAft>
            </a:pPr>
            <a:r>
              <a:rPr lang="en-IN" sz="850" b="1">
                <a:solidFill>
                  <a:srgbClr val="A100FF"/>
                </a:solidFill>
                <a:latin typeface="Arial" panose="020B0604020202020204" pitchFamily="34" charset="0"/>
                <a:cs typeface="Arial" panose="020B0604020202020204" pitchFamily="34" charset="0"/>
              </a:rPr>
              <a:t>PERFORMANCE</a:t>
            </a:r>
          </a:p>
        </p:txBody>
      </p:sp>
      <p:sp>
        <p:nvSpPr>
          <p:cNvPr id="224" name="cb224"/>
          <p:cNvSpPr/>
          <p:nvPr/>
        </p:nvSpPr>
        <p:spPr>
          <a:xfrm>
            <a:off x="4330000" y="3515000"/>
            <a:ext cx="3000000" cy="225000"/>
          </a:xfrm>
          <a:prstGeom prst="roundRect">
            <a:avLst>
              <a:gd name="adj" fmla="val 12000"/>
            </a:avLst>
          </a:prstGeom>
          <a:solidFill>
            <a:srgbClr val="FFFFFF"/>
          </a:solidFill>
          <a:ln w="9525">
            <a:solidFill>
              <a:srgbClr val="A100FF"/>
            </a:solidFill>
          </a:ln>
        </p:spPr>
        <p:txBody>
          <a:bodyPr wrap="square" lIns="30000" tIns="20000" rIns="30000" bIns="20000" anchor="ctr">
            <a:normAutofit/>
          </a:bodyPr>
          <a:lstStyle/>
          <a:p>
            <a:pPr algn="ctr">
              <a:spcAft>
                <a:spcPts val="0"/>
              </a:spcAft>
            </a:pPr>
            <a:r>
              <a:rPr lang="en-IN" sz="900" b="1">
                <a:solidFill>
                  <a:srgbClr val="A100FF"/>
                </a:solidFill>
                <a:latin typeface="Arial"/>
                <a:cs typeface="Arial"/>
              </a:rPr>
              <a:t>COST</a:t>
            </a:r>
          </a:p>
        </p:txBody>
      </p:sp>
      <p:sp>
        <p:nvSpPr>
          <p:cNvPr id="225" name="cb225"/>
          <p:cNvSpPr/>
          <p:nvPr/>
        </p:nvSpPr>
        <p:spPr>
          <a:xfrm>
            <a:off x="4330000" y="3761191"/>
            <a:ext cx="3000000" cy="225000"/>
          </a:xfrm>
          <a:prstGeom prst="roundRect">
            <a:avLst>
              <a:gd name="adj" fmla="val 12000"/>
            </a:avLst>
          </a:prstGeom>
          <a:solidFill>
            <a:srgbClr val="FFFFFF"/>
          </a:solidFill>
          <a:ln w="9525">
            <a:solidFill>
              <a:srgbClr val="A100FF"/>
            </a:solidFill>
          </a:ln>
        </p:spPr>
        <p:txBody>
          <a:bodyPr wrap="square" lIns="30000" tIns="20000" rIns="30000" bIns="20000" anchor="ctr">
            <a:normAutofit/>
          </a:bodyPr>
          <a:lstStyle/>
          <a:p>
            <a:pPr algn="ctr">
              <a:spcAft>
                <a:spcPts val="0"/>
              </a:spcAft>
            </a:pPr>
            <a:r>
              <a:rPr lang="en-IN" sz="900" b="1">
                <a:solidFill>
                  <a:srgbClr val="A100FF"/>
                </a:solidFill>
                <a:latin typeface="Arial"/>
                <a:cs typeface="Arial"/>
              </a:rPr>
              <a:t>RESPONSIBILITY</a:t>
            </a:r>
          </a:p>
        </p:txBody>
      </p:sp>
      <p:sp>
        <p:nvSpPr>
          <p:cNvPr id="226" name="ln226"/>
          <p:cNvSpPr/>
          <p:nvPr/>
        </p:nvSpPr>
        <p:spPr>
          <a:xfrm>
            <a:off x="7480000" y="3530000"/>
            <a:ext cx="280000" cy="0"/>
          </a:xfrm>
          <a:prstGeom prst="line">
            <a:avLst/>
          </a:prstGeom>
          <a:ln w="25400" cap="flat">
            <a:solidFill>
              <a:srgbClr val="A100FF"/>
            </a:solidFill>
            <a:tailEnd type="triangle" w="med" len="med"/>
          </a:ln>
        </p:spPr>
        <p:txBody>
          <a:bodyPr/>
          <a:lstStyle/>
          <a:p>
            <a:endParaRPr lang="en-IN"/>
          </a:p>
        </p:txBody>
      </p:sp>
      <p:sp>
        <p:nvSpPr>
          <p:cNvPr id="227" name="cb227"/>
          <p:cNvSpPr/>
          <p:nvPr/>
        </p:nvSpPr>
        <p:spPr>
          <a:xfrm>
            <a:off x="7760000" y="3060000"/>
            <a:ext cx="1700000" cy="280000"/>
          </a:xfrm>
          <a:prstGeom prst="roundRect">
            <a:avLst>
              <a:gd name="adj" fmla="val 12000"/>
            </a:avLst>
          </a:prstGeom>
          <a:solidFill>
            <a:srgbClr val="FFFFFF"/>
          </a:solidFill>
          <a:ln w="15875">
            <a:solidFill>
              <a:srgbClr val="1E9E4A"/>
            </a:solidFill>
          </a:ln>
        </p:spPr>
        <p:txBody>
          <a:bodyPr wrap="square" lIns="30000" tIns="20000" rIns="30000" bIns="20000" anchor="ctr">
            <a:normAutofit/>
          </a:bodyPr>
          <a:lstStyle/>
          <a:p>
            <a:pPr algn="ctr">
              <a:spcAft>
                <a:spcPts val="0"/>
              </a:spcAft>
            </a:pPr>
            <a:r>
              <a:rPr lang="en-IN" sz="850" b="1">
                <a:solidFill>
                  <a:srgbClr val="1E9E4A"/>
                </a:solidFill>
                <a:latin typeface="Arial"/>
                <a:cs typeface="Arial"/>
              </a:rPr>
              <a:t>GREEN - deliver</a:t>
            </a:r>
          </a:p>
        </p:txBody>
      </p:sp>
      <p:sp>
        <p:nvSpPr>
          <p:cNvPr id="228" name="cb228"/>
          <p:cNvSpPr/>
          <p:nvPr/>
        </p:nvSpPr>
        <p:spPr>
          <a:xfrm>
            <a:off x="7760000" y="3390000"/>
            <a:ext cx="1700000" cy="280000"/>
          </a:xfrm>
          <a:prstGeom prst="roundRect">
            <a:avLst>
              <a:gd name="adj" fmla="val 12000"/>
            </a:avLst>
          </a:prstGeom>
          <a:solidFill>
            <a:srgbClr val="FFFFFF"/>
          </a:solidFill>
          <a:ln w="15875">
            <a:solidFill>
              <a:srgbClr val="D69500"/>
            </a:solidFill>
          </a:ln>
        </p:spPr>
        <p:txBody>
          <a:bodyPr wrap="square" lIns="30000" tIns="20000" rIns="30000" bIns="20000" anchor="ctr">
            <a:normAutofit/>
          </a:bodyPr>
          <a:lstStyle/>
          <a:p>
            <a:pPr algn="ctr">
              <a:spcAft>
                <a:spcPts val="0"/>
              </a:spcAft>
            </a:pPr>
            <a:r>
              <a:rPr lang="en-IN" sz="850" b="1">
                <a:solidFill>
                  <a:srgbClr val="D69500"/>
                </a:solidFill>
                <a:latin typeface="Arial"/>
                <a:cs typeface="Arial"/>
              </a:rPr>
              <a:t>YELLOW - auto-edit</a:t>
            </a:r>
          </a:p>
        </p:txBody>
      </p:sp>
      <p:sp>
        <p:nvSpPr>
          <p:cNvPr id="229" name="cb229"/>
          <p:cNvSpPr/>
          <p:nvPr/>
        </p:nvSpPr>
        <p:spPr>
          <a:xfrm>
            <a:off x="7760000" y="3720000"/>
            <a:ext cx="1700000" cy="280000"/>
          </a:xfrm>
          <a:prstGeom prst="roundRect">
            <a:avLst>
              <a:gd name="adj" fmla="val 12000"/>
            </a:avLst>
          </a:prstGeom>
          <a:solidFill>
            <a:srgbClr val="FFFFFF"/>
          </a:solidFill>
          <a:ln w="15875">
            <a:solidFill>
              <a:srgbClr val="D0342C"/>
            </a:solidFill>
          </a:ln>
        </p:spPr>
        <p:txBody>
          <a:bodyPr wrap="square" lIns="30000" tIns="20000" rIns="30000" bIns="20000" anchor="ctr">
            <a:normAutofit/>
          </a:bodyPr>
          <a:lstStyle/>
          <a:p>
            <a:pPr algn="ctr">
              <a:spcAft>
                <a:spcPts val="0"/>
              </a:spcAft>
            </a:pPr>
            <a:r>
              <a:rPr lang="en-IN" sz="850" b="1">
                <a:solidFill>
                  <a:srgbClr val="D0342C"/>
                </a:solidFill>
                <a:latin typeface="Arial"/>
                <a:cs typeface="Arial"/>
              </a:rPr>
              <a:t>RED - hold / escalate</a:t>
            </a:r>
          </a:p>
        </p:txBody>
      </p:sp>
      <p:sp>
        <p:nvSpPr>
          <p:cNvPr id="230" name="ln230"/>
          <p:cNvSpPr/>
          <p:nvPr/>
        </p:nvSpPr>
        <p:spPr>
          <a:xfrm>
            <a:off x="9460000" y="3530000"/>
            <a:ext cx="280000" cy="0"/>
          </a:xfrm>
          <a:prstGeom prst="line">
            <a:avLst/>
          </a:prstGeom>
          <a:ln w="25400" cap="flat">
            <a:solidFill>
              <a:srgbClr val="A100FF"/>
            </a:solidFill>
            <a:tailEnd type="triangle" w="med" len="med"/>
          </a:ln>
        </p:spPr>
        <p:txBody>
          <a:bodyPr/>
          <a:lstStyle/>
          <a:p>
            <a:endParaRPr lang="en-IN"/>
          </a:p>
        </p:txBody>
      </p:sp>
      <p:sp>
        <p:nvSpPr>
          <p:cNvPr id="231" name="cb231"/>
          <p:cNvSpPr/>
          <p:nvPr/>
        </p:nvSpPr>
        <p:spPr>
          <a:xfrm>
            <a:off x="9740000" y="3270000"/>
            <a:ext cx="950000" cy="520000"/>
          </a:xfrm>
          <a:prstGeom prst="roundRect">
            <a:avLst>
              <a:gd name="adj" fmla="val 12000"/>
            </a:avLst>
          </a:prstGeom>
          <a:solidFill>
            <a:srgbClr val="FFFFFF"/>
          </a:solidFill>
          <a:ln w="15875">
            <a:solidFill>
              <a:srgbClr val="A100FF"/>
            </a:solidFill>
          </a:ln>
        </p:spPr>
        <p:txBody>
          <a:bodyPr wrap="square" lIns="30000" tIns="20000" rIns="30000" bIns="20000" anchor="ctr">
            <a:normAutofit/>
          </a:bodyPr>
          <a:lstStyle/>
          <a:p>
            <a:pPr algn="ctr">
              <a:spcAft>
                <a:spcPts val="0"/>
              </a:spcAft>
            </a:pPr>
            <a:r>
              <a:rPr lang="en-IN" sz="1000" b="1">
                <a:solidFill>
                  <a:srgbClr val="2B2B2B"/>
                </a:solidFill>
                <a:latin typeface="Arial" panose="020B0604020202020204" pitchFamily="34" charset="0"/>
                <a:cs typeface="Arial" panose="020B0604020202020204" pitchFamily="34" charset="0"/>
              </a:rPr>
              <a:t>User</a:t>
            </a:r>
          </a:p>
        </p:txBody>
      </p:sp>
      <p:sp>
        <p:nvSpPr>
          <p:cNvPr id="232" name="ln232"/>
          <p:cNvSpPr/>
          <p:nvPr/>
        </p:nvSpPr>
        <p:spPr>
          <a:xfrm>
            <a:off x="10215000" y="3790000"/>
            <a:ext cx="0" cy="470000"/>
          </a:xfrm>
          <a:prstGeom prst="line">
            <a:avLst/>
          </a:prstGeom>
          <a:ln w="19050" cap="flat">
            <a:solidFill>
              <a:srgbClr val="666666"/>
            </a:solidFill>
            <a:prstDash val="dash"/>
          </a:ln>
        </p:spPr>
        <p:txBody>
          <a:bodyPr/>
          <a:lstStyle/>
          <a:p>
            <a:endParaRPr lang="en-IN"/>
          </a:p>
        </p:txBody>
      </p:sp>
      <p:sp>
        <p:nvSpPr>
          <p:cNvPr id="233" name="ln233"/>
          <p:cNvSpPr/>
          <p:nvPr/>
        </p:nvSpPr>
        <p:spPr>
          <a:xfrm>
            <a:off x="5830000" y="4260000"/>
            <a:ext cx="4385000" cy="0"/>
          </a:xfrm>
          <a:prstGeom prst="line">
            <a:avLst/>
          </a:prstGeom>
          <a:ln w="19050" cap="flat">
            <a:solidFill>
              <a:srgbClr val="666666"/>
            </a:solidFill>
            <a:prstDash val="dash"/>
          </a:ln>
        </p:spPr>
        <p:txBody>
          <a:bodyPr/>
          <a:lstStyle/>
          <a:p>
            <a:endParaRPr lang="en-IN"/>
          </a:p>
        </p:txBody>
      </p:sp>
      <p:sp>
        <p:nvSpPr>
          <p:cNvPr id="234" name="ln234"/>
          <p:cNvSpPr/>
          <p:nvPr/>
        </p:nvSpPr>
        <p:spPr>
          <a:xfrm flipV="1">
            <a:off x="5830000" y="4070000"/>
            <a:ext cx="0" cy="190000"/>
          </a:xfrm>
          <a:prstGeom prst="line">
            <a:avLst/>
          </a:prstGeom>
          <a:ln w="19050" cap="flat">
            <a:solidFill>
              <a:srgbClr val="666666"/>
            </a:solidFill>
            <a:prstDash val="dash"/>
            <a:tailEnd type="triangle" w="med" len="med"/>
          </a:ln>
        </p:spPr>
        <p:txBody>
          <a:bodyPr/>
          <a:lstStyle/>
          <a:p>
            <a:endParaRPr lang="en-IN"/>
          </a:p>
        </p:txBody>
      </p:sp>
      <p:sp>
        <p:nvSpPr>
          <p:cNvPr id="235" name="cb235"/>
          <p:cNvSpPr/>
          <p:nvPr/>
        </p:nvSpPr>
        <p:spPr>
          <a:xfrm>
            <a:off x="6500000" y="4110000"/>
            <a:ext cx="2400000" cy="300000"/>
          </a:xfrm>
          <a:prstGeom prst="roundRect">
            <a:avLst>
              <a:gd name="adj" fmla="val 12000"/>
            </a:avLst>
          </a:prstGeom>
          <a:solidFill>
            <a:srgbClr val="F5EBFF"/>
          </a:solidFill>
          <a:ln w="9525">
            <a:solidFill>
              <a:srgbClr val="A100FF"/>
            </a:solidFill>
          </a:ln>
        </p:spPr>
        <p:txBody>
          <a:bodyPr wrap="square" lIns="30000" tIns="20000" rIns="30000" bIns="20000" anchor="ctr">
            <a:normAutofit/>
          </a:bodyPr>
          <a:lstStyle/>
          <a:p>
            <a:pPr algn="ctr">
              <a:spcAft>
                <a:spcPts val="0"/>
              </a:spcAft>
            </a:pPr>
            <a:r>
              <a:rPr lang="en-IN" sz="800" b="1">
                <a:solidFill>
                  <a:srgbClr val="A100FF"/>
                </a:solidFill>
                <a:latin typeface="Arial" panose="020B0604020202020204" pitchFamily="34" charset="0"/>
                <a:cs typeface="Arial" panose="020B0604020202020204" pitchFamily="34" charset="0"/>
              </a:rPr>
              <a:t>FLAGS → CHECKER TRAINING DATA</a:t>
            </a:r>
          </a:p>
        </p:txBody>
      </p:sp>
      <p:sp>
        <p:nvSpPr>
          <p:cNvPr id="236" name="cb236"/>
          <p:cNvSpPr/>
          <p:nvPr/>
        </p:nvSpPr>
        <p:spPr>
          <a:xfrm>
            <a:off x="9100000" y="4175000"/>
            <a:ext cx="1000000" cy="170000"/>
          </a:xfrm>
          <a:prstGeom prst="roundRect">
            <a:avLst>
              <a:gd name="adj" fmla="val 12000"/>
            </a:avLst>
          </a:prstGeom>
          <a:solidFill>
            <a:srgbClr val="FFFFFF"/>
          </a:solidFill>
          <a:ln w="3175">
            <a:solidFill>
              <a:srgbClr val="FFFFFF"/>
            </a:solidFill>
          </a:ln>
        </p:spPr>
        <p:txBody>
          <a:bodyPr wrap="square" lIns="30000" tIns="20000" rIns="30000" bIns="20000" anchor="ctr">
            <a:normAutofit/>
          </a:bodyPr>
          <a:lstStyle/>
          <a:p>
            <a:pPr algn="ctr">
              <a:spcAft>
                <a:spcPts val="0"/>
              </a:spcAft>
            </a:pPr>
            <a:r>
              <a:rPr lang="en-IN" sz="750" i="1">
                <a:solidFill>
                  <a:srgbClr val="666666"/>
                </a:solidFill>
                <a:latin typeface="Arial" panose="020B0604020202020204" pitchFamily="34" charset="0"/>
                <a:cs typeface="Arial" panose="020B0604020202020204" pitchFamily="34" charset="0"/>
              </a:rPr>
              <a:t>async audit</a:t>
            </a:r>
          </a:p>
        </p:txBody>
      </p:sp>
      <p:sp>
        <p:nvSpPr>
          <p:cNvPr id="238" name="card238"/>
          <p:cNvSpPr/>
          <p:nvPr/>
        </p:nvSpPr>
        <p:spPr>
          <a:xfrm>
            <a:off x="361188" y="4550000"/>
            <a:ext cx="11279124" cy="1250000"/>
          </a:xfrm>
          <a:prstGeom prst="roundRect">
            <a:avLst>
              <a:gd name="adj" fmla="val 6000"/>
            </a:avLst>
          </a:prstGeom>
          <a:solidFill>
            <a:srgbClr val="FFFFFF"/>
          </a:solidFill>
          <a:ln w="15875">
            <a:solidFill>
              <a:srgbClr val="A100FF"/>
            </a:solidFill>
          </a:ln>
        </p:spPr>
        <p:txBody>
          <a:bodyPr wrap="square" lIns="150000" tIns="110000" rIns="150000" bIns="90000" anchor="t">
            <a:normAutofit lnSpcReduction="10000"/>
          </a:bodyPr>
          <a:lstStyle/>
          <a:p>
            <a:pPr>
              <a:spcAft>
                <a:spcPts val="400"/>
              </a:spcAft>
            </a:pPr>
            <a:r>
              <a:rPr lang="en-IN" sz="1100" b="1">
                <a:solidFill>
                  <a:srgbClr val="A100FF"/>
                </a:solidFill>
                <a:latin typeface="Arial" panose="020B0604020202020204" pitchFamily="34" charset="0"/>
                <a:cs typeface="Arial" panose="020B0604020202020204" pitchFamily="34" charset="0"/>
              </a:rPr>
              <a:t>DEPLOYMENT</a:t>
            </a:r>
          </a:p>
          <a:p>
            <a:pPr>
              <a:lnSpc>
                <a:spcPct val="112000"/>
              </a:lnSpc>
              <a:spcAft>
                <a:spcPts val="600"/>
              </a:spcAft>
            </a:pPr>
            <a:r>
              <a:rPr lang="en-IN" sz="1050">
                <a:solidFill>
                  <a:srgbClr val="2B2B2B"/>
                </a:solidFill>
                <a:latin typeface="Arial"/>
                <a:cs typeface="Arial"/>
              </a:rPr>
              <a:t>A reverse proxy in front of existing LLM traffic - one base-URL change, no retraining; owned by the AI-platform team.</a:t>
            </a:r>
          </a:p>
          <a:p>
            <a:pPr>
              <a:spcAft>
                <a:spcPts val="400"/>
              </a:spcAft>
            </a:pPr>
            <a:r>
              <a:rPr lang="en-IN" sz="1100" b="1">
                <a:solidFill>
                  <a:srgbClr val="A100FF"/>
                </a:solidFill>
                <a:latin typeface="Arial" panose="020B0604020202020204" pitchFamily="34" charset="0"/>
                <a:cs typeface="Arial" panose="020B0604020202020204" pitchFamily="34" charset="0"/>
              </a:rPr>
              <a:t>WHAT SHIPS TODAY</a:t>
            </a:r>
          </a:p>
          <a:p>
            <a:pPr>
              <a:lnSpc>
                <a:spcPct val="112000"/>
              </a:lnSpc>
              <a:spcAft>
                <a:spcPts val="0"/>
              </a:spcAft>
            </a:pPr>
            <a:r>
              <a:rPr lang="en-IN" sz="1050">
                <a:solidFill>
                  <a:srgbClr val="2B2B2B"/>
                </a:solidFill>
                <a:latin typeface="Arial" panose="020B0604020202020204" pitchFamily="34" charset="0"/>
                <a:cs typeface="Arial" panose="020B0604020202020204" pitchFamily="34" charset="0"/>
              </a:rPr>
              <a:t>Four use-case policies ship, with deliberately different risk and latency profiles. Competitive positioning is on its own slide later in this deck.</a:t>
            </a:r>
          </a:p>
        </p:txBody>
      </p:sp>
    </p:spTree>
    <p:extLst>
      <p:ext uri="{BB962C8B-B14F-4D97-AF65-F5344CB8AC3E}">
        <p14:creationId xmlns:p14="http://schemas.microsoft.com/office/powerpoint/2010/main" val="22059804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86DCA-E252-45B6-8790-F0CA74EA47D8}"/>
              </a:ext>
            </a:extLst>
          </p:cNvPr>
          <p:cNvSpPr>
            <a:spLocks noGrp="1"/>
          </p:cNvSpPr>
          <p:nvPr>
            <p:ph type="title"/>
          </p:nvPr>
        </p:nvSpPr>
        <p:spPr>
          <a:xfrm>
            <a:off x="1191348" y="3429000"/>
            <a:ext cx="5190523" cy="984885"/>
          </a:xfrm>
        </p:spPr>
        <p:txBody>
          <a:bodyPr/>
          <a:lstStyle/>
          <a:p>
            <a:r>
              <a:rPr lang="en-US">
                <a:latin typeface="+mj-lt"/>
              </a:rPr>
              <a:t>Thank you</a:t>
            </a:r>
          </a:p>
        </p:txBody>
      </p:sp>
    </p:spTree>
    <p:extLst>
      <p:ext uri="{BB962C8B-B14F-4D97-AF65-F5344CB8AC3E}">
        <p14:creationId xmlns:p14="http://schemas.microsoft.com/office/powerpoint/2010/main" val="15839316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Title 3"/>
          <p:cNvSpPr>
            <a:spLocks noGrp="1"/>
          </p:cNvSpPr>
          <p:nvPr>
            <p:ph type="title" idx="4294967295"/>
          </p:nvPr>
        </p:nvSpPr>
        <p:spPr>
          <a:xfrm>
            <a:off x="361188" y="386334"/>
            <a:ext cx="11279124" cy="470916"/>
          </a:xfrm>
          <a:solidFill>
            <a:srgbClr val="A100FF"/>
          </a:solidFill>
        </p:spPr>
        <p:txBody>
          <a:bodyPr anchor="ctr">
            <a:normAutofit/>
          </a:bodyPr>
          <a:lstStyle/>
          <a:p>
            <a:r>
              <a:rPr lang="en-IN" sz="2000" b="1">
                <a:solidFill>
                  <a:schemeClr val="bg1"/>
                </a:solidFill>
                <a:latin typeface="Graphik"/>
                <a:cs typeface="Arial"/>
              </a:rPr>
              <a:t>Solution architecture: five stages, one decision per response</a:t>
            </a:r>
          </a:p>
        </p:txBody>
      </p:sp>
      <p:sp>
        <p:nvSpPr>
          <p:cNvPr id="102" name="lede"/>
          <p:cNvSpPr>
            <a:spLocks noGrp="1"/>
          </p:cNvSpPr>
          <p:nvPr/>
        </p:nvSpPr>
        <p:spPr>
          <a:xfrm>
            <a:off x="361188" y="940003"/>
            <a:ext cx="11279124" cy="559613"/>
          </a:xfrm>
          <a:prstGeom prst="rect">
            <a:avLst/>
          </a:prstGeom>
          <a:noFill/>
          <a:ln>
            <a:noFill/>
          </a:ln>
        </p:spPr>
        <p:txBody>
          <a:bodyPr>
            <a:normAutofit/>
          </a:bodyPr>
          <a:lstStyle/>
          <a:p>
            <a:pPr>
              <a:lnSpc>
                <a:spcPct val="112000"/>
              </a:lnSpc>
              <a:spcAft>
                <a:spcPts val="0"/>
              </a:spcAft>
            </a:pPr>
            <a:r>
              <a:rPr lang="en-IN" sz="1150" b="1">
                <a:latin typeface="Arial" panose="020B0604020202020204" pitchFamily="34" charset="0"/>
                <a:cs typeface="Arial" panose="020B0604020202020204" pitchFamily="34" charset="0"/>
              </a:rPr>
              <a:t>The ordering is the design. </a:t>
            </a:r>
            <a:r>
              <a:rPr lang="en-IN" sz="1150">
                <a:latin typeface="Arial" panose="020B0604020202020204" pitchFamily="34" charset="0"/>
                <a:cs typeface="Arial" panose="020B0604020202020204" pitchFamily="34" charset="0"/>
              </a:rPr>
              <a:t>The prior runs before generation because it sets the latency posture. The cheap checks run before the verifier because they decide whether the verifier is worth paying for. The verifier runs under a deadline because a check that overruns its budget has failed, not succeeded.</a:t>
            </a:r>
          </a:p>
        </p:txBody>
      </p:sp>
      <p:sp>
        <p:nvSpPr>
          <p:cNvPr id="103" name="card"/>
          <p:cNvSpPr>
            <a:spLocks noGrp="1"/>
          </p:cNvSpPr>
          <p:nvPr/>
        </p:nvSpPr>
        <p:spPr>
          <a:xfrm>
            <a:off x="361188" y="1481328"/>
            <a:ext cx="2175358" cy="1591056"/>
          </a:xfrm>
          <a:prstGeom prst="roundRect">
            <a:avLst>
              <a:gd name="adj" fmla="val 6000"/>
            </a:avLst>
          </a:prstGeom>
          <a:solidFill>
            <a:srgbClr val="F5EBFF"/>
          </a:solidFill>
          <a:ln>
            <a:noFill/>
          </a:ln>
        </p:spPr>
        <p:txBody>
          <a:bodyPr lIns="118872" tIns="91440" rIns="118872" bIns="73152">
            <a:normAutofit/>
          </a:bodyPr>
          <a:lstStyle/>
          <a:p>
            <a:pPr>
              <a:spcAft>
                <a:spcPts val="400"/>
              </a:spcAft>
            </a:pPr>
            <a:r>
              <a:rPr lang="en-IN" sz="1000" b="1">
                <a:solidFill>
                  <a:srgbClr val="A100FF"/>
                </a:solidFill>
                <a:latin typeface="Arial" panose="020B0604020202020204" pitchFamily="34" charset="0"/>
                <a:cs typeface="Arial" panose="020B0604020202020204" pitchFamily="34" charset="0"/>
              </a:rPr>
              <a:t>1 · RISK PRIOR</a:t>
            </a:r>
          </a:p>
          <a:p>
            <a:pPr>
              <a:lnSpc>
                <a:spcPct val="107000"/>
              </a:lnSpc>
              <a:spcAft>
                <a:spcPts val="0"/>
              </a:spcAft>
            </a:pPr>
            <a:r>
              <a:rPr lang="en-IN" sz="900">
                <a:latin typeface="Arial" panose="020B0604020202020204" pitchFamily="34" charset="0"/>
                <a:cs typeface="Arial" panose="020B0604020202020204" pitchFamily="34" charset="0"/>
              </a:rPr>
              <a:t>Before a token is generated. Request signals — endpoint, transaction value, user tier, data sensitivity, geo — set the stakes tier and the latency posture.</a:t>
            </a:r>
          </a:p>
        </p:txBody>
      </p:sp>
      <p:sp>
        <p:nvSpPr>
          <p:cNvPr id="104" name="card"/>
          <p:cNvSpPr>
            <a:spLocks noGrp="1"/>
          </p:cNvSpPr>
          <p:nvPr/>
        </p:nvSpPr>
        <p:spPr>
          <a:xfrm>
            <a:off x="2638044" y="1481328"/>
            <a:ext cx="2175358" cy="1591056"/>
          </a:xfrm>
          <a:prstGeom prst="roundRect">
            <a:avLst>
              <a:gd name="adj" fmla="val 6000"/>
            </a:avLst>
          </a:prstGeom>
          <a:solidFill>
            <a:srgbClr val="FFFFFF"/>
          </a:solidFill>
          <a:ln w="15875">
            <a:solidFill>
              <a:srgbClr val="A100FF"/>
            </a:solidFill>
          </a:ln>
        </p:spPr>
        <p:txBody>
          <a:bodyPr lIns="118872" tIns="91440" rIns="118872" bIns="73152">
            <a:normAutofit/>
          </a:bodyPr>
          <a:lstStyle/>
          <a:p>
            <a:pPr>
              <a:spcAft>
                <a:spcPts val="400"/>
              </a:spcAft>
            </a:pPr>
            <a:r>
              <a:rPr lang="en-IN" sz="1000" b="1">
                <a:solidFill>
                  <a:srgbClr val="A100FF"/>
                </a:solidFill>
                <a:latin typeface="Arial" panose="020B0604020202020204" pitchFamily="34" charset="0"/>
                <a:cs typeface="Arial" panose="020B0604020202020204" pitchFamily="34" charset="0"/>
              </a:rPr>
              <a:t>2 · EVIDENCE</a:t>
            </a:r>
          </a:p>
          <a:p>
            <a:pPr>
              <a:lnSpc>
                <a:spcPct val="107000"/>
              </a:lnSpc>
              <a:spcAft>
                <a:spcPts val="0"/>
              </a:spcAft>
            </a:pPr>
            <a:r>
              <a:rPr lang="en-IN" sz="900">
                <a:latin typeface="Arial" panose="020B0604020202020204" pitchFamily="34" charset="0"/>
                <a:cs typeface="Arial" panose="020B0604020202020204" pitchFamily="34" charset="0"/>
              </a:rPr>
              <a:t>After generation, ordered by cost. Context is prepared once, then the cheap tier — cost telemetry, PII and policy, grounding proxies — runs on 100% of held traffic.</a:t>
            </a:r>
          </a:p>
        </p:txBody>
      </p:sp>
      <p:sp>
        <p:nvSpPr>
          <p:cNvPr id="105" name="card"/>
          <p:cNvSpPr>
            <a:spLocks noGrp="1"/>
          </p:cNvSpPr>
          <p:nvPr/>
        </p:nvSpPr>
        <p:spPr>
          <a:xfrm>
            <a:off x="4914900" y="1481328"/>
            <a:ext cx="2175358" cy="1591056"/>
          </a:xfrm>
          <a:prstGeom prst="roundRect">
            <a:avLst>
              <a:gd name="adj" fmla="val 6000"/>
            </a:avLst>
          </a:prstGeom>
          <a:solidFill>
            <a:srgbClr val="F5EBFF"/>
          </a:solidFill>
          <a:ln>
            <a:noFill/>
          </a:ln>
        </p:spPr>
        <p:txBody>
          <a:bodyPr lIns="118872" tIns="91440" rIns="118872" bIns="73152">
            <a:normAutofit/>
          </a:bodyPr>
          <a:lstStyle/>
          <a:p>
            <a:pPr>
              <a:spcAft>
                <a:spcPts val="400"/>
              </a:spcAft>
            </a:pPr>
            <a:r>
              <a:rPr lang="en-IN" sz="1000" b="1">
                <a:solidFill>
                  <a:srgbClr val="A100FF"/>
                </a:solidFill>
                <a:latin typeface="Arial" panose="020B0604020202020204" pitchFamily="34" charset="0"/>
                <a:cs typeface="Arial" panose="020B0604020202020204" pitchFamily="34" charset="0"/>
              </a:rPr>
              <a:t>3 · ADAPTIVE GATE</a:t>
            </a:r>
          </a:p>
          <a:p>
            <a:pPr>
              <a:lnSpc>
                <a:spcPct val="107000"/>
              </a:lnSpc>
              <a:spcAft>
                <a:spcPts val="0"/>
              </a:spcAft>
            </a:pPr>
            <a:r>
              <a:rPr lang="en-IN" sz="900">
                <a:latin typeface="Arial" panose="020B0604020202020204" pitchFamily="34" charset="0"/>
                <a:cs typeface="Arial" panose="020B0604020202020204" pitchFamily="34" charset="0"/>
              </a:rPr>
              <a:t>Does this response earn the verifier? T2 always does; so does any response whose cheap score clears the threshold; plus an exploration sample.</a:t>
            </a:r>
          </a:p>
        </p:txBody>
      </p:sp>
      <p:sp>
        <p:nvSpPr>
          <p:cNvPr id="106" name="card"/>
          <p:cNvSpPr>
            <a:spLocks noGrp="1"/>
          </p:cNvSpPr>
          <p:nvPr/>
        </p:nvSpPr>
        <p:spPr>
          <a:xfrm>
            <a:off x="7191756" y="1481328"/>
            <a:ext cx="2175358" cy="1591056"/>
          </a:xfrm>
          <a:prstGeom prst="roundRect">
            <a:avLst>
              <a:gd name="adj" fmla="val 6000"/>
            </a:avLst>
          </a:prstGeom>
          <a:solidFill>
            <a:srgbClr val="FFFFFF"/>
          </a:solidFill>
          <a:ln w="15875">
            <a:solidFill>
              <a:srgbClr val="A100FF"/>
            </a:solidFill>
          </a:ln>
        </p:spPr>
        <p:txBody>
          <a:bodyPr lIns="118872" tIns="91440" rIns="118872" bIns="73152">
            <a:normAutofit/>
          </a:bodyPr>
          <a:lstStyle/>
          <a:p>
            <a:pPr>
              <a:spcAft>
                <a:spcPts val="400"/>
              </a:spcAft>
            </a:pPr>
            <a:r>
              <a:rPr lang="en-IN" sz="1000" b="1">
                <a:solidFill>
                  <a:srgbClr val="A100FF"/>
                </a:solidFill>
                <a:latin typeface="Arial" panose="020B0604020202020204" pitchFamily="34" charset="0"/>
                <a:cs typeface="Arial" panose="020B0604020202020204" pitchFamily="34" charset="0"/>
              </a:rPr>
              <a:t>4 · DECISION</a:t>
            </a:r>
          </a:p>
          <a:p>
            <a:pPr>
              <a:lnSpc>
                <a:spcPct val="107000"/>
              </a:lnSpc>
              <a:spcAft>
                <a:spcPts val="0"/>
              </a:spcAft>
            </a:pPr>
            <a:r>
              <a:rPr lang="en-IN" sz="900">
                <a:latin typeface="Arial" panose="020B0604020202020204" pitchFamily="34" charset="0"/>
                <a:cs typeface="Arial" panose="020B0604020202020204" pitchFamily="34" charset="0"/>
              </a:rPr>
              <a:t>Calibrated per-lane models produce p, widened into an uncertainty band by missing evidence. T0 fails open, T1/T2 fail closed. Thresholds derive from the policy's stated λ.</a:t>
            </a:r>
          </a:p>
        </p:txBody>
      </p:sp>
      <p:sp>
        <p:nvSpPr>
          <p:cNvPr id="107" name="card"/>
          <p:cNvSpPr>
            <a:spLocks noGrp="1"/>
          </p:cNvSpPr>
          <p:nvPr/>
        </p:nvSpPr>
        <p:spPr>
          <a:xfrm>
            <a:off x="9468612" y="1481328"/>
            <a:ext cx="2175358" cy="1591056"/>
          </a:xfrm>
          <a:prstGeom prst="roundRect">
            <a:avLst>
              <a:gd name="adj" fmla="val 6000"/>
            </a:avLst>
          </a:prstGeom>
          <a:solidFill>
            <a:srgbClr val="F5EBFF"/>
          </a:solidFill>
          <a:ln>
            <a:noFill/>
          </a:ln>
        </p:spPr>
        <p:txBody>
          <a:bodyPr lIns="118872" tIns="91440" rIns="118872" bIns="73152">
            <a:normAutofit/>
          </a:bodyPr>
          <a:lstStyle/>
          <a:p>
            <a:pPr>
              <a:spcAft>
                <a:spcPts val="400"/>
              </a:spcAft>
            </a:pPr>
            <a:r>
              <a:rPr lang="en-IN" sz="1000" b="1">
                <a:solidFill>
                  <a:srgbClr val="A100FF"/>
                </a:solidFill>
                <a:latin typeface="Arial" panose="020B0604020202020204" pitchFamily="34" charset="0"/>
                <a:cs typeface="Arial" panose="020B0604020202020204" pitchFamily="34" charset="0"/>
              </a:rPr>
              <a:t>5 · ASYNC DEEP PASS</a:t>
            </a:r>
          </a:p>
          <a:p>
            <a:pPr>
              <a:lnSpc>
                <a:spcPct val="107000"/>
              </a:lnSpc>
              <a:spcAft>
                <a:spcPts val="0"/>
              </a:spcAft>
            </a:pPr>
            <a:r>
              <a:rPr lang="en-IN" sz="900">
                <a:latin typeface="Arial" panose="020B0604020202020204" pitchFamily="34" charset="0"/>
                <a:cs typeface="Arial" panose="020B0604020202020204" pitchFamily="34" charset="0"/>
              </a:rPr>
              <a:t>After release, with no latency ceiling: full verifier plus bias. A streamed response now flagged is retracted; a held one is escalated post hoc.</a:t>
            </a:r>
          </a:p>
        </p:txBody>
      </p:sp>
      <p:sp>
        <p:nvSpPr>
          <p:cNvPr id="108" name="card"/>
          <p:cNvSpPr>
            <a:spLocks noGrp="1"/>
          </p:cNvSpPr>
          <p:nvPr/>
        </p:nvSpPr>
        <p:spPr>
          <a:xfrm>
            <a:off x="361188" y="3200400"/>
            <a:ext cx="3593592" cy="868680"/>
          </a:xfrm>
          <a:prstGeom prst="roundRect">
            <a:avLst>
              <a:gd name="adj" fmla="val 6000"/>
            </a:avLst>
          </a:prstGeom>
          <a:solidFill>
            <a:srgbClr val="FFFFFF"/>
          </a:solidFill>
          <a:ln w="15875">
            <a:solidFill>
              <a:srgbClr val="A100FF"/>
            </a:solidFill>
          </a:ln>
        </p:spPr>
        <p:txBody>
          <a:bodyPr lIns="118872" tIns="91440" rIns="118872" bIns="73152">
            <a:normAutofit/>
          </a:bodyPr>
          <a:lstStyle/>
          <a:p>
            <a:pPr>
              <a:spcAft>
                <a:spcPts val="400"/>
              </a:spcAft>
            </a:pPr>
            <a:r>
              <a:rPr lang="en-IN" sz="1000" b="1">
                <a:solidFill>
                  <a:srgbClr val="A100FF"/>
                </a:solidFill>
                <a:latin typeface="Arial" panose="020B0604020202020204" pitchFamily="34" charset="0"/>
                <a:cs typeface="Arial" panose="020B0604020202020204" pitchFamily="34" charset="0"/>
              </a:rPr>
              <a:t>T0 · STREAM</a:t>
            </a:r>
          </a:p>
          <a:p>
            <a:pPr>
              <a:lnSpc>
                <a:spcPct val="107000"/>
              </a:lnSpc>
              <a:spcAft>
                <a:spcPts val="0"/>
              </a:spcAft>
            </a:pPr>
            <a:r>
              <a:rPr lang="en-IN" sz="900">
                <a:latin typeface="Arial" panose="020B0604020202020204" pitchFamily="34" charset="0"/>
                <a:cs typeface="Arial" panose="020B0604020202020204" pitchFamily="34" charset="0"/>
              </a:rPr>
              <a:t>Low stakes. Streams immediately at zero inline overhead, audited after the fact with one-click retraction.</a:t>
            </a:r>
          </a:p>
        </p:txBody>
      </p:sp>
      <p:sp>
        <p:nvSpPr>
          <p:cNvPr id="109" name="card"/>
          <p:cNvSpPr>
            <a:spLocks noGrp="1"/>
          </p:cNvSpPr>
          <p:nvPr/>
        </p:nvSpPr>
        <p:spPr>
          <a:xfrm>
            <a:off x="4201668" y="3200400"/>
            <a:ext cx="3593592" cy="868680"/>
          </a:xfrm>
          <a:prstGeom prst="roundRect">
            <a:avLst>
              <a:gd name="adj" fmla="val 6000"/>
            </a:avLst>
          </a:prstGeom>
          <a:solidFill>
            <a:srgbClr val="FFFFFF"/>
          </a:solidFill>
          <a:ln w="15875">
            <a:solidFill>
              <a:srgbClr val="A100FF"/>
            </a:solidFill>
          </a:ln>
        </p:spPr>
        <p:txBody>
          <a:bodyPr lIns="118872" tIns="91440" rIns="118872" bIns="73152">
            <a:normAutofit/>
          </a:bodyPr>
          <a:lstStyle/>
          <a:p>
            <a:pPr>
              <a:spcAft>
                <a:spcPts val="400"/>
              </a:spcAft>
            </a:pPr>
            <a:r>
              <a:rPr lang="en-IN" sz="1000" b="1">
                <a:solidFill>
                  <a:srgbClr val="A100FF"/>
                </a:solidFill>
                <a:latin typeface="Arial" panose="020B0604020202020204" pitchFamily="34" charset="0"/>
                <a:cs typeface="Arial" panose="020B0604020202020204" pitchFamily="34" charset="0"/>
              </a:rPr>
              <a:t>T1 · HOLD</a:t>
            </a:r>
          </a:p>
          <a:p>
            <a:pPr>
              <a:lnSpc>
                <a:spcPct val="107000"/>
              </a:lnSpc>
              <a:spcAft>
                <a:spcPts val="0"/>
              </a:spcAft>
            </a:pPr>
            <a:r>
              <a:rPr lang="en-IN" sz="900">
                <a:latin typeface="Arial" panose="020B0604020202020204" pitchFamily="34" charset="0"/>
                <a:cs typeface="Arial" panose="020B0604020202020204" pitchFamily="34" charset="0"/>
              </a:rPr>
              <a:t>Held inside a 300 ms budget. Fails closed — missing evidence widens the band upward, not downward.</a:t>
            </a:r>
          </a:p>
        </p:txBody>
      </p:sp>
      <p:sp>
        <p:nvSpPr>
          <p:cNvPr id="110" name="card"/>
          <p:cNvSpPr>
            <a:spLocks noGrp="1"/>
          </p:cNvSpPr>
          <p:nvPr/>
        </p:nvSpPr>
        <p:spPr>
          <a:xfrm>
            <a:off x="8042148" y="3200400"/>
            <a:ext cx="3593592" cy="868680"/>
          </a:xfrm>
          <a:prstGeom prst="roundRect">
            <a:avLst>
              <a:gd name="adj" fmla="val 6000"/>
            </a:avLst>
          </a:prstGeom>
          <a:solidFill>
            <a:srgbClr val="FFFFFF"/>
          </a:solidFill>
          <a:ln w="15875">
            <a:solidFill>
              <a:srgbClr val="A100FF"/>
            </a:solidFill>
          </a:ln>
        </p:spPr>
        <p:txBody>
          <a:bodyPr lIns="118872" tIns="91440" rIns="118872" bIns="73152">
            <a:normAutofit/>
          </a:bodyPr>
          <a:lstStyle/>
          <a:p>
            <a:pPr>
              <a:spcAft>
                <a:spcPts val="400"/>
              </a:spcAft>
            </a:pPr>
            <a:r>
              <a:rPr lang="en-IN" sz="1000" b="1">
                <a:solidFill>
                  <a:srgbClr val="A100FF"/>
                </a:solidFill>
                <a:latin typeface="Arial" panose="020B0604020202020204" pitchFamily="34" charset="0"/>
                <a:cs typeface="Arial" panose="020B0604020202020204" pitchFamily="34" charset="0"/>
              </a:rPr>
              <a:t>T2 · HOLD + DEEP</a:t>
            </a:r>
          </a:p>
          <a:p>
            <a:pPr>
              <a:lnSpc>
                <a:spcPct val="107000"/>
              </a:lnSpc>
              <a:spcAft>
                <a:spcPts val="0"/>
              </a:spcAft>
            </a:pPr>
            <a:r>
              <a:rPr lang="en-IN" sz="900">
                <a:latin typeface="Arial" panose="020B0604020202020204" pitchFamily="34" charset="0"/>
                <a:cs typeface="Arial" panose="020B0604020202020204" pitchFamily="34" charset="0"/>
              </a:rPr>
              <a:t>High stakes. Always earns the verifier, and always gets the asynchronous deep pass afterwards.</a:t>
            </a:r>
          </a:p>
        </p:txBody>
      </p:sp>
      <p:sp>
        <p:nvSpPr>
          <p:cNvPr id="111" name="out"/>
          <p:cNvSpPr>
            <a:spLocks noGrp="1"/>
          </p:cNvSpPr>
          <p:nvPr/>
        </p:nvSpPr>
        <p:spPr>
          <a:xfrm>
            <a:off x="361188" y="4206240"/>
            <a:ext cx="3593592" cy="603504"/>
          </a:xfrm>
          <a:prstGeom prst="roundRect">
            <a:avLst>
              <a:gd name="adj" fmla="val 6000"/>
            </a:avLst>
          </a:prstGeom>
          <a:solidFill>
            <a:srgbClr val="FFFFFF"/>
          </a:solidFill>
          <a:ln w="12700">
            <a:solidFill>
              <a:srgbClr val="1E9E4A"/>
            </a:solidFill>
          </a:ln>
        </p:spPr>
        <p:txBody>
          <a:bodyPr lIns="118872" tIns="73152" rIns="118872" bIns="54864">
            <a:normAutofit/>
          </a:bodyPr>
          <a:lstStyle/>
          <a:p>
            <a:pPr>
              <a:spcAft>
                <a:spcPts val="300"/>
              </a:spcAft>
            </a:pPr>
            <a:r>
              <a:rPr lang="en-IN" sz="950" b="1">
                <a:solidFill>
                  <a:srgbClr val="1E9E4A"/>
                </a:solidFill>
                <a:latin typeface="Arial" panose="020B0604020202020204" pitchFamily="34" charset="0"/>
                <a:cs typeface="Arial" panose="020B0604020202020204" pitchFamily="34" charset="0"/>
              </a:rPr>
              <a:t>GREEN · deliver</a:t>
            </a:r>
          </a:p>
          <a:p>
            <a:pPr>
              <a:spcAft>
                <a:spcPts val="0"/>
              </a:spcAft>
            </a:pPr>
            <a:r>
              <a:rPr lang="en-IN" sz="850">
                <a:solidFill>
                  <a:srgbClr val="2B2B2B"/>
                </a:solidFill>
                <a:latin typeface="Arial" panose="020B0604020202020204" pitchFamily="34" charset="0"/>
                <a:cs typeface="Arial" panose="020B0604020202020204" pitchFamily="34" charset="0"/>
              </a:rPr>
              <a:t>response released unchanged</a:t>
            </a:r>
          </a:p>
        </p:txBody>
      </p:sp>
      <p:sp>
        <p:nvSpPr>
          <p:cNvPr id="112" name="out"/>
          <p:cNvSpPr>
            <a:spLocks noGrp="1"/>
          </p:cNvSpPr>
          <p:nvPr/>
        </p:nvSpPr>
        <p:spPr>
          <a:xfrm>
            <a:off x="4201668" y="4206240"/>
            <a:ext cx="3593592" cy="603504"/>
          </a:xfrm>
          <a:prstGeom prst="roundRect">
            <a:avLst>
              <a:gd name="adj" fmla="val 6000"/>
            </a:avLst>
          </a:prstGeom>
          <a:solidFill>
            <a:srgbClr val="FFFFFF"/>
          </a:solidFill>
          <a:ln w="12700">
            <a:solidFill>
              <a:srgbClr val="D69500"/>
            </a:solidFill>
          </a:ln>
        </p:spPr>
        <p:txBody>
          <a:bodyPr lIns="118872" tIns="73152" rIns="118872" bIns="54864">
            <a:normAutofit/>
          </a:bodyPr>
          <a:lstStyle/>
          <a:p>
            <a:pPr>
              <a:spcAft>
                <a:spcPts val="300"/>
              </a:spcAft>
            </a:pPr>
            <a:r>
              <a:rPr lang="en-IN" sz="950" b="1">
                <a:solidFill>
                  <a:srgbClr val="D69500"/>
                </a:solidFill>
                <a:latin typeface="Arial" panose="020B0604020202020204" pitchFamily="34" charset="0"/>
                <a:cs typeface="Arial" panose="020B0604020202020204" pitchFamily="34" charset="0"/>
              </a:rPr>
              <a:t>YELLOW · auto-edit</a:t>
            </a:r>
          </a:p>
          <a:p>
            <a:pPr>
              <a:spcAft>
                <a:spcPts val="0"/>
              </a:spcAft>
            </a:pPr>
            <a:r>
              <a:rPr lang="en-IN" sz="850">
                <a:solidFill>
                  <a:srgbClr val="2B2B2B"/>
                </a:solidFill>
                <a:latin typeface="Arial" panose="020B0604020202020204" pitchFamily="34" charset="0"/>
                <a:cs typeface="Arial" panose="020B0604020202020204" pitchFamily="34" charset="0"/>
              </a:rPr>
              <a:t>redact, strip the contradicted claim, add a caveat</a:t>
            </a:r>
          </a:p>
        </p:txBody>
      </p:sp>
      <p:sp>
        <p:nvSpPr>
          <p:cNvPr id="113" name="out"/>
          <p:cNvSpPr>
            <a:spLocks noGrp="1"/>
          </p:cNvSpPr>
          <p:nvPr/>
        </p:nvSpPr>
        <p:spPr>
          <a:xfrm>
            <a:off x="8042148" y="4206240"/>
            <a:ext cx="3593592" cy="603504"/>
          </a:xfrm>
          <a:prstGeom prst="roundRect">
            <a:avLst>
              <a:gd name="adj" fmla="val 6000"/>
            </a:avLst>
          </a:prstGeom>
          <a:solidFill>
            <a:srgbClr val="FFFFFF"/>
          </a:solidFill>
          <a:ln w="12700">
            <a:solidFill>
              <a:srgbClr val="D0342C"/>
            </a:solidFill>
          </a:ln>
        </p:spPr>
        <p:txBody>
          <a:bodyPr lIns="118872" tIns="73152" rIns="118872" bIns="54864">
            <a:normAutofit/>
          </a:bodyPr>
          <a:lstStyle/>
          <a:p>
            <a:pPr>
              <a:spcAft>
                <a:spcPts val="300"/>
              </a:spcAft>
            </a:pPr>
            <a:r>
              <a:rPr lang="en-IN" sz="950" b="1">
                <a:solidFill>
                  <a:srgbClr val="D0342C"/>
                </a:solidFill>
                <a:latin typeface="Arial" panose="020B0604020202020204" pitchFamily="34" charset="0"/>
                <a:cs typeface="Arial" panose="020B0604020202020204" pitchFamily="34" charset="0"/>
              </a:rPr>
              <a:t>RED · hold + reroute</a:t>
            </a:r>
          </a:p>
          <a:p>
            <a:pPr>
              <a:spcAft>
                <a:spcPts val="0"/>
              </a:spcAft>
            </a:pPr>
            <a:r>
              <a:rPr lang="en-IN" sz="850">
                <a:solidFill>
                  <a:srgbClr val="2B2B2B"/>
                </a:solidFill>
                <a:latin typeface="Arial" panose="020B0604020202020204" pitchFamily="34" charset="0"/>
                <a:cs typeface="Arial" panose="020B0604020202020204" pitchFamily="34" charset="0"/>
              </a:rPr>
              <a:t>safe template, human queue, full audit record</a:t>
            </a:r>
          </a:p>
        </p:txBody>
      </p:sp>
      <p:sp>
        <p:nvSpPr>
          <p:cNvPr id="114" name="card"/>
          <p:cNvSpPr>
            <a:spLocks noGrp="1"/>
          </p:cNvSpPr>
          <p:nvPr/>
        </p:nvSpPr>
        <p:spPr>
          <a:xfrm>
            <a:off x="361188" y="4974336"/>
            <a:ext cx="5486400" cy="1188720"/>
          </a:xfrm>
          <a:prstGeom prst="roundRect">
            <a:avLst>
              <a:gd name="adj" fmla="val 6000"/>
            </a:avLst>
          </a:prstGeom>
          <a:solidFill>
            <a:srgbClr val="F5EBFF"/>
          </a:solidFill>
          <a:ln>
            <a:noFill/>
          </a:ln>
        </p:spPr>
        <p:txBody>
          <a:bodyPr lIns="118872" tIns="91440" rIns="118872" bIns="73152">
            <a:normAutofit/>
          </a:bodyPr>
          <a:lstStyle/>
          <a:p>
            <a:pPr>
              <a:spcAft>
                <a:spcPts val="400"/>
              </a:spcAft>
            </a:pPr>
            <a:r>
              <a:rPr lang="en-IN" sz="1100" b="1">
                <a:solidFill>
                  <a:srgbClr val="A100FF"/>
                </a:solidFill>
                <a:latin typeface="Arial" panose="020B0604020202020204" pitchFamily="34" charset="0"/>
                <a:cs typeface="Arial" panose="020B0604020202020204" pitchFamily="34" charset="0"/>
              </a:rPr>
              <a:t>POLICY LAYER — CONFIGURATION, NOT CODE</a:t>
            </a:r>
          </a:p>
          <a:p>
            <a:pPr>
              <a:lnSpc>
                <a:spcPct val="107000"/>
              </a:lnSpc>
              <a:spcAft>
                <a:spcPts val="0"/>
              </a:spcAft>
            </a:pPr>
            <a:r>
              <a:rPr lang="en-IN" sz="900">
                <a:latin typeface="Arial" panose="020B0604020202020204" pitchFamily="34" charset="0"/>
                <a:cs typeface="Arial" panose="020B0604020202020204" pitchFamily="34" charset="0"/>
              </a:rPr>
              <a:t>Per use case and per geography, as YAML with overlays. Four use-case policies ship — support, fintech, clinical, batch — plus an EU/GDPR overlay. Thresholds are derived from a stated cost-of-miss ratio, so a changed risk appetite moves the cut points rather than the code.</a:t>
            </a:r>
          </a:p>
        </p:txBody>
      </p:sp>
      <p:sp>
        <p:nvSpPr>
          <p:cNvPr id="115" name="card"/>
          <p:cNvSpPr>
            <a:spLocks noGrp="1"/>
          </p:cNvSpPr>
          <p:nvPr/>
        </p:nvSpPr>
        <p:spPr>
          <a:xfrm>
            <a:off x="6153912" y="4974336"/>
            <a:ext cx="5486400" cy="1188720"/>
          </a:xfrm>
          <a:prstGeom prst="roundRect">
            <a:avLst>
              <a:gd name="adj" fmla="val 6000"/>
            </a:avLst>
          </a:prstGeom>
          <a:solidFill>
            <a:srgbClr val="F5EBFF"/>
          </a:solidFill>
          <a:ln>
            <a:noFill/>
          </a:ln>
        </p:spPr>
        <p:txBody>
          <a:bodyPr lIns="118872" tIns="91440" rIns="118872" bIns="73152">
            <a:normAutofit/>
          </a:bodyPr>
          <a:lstStyle/>
          <a:p>
            <a:pPr>
              <a:spcAft>
                <a:spcPts val="400"/>
              </a:spcAft>
            </a:pPr>
            <a:r>
              <a:rPr lang="en-IN" sz="1100" b="1">
                <a:solidFill>
                  <a:srgbClr val="A100FF"/>
                </a:solidFill>
                <a:latin typeface="Arial" panose="020B0604020202020204" pitchFamily="34" charset="0"/>
                <a:cs typeface="Arial" panose="020B0604020202020204" pitchFamily="34" charset="0"/>
              </a:rPr>
              <a:t>AUDIT AND FEEDBACK — THE LOOP THAT CLOSES</a:t>
            </a:r>
          </a:p>
          <a:p>
            <a:pPr>
              <a:lnSpc>
                <a:spcPct val="107000"/>
              </a:lnSpc>
              <a:spcAft>
                <a:spcPts val="0"/>
              </a:spcAft>
            </a:pPr>
            <a:r>
              <a:rPr lang="en-IN" sz="900">
                <a:latin typeface="Arial" panose="020B0604020202020204" pitchFamily="34" charset="0"/>
                <a:cs typeface="Arial" panose="020B0604020202020204" pitchFamily="34" charset="0"/>
              </a:rPr>
              <a:t>Every decision writes a hash-chained SQLite record. A standalone tool re-derives the chain without importing the app, catching both alteration and truncation. Human confirmations and overrides become labelled rows the lane models are refitted 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Title 3"/>
          <p:cNvSpPr>
            <a:spLocks noGrp="1"/>
          </p:cNvSpPr>
          <p:nvPr>
            <p:ph type="title" idx="4294967295"/>
          </p:nvPr>
        </p:nvSpPr>
        <p:spPr>
          <a:xfrm>
            <a:off x="361188" y="386334"/>
            <a:ext cx="11279124" cy="470916"/>
          </a:xfrm>
          <a:solidFill>
            <a:srgbClr val="A100FF"/>
          </a:solidFill>
        </p:spPr>
        <p:txBody>
          <a:bodyPr anchor="ctr">
            <a:normAutofit/>
          </a:bodyPr>
          <a:lstStyle/>
          <a:p>
            <a:r>
              <a:rPr lang="en-IN" sz="2000" b="1">
                <a:solidFill>
                  <a:schemeClr val="bg1"/>
                </a:solidFill>
                <a:latin typeface="Graphik"/>
                <a:cs typeface="Arial"/>
              </a:rPr>
              <a:t>Who runs it: the platform team owns the gateway, each use case owns its policy</a:t>
            </a:r>
          </a:p>
        </p:txBody>
      </p:sp>
      <p:sp>
        <p:nvSpPr>
          <p:cNvPr id="102" name="lede"/>
          <p:cNvSpPr>
            <a:spLocks noGrp="1"/>
          </p:cNvSpPr>
          <p:nvPr/>
        </p:nvSpPr>
        <p:spPr>
          <a:xfrm>
            <a:off x="361188" y="940003"/>
            <a:ext cx="11279124" cy="559613"/>
          </a:xfrm>
          <a:prstGeom prst="rect">
            <a:avLst/>
          </a:prstGeom>
          <a:noFill/>
          <a:ln>
            <a:noFill/>
          </a:ln>
        </p:spPr>
        <p:txBody>
          <a:bodyPr>
            <a:normAutofit/>
          </a:bodyPr>
          <a:lstStyle/>
          <a:p>
            <a:pPr>
              <a:lnSpc>
                <a:spcPct val="112000"/>
              </a:lnSpc>
              <a:spcAft>
                <a:spcPts val="0"/>
              </a:spcAft>
            </a:pPr>
            <a:r>
              <a:rPr lang="en-IN" sz="1150">
                <a:latin typeface="Arial" panose="020B0604020202020204" pitchFamily="34" charset="0"/>
                <a:cs typeface="Arial" panose="020B0604020202020204" pitchFamily="34" charset="0"/>
              </a:rPr>
              <a:t>AEGIS is a reverse proxy in front of existing LLM traffic — one base-URL change, no retraining, no model swap. That splits the buyer from the day-to-day operator, deliberately: the team that carries the latency budget is not the team that sets the risk appetite.</a:t>
            </a:r>
          </a:p>
        </p:txBody>
      </p:sp>
      <p:sp>
        <p:nvSpPr>
          <p:cNvPr id="103" name="card"/>
          <p:cNvSpPr>
            <a:spLocks noGrp="1"/>
          </p:cNvSpPr>
          <p:nvPr/>
        </p:nvSpPr>
        <p:spPr>
          <a:xfrm>
            <a:off x="361188" y="1481328"/>
            <a:ext cx="5486400" cy="1417320"/>
          </a:xfrm>
          <a:prstGeom prst="roundRect">
            <a:avLst>
              <a:gd name="adj" fmla="val 6000"/>
            </a:avLst>
          </a:prstGeom>
          <a:solidFill>
            <a:srgbClr val="F5EBFF"/>
          </a:solidFill>
          <a:ln>
            <a:noFill/>
          </a:ln>
        </p:spPr>
        <p:txBody>
          <a:bodyPr lIns="118872" tIns="91440" rIns="118872" bIns="73152">
            <a:normAutofit/>
          </a:bodyPr>
          <a:lstStyle/>
          <a:p>
            <a:pPr>
              <a:spcAft>
                <a:spcPts val="400"/>
              </a:spcAft>
            </a:pPr>
            <a:r>
              <a:rPr lang="en-IN" sz="1100" b="1">
                <a:solidFill>
                  <a:srgbClr val="A100FF"/>
                </a:solidFill>
                <a:latin typeface="Arial" panose="020B0604020202020204" pitchFamily="34" charset="0"/>
                <a:cs typeface="Arial" panose="020B0604020202020204" pitchFamily="34" charset="0"/>
              </a:rPr>
              <a:t>THE BUYER — THE AI PLATFORM TEAM</a:t>
            </a:r>
          </a:p>
          <a:p>
            <a:pPr>
              <a:lnSpc>
                <a:spcPct val="107000"/>
              </a:lnSpc>
              <a:spcAft>
                <a:spcPts val="0"/>
              </a:spcAft>
            </a:pPr>
            <a:r>
              <a:rPr lang="en-IN" sz="900">
                <a:latin typeface="Arial" panose="020B0604020202020204" pitchFamily="34" charset="0"/>
                <a:cs typeface="Arial" panose="020B0604020202020204" pitchFamily="34" charset="0"/>
              </a:rPr>
              <a:t>Owns the gateway, the latency budget and the audit trail. Cares that one deployment covers every model and every application behind it, that the overhead is defensible, and that the evidence survives an auditor who arrives months later asking why a specific response went out.</a:t>
            </a:r>
          </a:p>
        </p:txBody>
      </p:sp>
      <p:sp>
        <p:nvSpPr>
          <p:cNvPr id="104" name="card"/>
          <p:cNvSpPr>
            <a:spLocks noGrp="1"/>
          </p:cNvSpPr>
          <p:nvPr/>
        </p:nvSpPr>
        <p:spPr>
          <a:xfrm>
            <a:off x="6153912" y="1481328"/>
            <a:ext cx="5486400" cy="1417320"/>
          </a:xfrm>
          <a:prstGeom prst="roundRect">
            <a:avLst>
              <a:gd name="adj" fmla="val 6000"/>
            </a:avLst>
          </a:prstGeom>
          <a:solidFill>
            <a:srgbClr val="FFFFFF"/>
          </a:solidFill>
          <a:ln w="15875">
            <a:solidFill>
              <a:srgbClr val="A100FF"/>
            </a:solidFill>
          </a:ln>
        </p:spPr>
        <p:txBody>
          <a:bodyPr lIns="118872" tIns="91440" rIns="118872" bIns="73152">
            <a:normAutofit/>
          </a:bodyPr>
          <a:lstStyle/>
          <a:p>
            <a:pPr>
              <a:spcAft>
                <a:spcPts val="400"/>
              </a:spcAft>
            </a:pPr>
            <a:r>
              <a:rPr lang="en-IN" sz="1100" b="1">
                <a:solidFill>
                  <a:srgbClr val="A100FF"/>
                </a:solidFill>
                <a:latin typeface="Arial" panose="020B0604020202020204" pitchFamily="34" charset="0"/>
                <a:cs typeface="Arial" panose="020B0604020202020204" pitchFamily="34" charset="0"/>
              </a:rPr>
              <a:t>THE OPERATORS — PER-USE-CASE POLICY OWNERS</a:t>
            </a:r>
          </a:p>
          <a:p>
            <a:pPr>
              <a:lnSpc>
                <a:spcPct val="107000"/>
              </a:lnSpc>
              <a:spcAft>
                <a:spcPts val="0"/>
              </a:spcAft>
            </a:pPr>
            <a:r>
              <a:rPr lang="en-IN" sz="900">
                <a:latin typeface="Arial" panose="020B0604020202020204" pitchFamily="34" charset="0"/>
                <a:cs typeface="Arial" panose="020B0604020202020204" pitchFamily="34" charset="0"/>
              </a:rPr>
              <a:t>A support lead, a compliance officer, a clinical safety reviewer. Each owns one YAML policy: their own risk appetite, their own thresholds, their own escalation rule — and their own review queue — without touching the gateway or asking the platform team for a deploy.</a:t>
            </a:r>
          </a:p>
        </p:txBody>
      </p:sp>
      <p:sp>
        <p:nvSpPr>
          <p:cNvPr id="105" name="polhdr"/>
          <p:cNvSpPr>
            <a:spLocks noGrp="1"/>
          </p:cNvSpPr>
          <p:nvPr/>
        </p:nvSpPr>
        <p:spPr>
          <a:xfrm>
            <a:off x="361188" y="3044952"/>
            <a:ext cx="11279124" cy="274320"/>
          </a:xfrm>
          <a:prstGeom prst="rect">
            <a:avLst/>
          </a:prstGeom>
          <a:noFill/>
          <a:ln>
            <a:noFill/>
          </a:ln>
        </p:spPr>
        <p:txBody>
          <a:bodyPr>
            <a:normAutofit/>
          </a:bodyPr>
          <a:lstStyle/>
          <a:p>
            <a:pPr>
              <a:spcAft>
                <a:spcPts val="0"/>
              </a:spcAft>
            </a:pPr>
            <a:r>
              <a:rPr lang="en-IN" sz="950" b="1">
                <a:solidFill>
                  <a:srgbClr val="A100FF"/>
                </a:solidFill>
                <a:latin typeface="Arial" panose="020B0604020202020204" pitchFamily="34" charset="0"/>
                <a:cs typeface="Arial" panose="020B0604020202020204" pitchFamily="34" charset="0"/>
              </a:rPr>
              <a:t>FOUR USE-CASE POLICIES SHIP, WITH DELIBERATELY DIFFERENT RISK AND LATENCY PROFILES</a:t>
            </a:r>
          </a:p>
        </p:txBody>
      </p:sp>
      <p:sp>
        <p:nvSpPr>
          <p:cNvPr id="106" name="card"/>
          <p:cNvSpPr>
            <a:spLocks noGrp="1"/>
          </p:cNvSpPr>
          <p:nvPr/>
        </p:nvSpPr>
        <p:spPr>
          <a:xfrm>
            <a:off x="361188" y="3383280"/>
            <a:ext cx="2737714" cy="749808"/>
          </a:xfrm>
          <a:prstGeom prst="roundRect">
            <a:avLst>
              <a:gd name="adj" fmla="val 6000"/>
            </a:avLst>
          </a:prstGeom>
          <a:solidFill>
            <a:srgbClr val="F5EBFF"/>
          </a:solidFill>
          <a:ln>
            <a:noFill/>
          </a:ln>
        </p:spPr>
        <p:txBody>
          <a:bodyPr lIns="109728" tIns="82296" rIns="109728" bIns="54864">
            <a:normAutofit/>
          </a:bodyPr>
          <a:lstStyle/>
          <a:p>
            <a:pPr>
              <a:spcAft>
                <a:spcPts val="400"/>
              </a:spcAft>
            </a:pPr>
            <a:r>
              <a:rPr lang="en-IN" sz="1000" b="1">
                <a:solidFill>
                  <a:srgbClr val="A100FF"/>
                </a:solidFill>
                <a:latin typeface="Arial" panose="020B0604020202020204" pitchFamily="34" charset="0"/>
                <a:cs typeface="Arial" panose="020B0604020202020204" pitchFamily="34" charset="0"/>
              </a:rPr>
              <a:t>support_copilot</a:t>
            </a:r>
          </a:p>
          <a:p>
            <a:pPr>
              <a:lnSpc>
                <a:spcPct val="107000"/>
              </a:lnSpc>
              <a:spcAft>
                <a:spcPts val="0"/>
              </a:spcAft>
            </a:pPr>
            <a:r>
              <a:rPr lang="en-IN" sz="850">
                <a:latin typeface="Arial" panose="020B0604020202020204" pitchFamily="34" charset="0"/>
                <a:cs typeface="Arial" panose="020B0604020202020204" pitchFamily="34" charset="0"/>
              </a:rPr>
              <a:t>T0 / T1 · low stakes · streams · 5% verified inline</a:t>
            </a:r>
          </a:p>
        </p:txBody>
      </p:sp>
      <p:sp>
        <p:nvSpPr>
          <p:cNvPr id="107" name="card"/>
          <p:cNvSpPr>
            <a:spLocks noGrp="1"/>
          </p:cNvSpPr>
          <p:nvPr/>
        </p:nvSpPr>
        <p:spPr>
          <a:xfrm>
            <a:off x="3208630" y="3383280"/>
            <a:ext cx="2737714" cy="749808"/>
          </a:xfrm>
          <a:prstGeom prst="roundRect">
            <a:avLst>
              <a:gd name="adj" fmla="val 6000"/>
            </a:avLst>
          </a:prstGeom>
          <a:solidFill>
            <a:srgbClr val="F5EBFF"/>
          </a:solidFill>
          <a:ln>
            <a:noFill/>
          </a:ln>
        </p:spPr>
        <p:txBody>
          <a:bodyPr lIns="109728" tIns="82296" rIns="109728" bIns="54864">
            <a:normAutofit/>
          </a:bodyPr>
          <a:lstStyle/>
          <a:p>
            <a:pPr>
              <a:spcAft>
                <a:spcPts val="400"/>
              </a:spcAft>
            </a:pPr>
            <a:r>
              <a:rPr lang="en-IN" sz="1000" b="1">
                <a:solidFill>
                  <a:srgbClr val="A100FF"/>
                </a:solidFill>
                <a:latin typeface="Arial" panose="020B0604020202020204" pitchFamily="34" charset="0"/>
                <a:cs typeface="Arial" panose="020B0604020202020204" pitchFamily="34" charset="0"/>
              </a:rPr>
              <a:t>fintech_advisor</a:t>
            </a:r>
          </a:p>
          <a:p>
            <a:pPr>
              <a:lnSpc>
                <a:spcPct val="107000"/>
              </a:lnSpc>
              <a:spcAft>
                <a:spcPts val="0"/>
              </a:spcAft>
            </a:pPr>
            <a:r>
              <a:rPr lang="en-IN" sz="850">
                <a:latin typeface="Arial" panose="020B0604020202020204" pitchFamily="34" charset="0"/>
                <a:cs typeface="Arial" panose="020B0604020202020204" pitchFamily="34" charset="0"/>
              </a:rPr>
              <a:t>T2 · high transaction value · always verified</a:t>
            </a:r>
          </a:p>
        </p:txBody>
      </p:sp>
      <p:sp>
        <p:nvSpPr>
          <p:cNvPr id="108" name="card"/>
          <p:cNvSpPr>
            <a:spLocks noGrp="1"/>
          </p:cNvSpPr>
          <p:nvPr/>
        </p:nvSpPr>
        <p:spPr>
          <a:xfrm>
            <a:off x="6056071" y="3383280"/>
            <a:ext cx="2737714" cy="749808"/>
          </a:xfrm>
          <a:prstGeom prst="roundRect">
            <a:avLst>
              <a:gd name="adj" fmla="val 6000"/>
            </a:avLst>
          </a:prstGeom>
          <a:solidFill>
            <a:srgbClr val="F5EBFF"/>
          </a:solidFill>
          <a:ln>
            <a:noFill/>
          </a:ln>
        </p:spPr>
        <p:txBody>
          <a:bodyPr lIns="109728" tIns="82296" rIns="109728" bIns="54864">
            <a:normAutofit/>
          </a:bodyPr>
          <a:lstStyle/>
          <a:p>
            <a:pPr>
              <a:spcAft>
                <a:spcPts val="400"/>
              </a:spcAft>
            </a:pPr>
            <a:r>
              <a:rPr lang="en-IN" sz="1000" b="1">
                <a:solidFill>
                  <a:srgbClr val="A100FF"/>
                </a:solidFill>
                <a:latin typeface="Arial" panose="020B0604020202020204" pitchFamily="34" charset="0"/>
                <a:cs typeface="Arial" panose="020B0604020202020204" pitchFamily="34" charset="0"/>
              </a:rPr>
              <a:t>clinical_intake</a:t>
            </a:r>
          </a:p>
          <a:p>
            <a:pPr>
              <a:lnSpc>
                <a:spcPct val="107000"/>
              </a:lnSpc>
              <a:spcAft>
                <a:spcPts val="0"/>
              </a:spcAft>
            </a:pPr>
            <a:r>
              <a:rPr lang="en-IN" sz="850">
                <a:latin typeface="Arial" panose="020B0604020202020204" pitchFamily="34" charset="0"/>
                <a:cs typeface="Arial" panose="020B0604020202020204" pitchFamily="34" charset="0"/>
              </a:rPr>
              <a:t>T2 + EU overlay · PHI · never streams</a:t>
            </a:r>
          </a:p>
        </p:txBody>
      </p:sp>
      <p:sp>
        <p:nvSpPr>
          <p:cNvPr id="109" name="card"/>
          <p:cNvSpPr>
            <a:spLocks noGrp="1"/>
          </p:cNvSpPr>
          <p:nvPr/>
        </p:nvSpPr>
        <p:spPr>
          <a:xfrm>
            <a:off x="8903513" y="3383280"/>
            <a:ext cx="2737714" cy="749808"/>
          </a:xfrm>
          <a:prstGeom prst="roundRect">
            <a:avLst>
              <a:gd name="adj" fmla="val 6000"/>
            </a:avLst>
          </a:prstGeom>
          <a:solidFill>
            <a:srgbClr val="F5EBFF"/>
          </a:solidFill>
          <a:ln>
            <a:noFill/>
          </a:ln>
        </p:spPr>
        <p:txBody>
          <a:bodyPr lIns="109728" tIns="82296" rIns="109728" bIns="54864">
            <a:normAutofit/>
          </a:bodyPr>
          <a:lstStyle/>
          <a:p>
            <a:pPr>
              <a:spcAft>
                <a:spcPts val="400"/>
              </a:spcAft>
            </a:pPr>
            <a:r>
              <a:rPr lang="en-IN" sz="1000" b="1">
                <a:solidFill>
                  <a:srgbClr val="A100FF"/>
                </a:solidFill>
                <a:latin typeface="Arial" panose="020B0604020202020204" pitchFamily="34" charset="0"/>
                <a:cs typeface="Arial" panose="020B0604020202020204" pitchFamily="34" charset="0"/>
              </a:rPr>
              <a:t>batch_analytics</a:t>
            </a:r>
          </a:p>
          <a:p>
            <a:pPr>
              <a:lnSpc>
                <a:spcPct val="107000"/>
              </a:lnSpc>
              <a:spcAft>
                <a:spcPts val="0"/>
              </a:spcAft>
            </a:pPr>
            <a:r>
              <a:rPr lang="en-IN" sz="850">
                <a:latin typeface="Arial" panose="020B0604020202020204" pitchFamily="34" charset="0"/>
                <a:cs typeface="Arial" panose="020B0604020202020204" pitchFamily="34" charset="0"/>
              </a:rPr>
              <a:t>T2 · 30 s budget · no latency ceiling</a:t>
            </a:r>
          </a:p>
        </p:txBody>
      </p:sp>
      <p:sp>
        <p:nvSpPr>
          <p:cNvPr id="110" name="card"/>
          <p:cNvSpPr>
            <a:spLocks noGrp="1"/>
          </p:cNvSpPr>
          <p:nvPr/>
        </p:nvSpPr>
        <p:spPr>
          <a:xfrm>
            <a:off x="361188" y="4297680"/>
            <a:ext cx="3593592" cy="1060704"/>
          </a:xfrm>
          <a:prstGeom prst="roundRect">
            <a:avLst>
              <a:gd name="adj" fmla="val 6000"/>
            </a:avLst>
          </a:prstGeom>
          <a:solidFill>
            <a:srgbClr val="FFFFFF"/>
          </a:solidFill>
          <a:ln w="15875">
            <a:solidFill>
              <a:srgbClr val="A100FF"/>
            </a:solidFill>
          </a:ln>
        </p:spPr>
        <p:txBody>
          <a:bodyPr lIns="118872" tIns="91440" rIns="118872" bIns="73152">
            <a:normAutofit/>
          </a:bodyPr>
          <a:lstStyle/>
          <a:p>
            <a:pPr>
              <a:spcAft>
                <a:spcPts val="400"/>
              </a:spcAft>
            </a:pPr>
            <a:r>
              <a:rPr lang="en-IN" sz="1000" b="1">
                <a:solidFill>
                  <a:srgbClr val="A100FF"/>
                </a:solidFill>
                <a:latin typeface="Arial" panose="020B0604020202020204" pitchFamily="34" charset="0"/>
                <a:cs typeface="Arial" panose="020B0604020202020204" pitchFamily="34" charset="0"/>
              </a:rPr>
              <a:t>1 · POINT ONE APP AT IT</a:t>
            </a:r>
          </a:p>
          <a:p>
            <a:pPr>
              <a:lnSpc>
                <a:spcPct val="107000"/>
              </a:lnSpc>
              <a:spcAft>
                <a:spcPts val="0"/>
              </a:spcAft>
            </a:pPr>
            <a:r>
              <a:rPr lang="en-IN" sz="900">
                <a:latin typeface="Arial" panose="020B0604020202020204" pitchFamily="34" charset="0"/>
                <a:cs typeface="Arial" panose="020B0604020202020204" pitchFamily="34" charset="0"/>
              </a:rPr>
              <a:t>Change base_url. Nothing else changes — the client still receives an ordinary OpenAI response, with the policy already applied to its text.</a:t>
            </a:r>
          </a:p>
        </p:txBody>
      </p:sp>
      <p:sp>
        <p:nvSpPr>
          <p:cNvPr id="111" name="card"/>
          <p:cNvSpPr>
            <a:spLocks noGrp="1"/>
          </p:cNvSpPr>
          <p:nvPr/>
        </p:nvSpPr>
        <p:spPr>
          <a:xfrm>
            <a:off x="4201668" y="4297680"/>
            <a:ext cx="3593592" cy="1060704"/>
          </a:xfrm>
          <a:prstGeom prst="roundRect">
            <a:avLst>
              <a:gd name="adj" fmla="val 6000"/>
            </a:avLst>
          </a:prstGeom>
          <a:solidFill>
            <a:srgbClr val="FFFFFF"/>
          </a:solidFill>
          <a:ln w="15875">
            <a:solidFill>
              <a:srgbClr val="A100FF"/>
            </a:solidFill>
          </a:ln>
        </p:spPr>
        <p:txBody>
          <a:bodyPr lIns="118872" tIns="91440" rIns="118872" bIns="73152">
            <a:normAutofit/>
          </a:bodyPr>
          <a:lstStyle/>
          <a:p>
            <a:pPr>
              <a:spcAft>
                <a:spcPts val="400"/>
              </a:spcAft>
            </a:pPr>
            <a:r>
              <a:rPr lang="en-IN" sz="1000" b="1">
                <a:solidFill>
                  <a:srgbClr val="A100FF"/>
                </a:solidFill>
                <a:latin typeface="Arial" panose="020B0604020202020204" pitchFamily="34" charset="0"/>
                <a:cs typeface="Arial" panose="020B0604020202020204" pitchFamily="34" charset="0"/>
              </a:rPr>
              <a:t>2 · RUN IN SHADOW</a:t>
            </a:r>
          </a:p>
          <a:p>
            <a:pPr>
              <a:lnSpc>
                <a:spcPct val="107000"/>
              </a:lnSpc>
              <a:spcAft>
                <a:spcPts val="0"/>
              </a:spcAft>
            </a:pPr>
            <a:r>
              <a:rPr lang="en-IN" sz="900">
                <a:latin typeface="Arial" panose="020B0604020202020204" pitchFamily="34" charset="0"/>
                <a:cs typeface="Arial" panose="020B0604020202020204" pitchFamily="34" charset="0"/>
              </a:rPr>
              <a:t>Every decision is recorded and every metric computed while the actions stay off. The dashboard shows what would have been held, before anything is.</a:t>
            </a:r>
          </a:p>
        </p:txBody>
      </p:sp>
      <p:sp>
        <p:nvSpPr>
          <p:cNvPr id="112" name="card"/>
          <p:cNvSpPr>
            <a:spLocks noGrp="1"/>
          </p:cNvSpPr>
          <p:nvPr/>
        </p:nvSpPr>
        <p:spPr>
          <a:xfrm>
            <a:off x="8042148" y="4297680"/>
            <a:ext cx="3593592" cy="1060704"/>
          </a:xfrm>
          <a:prstGeom prst="roundRect">
            <a:avLst>
              <a:gd name="adj" fmla="val 6000"/>
            </a:avLst>
          </a:prstGeom>
          <a:solidFill>
            <a:srgbClr val="FFFFFF"/>
          </a:solidFill>
          <a:ln w="15875">
            <a:solidFill>
              <a:srgbClr val="A100FF"/>
            </a:solidFill>
          </a:ln>
        </p:spPr>
        <p:txBody>
          <a:bodyPr lIns="118872" tIns="91440" rIns="118872" bIns="73152">
            <a:normAutofit/>
          </a:bodyPr>
          <a:lstStyle/>
          <a:p>
            <a:pPr>
              <a:spcAft>
                <a:spcPts val="400"/>
              </a:spcAft>
            </a:pPr>
            <a:r>
              <a:rPr lang="en-IN" sz="1000" b="1">
                <a:solidFill>
                  <a:srgbClr val="A100FF"/>
                </a:solidFill>
                <a:latin typeface="Arial" panose="020B0604020202020204" pitchFamily="34" charset="0"/>
                <a:cs typeface="Arial" panose="020B0604020202020204" pitchFamily="34" charset="0"/>
              </a:rPr>
              <a:t>3 · ENFORCE, ONE POLICY AT A TIME</a:t>
            </a:r>
          </a:p>
          <a:p>
            <a:pPr>
              <a:lnSpc>
                <a:spcPct val="107000"/>
              </a:lnSpc>
              <a:spcAft>
                <a:spcPts val="0"/>
              </a:spcAft>
            </a:pPr>
            <a:r>
              <a:rPr lang="en-IN" sz="900">
                <a:latin typeface="Arial" panose="020B0604020202020204" pitchFamily="34" charset="0"/>
                <a:cs typeface="Arial" panose="020B0604020202020204" pitchFamily="34" charset="0"/>
              </a:rPr>
              <a:t>Turn actions on for a single use case, starting where hold-and-release is already expected and the cost of a miss is already known.</a:t>
            </a:r>
          </a:p>
        </p:txBody>
      </p:sp>
      <p:sp>
        <p:nvSpPr>
          <p:cNvPr id="113" name="foot"/>
          <p:cNvSpPr>
            <a:spLocks noGrp="1"/>
          </p:cNvSpPr>
          <p:nvPr/>
        </p:nvSpPr>
        <p:spPr>
          <a:xfrm>
            <a:off x="361188" y="5522976"/>
            <a:ext cx="11279124" cy="566928"/>
          </a:xfrm>
          <a:prstGeom prst="rect">
            <a:avLst/>
          </a:prstGeom>
          <a:noFill/>
          <a:ln>
            <a:noFill/>
          </a:ln>
        </p:spPr>
        <p:txBody>
          <a:bodyPr>
            <a:normAutofit/>
          </a:bodyPr>
          <a:lstStyle/>
          <a:p>
            <a:pPr>
              <a:lnSpc>
                <a:spcPct val="110000"/>
              </a:lnSpc>
              <a:spcAft>
                <a:spcPts val="0"/>
              </a:spcAft>
            </a:pPr>
            <a:r>
              <a:rPr lang="en-IN" sz="950" b="1">
                <a:solidFill>
                  <a:srgbClr val="A100FF"/>
                </a:solidFill>
                <a:latin typeface="Arial" panose="020B0604020202020204" pitchFamily="34" charset="0"/>
                <a:cs typeface="Arial" panose="020B0604020202020204" pitchFamily="34" charset="0"/>
              </a:rPr>
              <a:t>Deployment reality: </a:t>
            </a:r>
            <a:r>
              <a:rPr lang="en-IN" sz="950">
                <a:solidFill>
                  <a:srgbClr val="2B2B2B"/>
                </a:solidFill>
                <a:latin typeface="Arial" panose="020B0604020202020204" pitchFamily="34" charset="0"/>
                <a:cs typeface="Arial" panose="020B0604020202020204" pitchFamily="34" charset="0"/>
              </a:rPr>
              <a:t>eight pinned Python packages. No ML framework, no database server, no JavaScript build chain. One command runs the whole system offline from a clean clone — no API key, no Docker, no network.</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Title 3"/>
          <p:cNvSpPr>
            <a:spLocks noGrp="1"/>
          </p:cNvSpPr>
          <p:nvPr>
            <p:ph type="title" idx="4294967295"/>
          </p:nvPr>
        </p:nvSpPr>
        <p:spPr>
          <a:xfrm>
            <a:off x="361188" y="386334"/>
            <a:ext cx="11279124" cy="470916"/>
          </a:xfrm>
          <a:solidFill>
            <a:srgbClr val="A100FF"/>
          </a:solidFill>
        </p:spPr>
        <p:txBody>
          <a:bodyPr anchor="ctr">
            <a:normAutofit/>
          </a:bodyPr>
          <a:lstStyle/>
          <a:p>
            <a:r>
              <a:rPr lang="en-IN" sz="2000" b="1">
                <a:solidFill>
                  <a:schemeClr val="bg1"/>
                </a:solidFill>
                <a:latin typeface="Graphik"/>
                <a:cs typeface="Arial"/>
              </a:rPr>
              <a:t>Prototype results: detection quality against a seeded, labelled scenario set</a:t>
            </a:r>
          </a:p>
        </p:txBody>
      </p:sp>
      <p:sp>
        <p:nvSpPr>
          <p:cNvPr id="102" name="lede"/>
          <p:cNvSpPr>
            <a:spLocks noGrp="1"/>
          </p:cNvSpPr>
          <p:nvPr/>
        </p:nvSpPr>
        <p:spPr>
          <a:xfrm>
            <a:off x="361188" y="940003"/>
            <a:ext cx="11279124" cy="559613"/>
          </a:xfrm>
          <a:prstGeom prst="rect">
            <a:avLst/>
          </a:prstGeom>
          <a:noFill/>
          <a:ln>
            <a:noFill/>
          </a:ln>
        </p:spPr>
        <p:txBody>
          <a:bodyPr>
            <a:normAutofit/>
          </a:bodyPr>
          <a:lstStyle/>
          <a:p>
            <a:pPr>
              <a:lnSpc>
                <a:spcPct val="112000"/>
              </a:lnSpc>
              <a:spcAft>
                <a:spcPts val="0"/>
              </a:spcAft>
            </a:pPr>
            <a:r>
              <a:rPr lang="en-IN" sz="1150">
                <a:latin typeface="Arial" panose="020B0604020202020204" pitchFamily="34" charset="0"/>
                <a:cs typeface="Arial" panose="020B0604020202020204" pitchFamily="34" charset="0"/>
              </a:rPr>
              <a:t>21 labelled evaluation scenarios and 65 calibration rows, disjoint by construction. Checks cannot read scenario_id or ground_truth — a test enforces that boundary, because without it every number on this slide would be worthless.</a:t>
            </a:r>
          </a:p>
        </p:txBody>
      </p:sp>
      <p:sp>
        <p:nvSpPr>
          <p:cNvPr id="103" name="stat"/>
          <p:cNvSpPr>
            <a:spLocks noGrp="1"/>
          </p:cNvSpPr>
          <p:nvPr/>
        </p:nvSpPr>
        <p:spPr>
          <a:xfrm>
            <a:off x="361188" y="1481328"/>
            <a:ext cx="2606040" cy="1572768"/>
          </a:xfrm>
          <a:prstGeom prst="roundRect">
            <a:avLst>
              <a:gd name="adj" fmla="val 6000"/>
            </a:avLst>
          </a:prstGeom>
          <a:solidFill>
            <a:srgbClr val="F5EBFF"/>
          </a:solidFill>
          <a:ln>
            <a:noFill/>
          </a:ln>
        </p:spPr>
        <p:txBody>
          <a:bodyPr lIns="146304" tIns="118872" rIns="128016" bIns="73152">
            <a:normAutofit/>
          </a:bodyPr>
          <a:lstStyle/>
          <a:p>
            <a:pPr>
              <a:spcAft>
                <a:spcPts val="300"/>
              </a:spcAft>
            </a:pPr>
            <a:r>
              <a:rPr lang="en-IN" sz="900" b="1">
                <a:solidFill>
                  <a:srgbClr val="A100FF"/>
                </a:solidFill>
                <a:latin typeface="Arial" panose="020B0604020202020204" pitchFamily="34" charset="0"/>
                <a:cs typeface="Arial" panose="020B0604020202020204" pitchFamily="34" charset="0"/>
              </a:rPr>
              <a:t>FINAL DECISION ACCURACY</a:t>
            </a:r>
          </a:p>
          <a:p>
            <a:pPr>
              <a:spcAft>
                <a:spcPts val="200"/>
              </a:spcAft>
            </a:pPr>
            <a:r>
              <a:rPr lang="en-IN" sz="3200" b="1">
                <a:solidFill>
                  <a:srgbClr val="A100FF"/>
                </a:solidFill>
                <a:latin typeface="Arial" panose="020B0604020202020204" pitchFamily="34" charset="0"/>
                <a:cs typeface="Arial" panose="020B0604020202020204" pitchFamily="34" charset="0"/>
              </a:rPr>
              <a:t>95.2%</a:t>
            </a:r>
          </a:p>
          <a:p>
            <a:pPr>
              <a:spcAft>
                <a:spcPts val="0"/>
              </a:spcAft>
            </a:pPr>
            <a:r>
              <a:rPr lang="en-IN" sz="850">
                <a:solidFill>
                  <a:srgbClr val="2B2B2B"/>
                </a:solidFill>
                <a:latin typeface="Arial" panose="020B0604020202020204" pitchFamily="34" charset="0"/>
                <a:cs typeface="Arial" panose="020B0604020202020204" pitchFamily="34" charset="0"/>
              </a:rPr>
              <a:t>20 of 21 scenarios, after the asynchronous deep pass</a:t>
            </a:r>
          </a:p>
        </p:txBody>
      </p:sp>
      <p:sp>
        <p:nvSpPr>
          <p:cNvPr id="104" name="tblbg"/>
          <p:cNvSpPr>
            <a:spLocks noGrp="1"/>
          </p:cNvSpPr>
          <p:nvPr/>
        </p:nvSpPr>
        <p:spPr>
          <a:xfrm>
            <a:off x="3200400" y="1481328"/>
            <a:ext cx="8439912" cy="1572768"/>
          </a:xfrm>
          <a:prstGeom prst="roundRect">
            <a:avLst>
              <a:gd name="adj" fmla="val 6000"/>
            </a:avLst>
          </a:prstGeom>
          <a:solidFill>
            <a:srgbClr val="FFFFFF"/>
          </a:solidFill>
          <a:ln w="12700">
            <a:solidFill>
              <a:srgbClr val="A100FF"/>
            </a:solidFill>
          </a:ln>
        </p:spPr>
        <p:txBody>
          <a:bodyPr>
            <a:normAutofit/>
          </a:bodyPr>
          <a:lstStyle/>
          <a:p>
            <a:pPr>
              <a:spcAft>
                <a:spcPts val="0"/>
              </a:spcAft>
            </a:pPr>
            <a:r>
              <a:rPr lang="en-IN" sz="800">
                <a:latin typeface="Arial" panose="020B0604020202020204" pitchFamily="34" charset="0"/>
                <a:cs typeface="Arial" panose="020B0604020202020204" pitchFamily="34" charset="0"/>
              </a:rPr>
              <a:t> </a:t>
            </a:r>
          </a:p>
        </p:txBody>
      </p:sp>
      <p:sp>
        <p:nvSpPr>
          <p:cNvPr id="105" name="col"/>
          <p:cNvSpPr>
            <a:spLocks noGrp="1"/>
          </p:cNvSpPr>
          <p:nvPr/>
        </p:nvSpPr>
        <p:spPr>
          <a:xfrm>
            <a:off x="3364992" y="1609344"/>
            <a:ext cx="1874520" cy="1371600"/>
          </a:xfrm>
          <a:prstGeom prst="rect">
            <a:avLst/>
          </a:prstGeom>
          <a:noFill/>
          <a:ln>
            <a:noFill/>
          </a:ln>
        </p:spPr>
        <p:txBody>
          <a:bodyPr lIns="18288" tIns="18288" rIns="18288" bIns="18288">
            <a:normAutofit/>
          </a:bodyPr>
          <a:lstStyle/>
          <a:p>
            <a:pPr>
              <a:spcAft>
                <a:spcPts val="280"/>
              </a:spcAft>
            </a:pPr>
            <a:r>
              <a:rPr lang="en-IN" sz="900" b="1">
                <a:solidFill>
                  <a:srgbClr val="A100FF"/>
                </a:solidFill>
                <a:latin typeface="Arial" panose="020B0604020202020204" pitchFamily="34" charset="0"/>
                <a:cs typeface="Arial" panose="020B0604020202020204" pitchFamily="34" charset="0"/>
              </a:rPr>
              <a:t>Lane</a:t>
            </a:r>
          </a:p>
          <a:p>
            <a:pPr>
              <a:spcAft>
                <a:spcPts val="240"/>
              </a:spcAft>
            </a:pPr>
            <a:r>
              <a:rPr lang="en-IN" sz="1000">
                <a:solidFill>
                  <a:srgbClr val="2B2B2B"/>
                </a:solidFill>
                <a:latin typeface="Arial" panose="020B0604020202020204" pitchFamily="34" charset="0"/>
                <a:cs typeface="Arial" panose="020B0604020202020204" pitchFamily="34" charset="0"/>
              </a:rPr>
              <a:t>Performance</a:t>
            </a:r>
          </a:p>
          <a:p>
            <a:pPr>
              <a:spcAft>
                <a:spcPts val="240"/>
              </a:spcAft>
            </a:pPr>
            <a:r>
              <a:rPr lang="en-IN" sz="1000">
                <a:solidFill>
                  <a:srgbClr val="666666"/>
                </a:solidFill>
                <a:latin typeface="Arial" panose="020B0604020202020204" pitchFamily="34" charset="0"/>
                <a:cs typeface="Arial" panose="020B0604020202020204" pitchFamily="34" charset="0"/>
              </a:rPr>
              <a:t>Cost</a:t>
            </a:r>
          </a:p>
          <a:p>
            <a:pPr>
              <a:spcAft>
                <a:spcPts val="240"/>
              </a:spcAft>
            </a:pPr>
            <a:r>
              <a:rPr lang="en-IN" sz="1000">
                <a:solidFill>
                  <a:srgbClr val="2B2B2B"/>
                </a:solidFill>
                <a:latin typeface="Arial" panose="020B0604020202020204" pitchFamily="34" charset="0"/>
                <a:cs typeface="Arial" panose="020B0604020202020204" pitchFamily="34" charset="0"/>
              </a:rPr>
              <a:t>Responsibility</a:t>
            </a:r>
          </a:p>
        </p:txBody>
      </p:sp>
      <p:sp>
        <p:nvSpPr>
          <p:cNvPr id="106" name="col"/>
          <p:cNvSpPr>
            <a:spLocks noGrp="1"/>
          </p:cNvSpPr>
          <p:nvPr/>
        </p:nvSpPr>
        <p:spPr>
          <a:xfrm>
            <a:off x="5303520" y="1609344"/>
            <a:ext cx="502920" cy="1371600"/>
          </a:xfrm>
          <a:prstGeom prst="rect">
            <a:avLst/>
          </a:prstGeom>
          <a:noFill/>
          <a:ln>
            <a:noFill/>
          </a:ln>
        </p:spPr>
        <p:txBody>
          <a:bodyPr lIns="18288" tIns="18288" rIns="18288" bIns="18288">
            <a:normAutofit/>
          </a:bodyPr>
          <a:lstStyle/>
          <a:p>
            <a:pPr algn="ctr">
              <a:spcAft>
                <a:spcPts val="280"/>
              </a:spcAft>
            </a:pPr>
            <a:r>
              <a:rPr lang="en-IN" sz="900" b="1">
                <a:solidFill>
                  <a:srgbClr val="A100FF"/>
                </a:solidFill>
                <a:latin typeface="Arial" panose="020B0604020202020204" pitchFamily="34" charset="0"/>
                <a:cs typeface="Arial" panose="020B0604020202020204" pitchFamily="34" charset="0"/>
              </a:rPr>
              <a:t>TP</a:t>
            </a:r>
          </a:p>
          <a:p>
            <a:pPr algn="ctr">
              <a:spcAft>
                <a:spcPts val="240"/>
              </a:spcAft>
            </a:pPr>
            <a:r>
              <a:rPr lang="en-IN" sz="1000" b="1">
                <a:solidFill>
                  <a:srgbClr val="2B2B2B"/>
                </a:solidFill>
                <a:latin typeface="Arial" panose="020B0604020202020204" pitchFamily="34" charset="0"/>
                <a:cs typeface="Arial" panose="020B0604020202020204" pitchFamily="34" charset="0"/>
              </a:rPr>
              <a:t>11</a:t>
            </a:r>
          </a:p>
          <a:p>
            <a:pPr algn="ctr">
              <a:spcAft>
                <a:spcPts val="240"/>
              </a:spcAft>
            </a:pPr>
            <a:r>
              <a:rPr lang="en-IN" sz="1000" b="1">
                <a:solidFill>
                  <a:srgbClr val="666666"/>
                </a:solidFill>
                <a:latin typeface="Arial" panose="020B0604020202020204" pitchFamily="34" charset="0"/>
                <a:cs typeface="Arial" panose="020B0604020202020204" pitchFamily="34" charset="0"/>
              </a:rPr>
              <a:t>1</a:t>
            </a:r>
          </a:p>
          <a:p>
            <a:pPr algn="ctr">
              <a:spcAft>
                <a:spcPts val="240"/>
              </a:spcAft>
            </a:pPr>
            <a:r>
              <a:rPr lang="en-IN" sz="1000" b="1">
                <a:solidFill>
                  <a:srgbClr val="2B2B2B"/>
                </a:solidFill>
                <a:latin typeface="Arial" panose="020B0604020202020204" pitchFamily="34" charset="0"/>
                <a:cs typeface="Arial" panose="020B0604020202020204" pitchFamily="34" charset="0"/>
              </a:rPr>
              <a:t>6</a:t>
            </a:r>
          </a:p>
        </p:txBody>
      </p:sp>
      <p:sp>
        <p:nvSpPr>
          <p:cNvPr id="107" name="col"/>
          <p:cNvSpPr>
            <a:spLocks noGrp="1"/>
          </p:cNvSpPr>
          <p:nvPr/>
        </p:nvSpPr>
        <p:spPr>
          <a:xfrm>
            <a:off x="5833872" y="1609344"/>
            <a:ext cx="502920" cy="1371600"/>
          </a:xfrm>
          <a:prstGeom prst="rect">
            <a:avLst/>
          </a:prstGeom>
          <a:noFill/>
          <a:ln>
            <a:noFill/>
          </a:ln>
        </p:spPr>
        <p:txBody>
          <a:bodyPr lIns="18288" tIns="18288" rIns="18288" bIns="18288">
            <a:normAutofit/>
          </a:bodyPr>
          <a:lstStyle/>
          <a:p>
            <a:pPr algn="ctr">
              <a:spcAft>
                <a:spcPts val="280"/>
              </a:spcAft>
            </a:pPr>
            <a:r>
              <a:rPr lang="en-IN" sz="900" b="1">
                <a:solidFill>
                  <a:srgbClr val="A100FF"/>
                </a:solidFill>
                <a:latin typeface="Arial" panose="020B0604020202020204" pitchFamily="34" charset="0"/>
                <a:cs typeface="Arial" panose="020B0604020202020204" pitchFamily="34" charset="0"/>
              </a:rPr>
              <a:t>FP</a:t>
            </a:r>
          </a:p>
          <a:p>
            <a:pPr algn="ctr">
              <a:spcAft>
                <a:spcPts val="240"/>
              </a:spcAft>
            </a:pPr>
            <a:r>
              <a:rPr lang="en-IN" sz="1000" b="1">
                <a:solidFill>
                  <a:srgbClr val="2B2B2B"/>
                </a:solidFill>
                <a:latin typeface="Arial" panose="020B0604020202020204" pitchFamily="34" charset="0"/>
                <a:cs typeface="Arial" panose="020B0604020202020204" pitchFamily="34" charset="0"/>
              </a:rPr>
              <a:t>1</a:t>
            </a:r>
          </a:p>
          <a:p>
            <a:pPr algn="ctr">
              <a:spcAft>
                <a:spcPts val="240"/>
              </a:spcAft>
            </a:pPr>
            <a:r>
              <a:rPr lang="en-IN" sz="1000" b="1">
                <a:solidFill>
                  <a:srgbClr val="666666"/>
                </a:solidFill>
                <a:latin typeface="Arial" panose="020B0604020202020204" pitchFamily="34" charset="0"/>
                <a:cs typeface="Arial" panose="020B0604020202020204" pitchFamily="34" charset="0"/>
              </a:rPr>
              <a:t>0</a:t>
            </a:r>
          </a:p>
          <a:p>
            <a:pPr algn="ctr">
              <a:spcAft>
                <a:spcPts val="240"/>
              </a:spcAft>
            </a:pPr>
            <a:r>
              <a:rPr lang="en-IN" sz="1000" b="1">
                <a:solidFill>
                  <a:srgbClr val="2B2B2B"/>
                </a:solidFill>
                <a:latin typeface="Arial" panose="020B0604020202020204" pitchFamily="34" charset="0"/>
                <a:cs typeface="Arial" panose="020B0604020202020204" pitchFamily="34" charset="0"/>
              </a:rPr>
              <a:t>0</a:t>
            </a:r>
          </a:p>
        </p:txBody>
      </p:sp>
      <p:sp>
        <p:nvSpPr>
          <p:cNvPr id="108" name="col"/>
          <p:cNvSpPr>
            <a:spLocks noGrp="1"/>
          </p:cNvSpPr>
          <p:nvPr/>
        </p:nvSpPr>
        <p:spPr>
          <a:xfrm>
            <a:off x="6364224" y="1609344"/>
            <a:ext cx="502920" cy="1371600"/>
          </a:xfrm>
          <a:prstGeom prst="rect">
            <a:avLst/>
          </a:prstGeom>
          <a:noFill/>
          <a:ln>
            <a:noFill/>
          </a:ln>
        </p:spPr>
        <p:txBody>
          <a:bodyPr lIns="18288" tIns="18288" rIns="18288" bIns="18288">
            <a:normAutofit/>
          </a:bodyPr>
          <a:lstStyle/>
          <a:p>
            <a:pPr algn="ctr">
              <a:spcAft>
                <a:spcPts val="280"/>
              </a:spcAft>
            </a:pPr>
            <a:r>
              <a:rPr lang="en-IN" sz="900" b="1">
                <a:solidFill>
                  <a:srgbClr val="A100FF"/>
                </a:solidFill>
                <a:latin typeface="Arial" panose="020B0604020202020204" pitchFamily="34" charset="0"/>
                <a:cs typeface="Arial" panose="020B0604020202020204" pitchFamily="34" charset="0"/>
              </a:rPr>
              <a:t>FN</a:t>
            </a:r>
          </a:p>
          <a:p>
            <a:pPr algn="ctr">
              <a:spcAft>
                <a:spcPts val="240"/>
              </a:spcAft>
            </a:pPr>
            <a:r>
              <a:rPr lang="en-IN" sz="1000" b="1">
                <a:solidFill>
                  <a:srgbClr val="2B2B2B"/>
                </a:solidFill>
                <a:latin typeface="Arial" panose="020B0604020202020204" pitchFamily="34" charset="0"/>
                <a:cs typeface="Arial" panose="020B0604020202020204" pitchFamily="34" charset="0"/>
              </a:rPr>
              <a:t>0</a:t>
            </a:r>
          </a:p>
          <a:p>
            <a:pPr algn="ctr">
              <a:spcAft>
                <a:spcPts val="240"/>
              </a:spcAft>
            </a:pPr>
            <a:r>
              <a:rPr lang="en-IN" sz="1000" b="1">
                <a:solidFill>
                  <a:srgbClr val="666666"/>
                </a:solidFill>
                <a:latin typeface="Arial" panose="020B0604020202020204" pitchFamily="34" charset="0"/>
                <a:cs typeface="Arial" panose="020B0604020202020204" pitchFamily="34" charset="0"/>
              </a:rPr>
              <a:t>0</a:t>
            </a:r>
          </a:p>
          <a:p>
            <a:pPr algn="ctr">
              <a:spcAft>
                <a:spcPts val="240"/>
              </a:spcAft>
            </a:pPr>
            <a:r>
              <a:rPr lang="en-IN" sz="1000" b="1">
                <a:solidFill>
                  <a:srgbClr val="2B2B2B"/>
                </a:solidFill>
                <a:latin typeface="Arial" panose="020B0604020202020204" pitchFamily="34" charset="0"/>
                <a:cs typeface="Arial" panose="020B0604020202020204" pitchFamily="34" charset="0"/>
              </a:rPr>
              <a:t>0</a:t>
            </a:r>
          </a:p>
        </p:txBody>
      </p:sp>
      <p:sp>
        <p:nvSpPr>
          <p:cNvPr id="109" name="col"/>
          <p:cNvSpPr>
            <a:spLocks noGrp="1"/>
          </p:cNvSpPr>
          <p:nvPr/>
        </p:nvSpPr>
        <p:spPr>
          <a:xfrm>
            <a:off x="6894576" y="1609344"/>
            <a:ext cx="502920" cy="1371600"/>
          </a:xfrm>
          <a:prstGeom prst="rect">
            <a:avLst/>
          </a:prstGeom>
          <a:noFill/>
          <a:ln>
            <a:noFill/>
          </a:ln>
        </p:spPr>
        <p:txBody>
          <a:bodyPr lIns="18288" tIns="18288" rIns="18288" bIns="18288">
            <a:normAutofit/>
          </a:bodyPr>
          <a:lstStyle/>
          <a:p>
            <a:pPr algn="ctr">
              <a:spcAft>
                <a:spcPts val="280"/>
              </a:spcAft>
            </a:pPr>
            <a:r>
              <a:rPr lang="en-IN" sz="900" b="1">
                <a:solidFill>
                  <a:srgbClr val="A100FF"/>
                </a:solidFill>
                <a:latin typeface="Arial" panose="020B0604020202020204" pitchFamily="34" charset="0"/>
                <a:cs typeface="Arial" panose="020B0604020202020204" pitchFamily="34" charset="0"/>
              </a:rPr>
              <a:t>TN</a:t>
            </a:r>
          </a:p>
          <a:p>
            <a:pPr algn="ctr">
              <a:spcAft>
                <a:spcPts val="240"/>
              </a:spcAft>
            </a:pPr>
            <a:r>
              <a:rPr lang="en-IN" sz="1000" b="1">
                <a:solidFill>
                  <a:srgbClr val="2B2B2B"/>
                </a:solidFill>
                <a:latin typeface="Arial" panose="020B0604020202020204" pitchFamily="34" charset="0"/>
                <a:cs typeface="Arial" panose="020B0604020202020204" pitchFamily="34" charset="0"/>
              </a:rPr>
              <a:t>9</a:t>
            </a:r>
          </a:p>
          <a:p>
            <a:pPr algn="ctr">
              <a:spcAft>
                <a:spcPts val="240"/>
              </a:spcAft>
            </a:pPr>
            <a:r>
              <a:rPr lang="en-IN" sz="1000" b="1">
                <a:solidFill>
                  <a:srgbClr val="666666"/>
                </a:solidFill>
                <a:latin typeface="Arial" panose="020B0604020202020204" pitchFamily="34" charset="0"/>
                <a:cs typeface="Arial" panose="020B0604020202020204" pitchFamily="34" charset="0"/>
              </a:rPr>
              <a:t>20</a:t>
            </a:r>
          </a:p>
          <a:p>
            <a:pPr algn="ctr">
              <a:spcAft>
                <a:spcPts val="240"/>
              </a:spcAft>
            </a:pPr>
            <a:r>
              <a:rPr lang="en-IN" sz="1000" b="1">
                <a:solidFill>
                  <a:srgbClr val="2B2B2B"/>
                </a:solidFill>
                <a:latin typeface="Arial" panose="020B0604020202020204" pitchFamily="34" charset="0"/>
                <a:cs typeface="Arial" panose="020B0604020202020204" pitchFamily="34" charset="0"/>
              </a:rPr>
              <a:t>15</a:t>
            </a:r>
          </a:p>
        </p:txBody>
      </p:sp>
      <p:sp>
        <p:nvSpPr>
          <p:cNvPr id="110" name="col"/>
          <p:cNvSpPr>
            <a:spLocks noGrp="1"/>
          </p:cNvSpPr>
          <p:nvPr/>
        </p:nvSpPr>
        <p:spPr>
          <a:xfrm>
            <a:off x="7589520" y="1609344"/>
            <a:ext cx="1207008" cy="1371600"/>
          </a:xfrm>
          <a:prstGeom prst="rect">
            <a:avLst/>
          </a:prstGeom>
          <a:noFill/>
          <a:ln>
            <a:noFill/>
          </a:ln>
        </p:spPr>
        <p:txBody>
          <a:bodyPr lIns="18288" tIns="18288" rIns="18288" bIns="18288">
            <a:normAutofit/>
          </a:bodyPr>
          <a:lstStyle/>
          <a:p>
            <a:pPr algn="ctr">
              <a:spcAft>
                <a:spcPts val="280"/>
              </a:spcAft>
            </a:pPr>
            <a:r>
              <a:rPr lang="en-IN" sz="900" b="1">
                <a:solidFill>
                  <a:srgbClr val="A100FF"/>
                </a:solidFill>
                <a:latin typeface="Arial" panose="020B0604020202020204" pitchFamily="34" charset="0"/>
                <a:cs typeface="Arial" panose="020B0604020202020204" pitchFamily="34" charset="0"/>
              </a:rPr>
              <a:t>Precision</a:t>
            </a:r>
          </a:p>
          <a:p>
            <a:pPr algn="ctr">
              <a:spcAft>
                <a:spcPts val="240"/>
              </a:spcAft>
            </a:pPr>
            <a:r>
              <a:rPr lang="en-IN" sz="1000" b="1">
                <a:solidFill>
                  <a:srgbClr val="2B2B2B"/>
                </a:solidFill>
                <a:latin typeface="Arial" panose="020B0604020202020204" pitchFamily="34" charset="0"/>
                <a:cs typeface="Arial" panose="020B0604020202020204" pitchFamily="34" charset="0"/>
              </a:rPr>
              <a:t>0.917</a:t>
            </a:r>
          </a:p>
          <a:p>
            <a:pPr algn="ctr">
              <a:spcAft>
                <a:spcPts val="240"/>
              </a:spcAft>
            </a:pPr>
            <a:r>
              <a:rPr lang="en-IN" sz="1000" b="1">
                <a:solidFill>
                  <a:srgbClr val="666666"/>
                </a:solidFill>
                <a:latin typeface="Arial" panose="020B0604020202020204" pitchFamily="34" charset="0"/>
                <a:cs typeface="Arial" panose="020B0604020202020204" pitchFamily="34" charset="0"/>
              </a:rPr>
              <a:t>1.000</a:t>
            </a:r>
          </a:p>
          <a:p>
            <a:pPr algn="ctr">
              <a:spcAft>
                <a:spcPts val="240"/>
              </a:spcAft>
            </a:pPr>
            <a:r>
              <a:rPr lang="en-IN" sz="1000" b="1">
                <a:solidFill>
                  <a:srgbClr val="2B2B2B"/>
                </a:solidFill>
                <a:latin typeface="Arial" panose="020B0604020202020204" pitchFamily="34" charset="0"/>
                <a:cs typeface="Arial" panose="020B0604020202020204" pitchFamily="34" charset="0"/>
              </a:rPr>
              <a:t>1.000</a:t>
            </a:r>
          </a:p>
        </p:txBody>
      </p:sp>
      <p:sp>
        <p:nvSpPr>
          <p:cNvPr id="111" name="col"/>
          <p:cNvSpPr>
            <a:spLocks noGrp="1"/>
          </p:cNvSpPr>
          <p:nvPr/>
        </p:nvSpPr>
        <p:spPr>
          <a:xfrm>
            <a:off x="8869680" y="1609344"/>
            <a:ext cx="1207008" cy="1371600"/>
          </a:xfrm>
          <a:prstGeom prst="rect">
            <a:avLst/>
          </a:prstGeom>
          <a:noFill/>
          <a:ln>
            <a:noFill/>
          </a:ln>
        </p:spPr>
        <p:txBody>
          <a:bodyPr lIns="18288" tIns="18288" rIns="18288" bIns="18288">
            <a:normAutofit/>
          </a:bodyPr>
          <a:lstStyle/>
          <a:p>
            <a:pPr algn="ctr">
              <a:spcAft>
                <a:spcPts val="280"/>
              </a:spcAft>
            </a:pPr>
            <a:r>
              <a:rPr lang="en-IN" sz="900" b="1">
                <a:solidFill>
                  <a:srgbClr val="A100FF"/>
                </a:solidFill>
                <a:latin typeface="Arial" panose="020B0604020202020204" pitchFamily="34" charset="0"/>
                <a:cs typeface="Arial" panose="020B0604020202020204" pitchFamily="34" charset="0"/>
              </a:rPr>
              <a:t>Recall</a:t>
            </a:r>
          </a:p>
          <a:p>
            <a:pPr algn="ctr">
              <a:spcAft>
                <a:spcPts val="240"/>
              </a:spcAft>
            </a:pPr>
            <a:r>
              <a:rPr lang="en-IN" sz="1000" b="1">
                <a:solidFill>
                  <a:srgbClr val="2B2B2B"/>
                </a:solidFill>
                <a:latin typeface="Arial" panose="020B0604020202020204" pitchFamily="34" charset="0"/>
                <a:cs typeface="Arial" panose="020B0604020202020204" pitchFamily="34" charset="0"/>
              </a:rPr>
              <a:t>1.000</a:t>
            </a:r>
          </a:p>
          <a:p>
            <a:pPr algn="ctr">
              <a:spcAft>
                <a:spcPts val="240"/>
              </a:spcAft>
            </a:pPr>
            <a:r>
              <a:rPr lang="en-IN" sz="1000" b="1">
                <a:solidFill>
                  <a:srgbClr val="666666"/>
                </a:solidFill>
                <a:latin typeface="Arial" panose="020B0604020202020204" pitchFamily="34" charset="0"/>
                <a:cs typeface="Arial" panose="020B0604020202020204" pitchFamily="34" charset="0"/>
              </a:rPr>
              <a:t>1.000</a:t>
            </a:r>
          </a:p>
          <a:p>
            <a:pPr algn="ctr">
              <a:spcAft>
                <a:spcPts val="240"/>
              </a:spcAft>
            </a:pPr>
            <a:r>
              <a:rPr lang="en-IN" sz="1000" b="1">
                <a:solidFill>
                  <a:srgbClr val="2B2B2B"/>
                </a:solidFill>
                <a:latin typeface="Arial" panose="020B0604020202020204" pitchFamily="34" charset="0"/>
                <a:cs typeface="Arial" panose="020B0604020202020204" pitchFamily="34" charset="0"/>
              </a:rPr>
              <a:t>1.000</a:t>
            </a:r>
          </a:p>
        </p:txBody>
      </p:sp>
      <p:sp>
        <p:nvSpPr>
          <p:cNvPr id="112" name="col"/>
          <p:cNvSpPr>
            <a:spLocks noGrp="1"/>
          </p:cNvSpPr>
          <p:nvPr/>
        </p:nvSpPr>
        <p:spPr>
          <a:xfrm>
            <a:off x="10149840" y="1609344"/>
            <a:ext cx="1280160" cy="1371600"/>
          </a:xfrm>
          <a:prstGeom prst="rect">
            <a:avLst/>
          </a:prstGeom>
          <a:noFill/>
          <a:ln>
            <a:noFill/>
          </a:ln>
        </p:spPr>
        <p:txBody>
          <a:bodyPr lIns="18288" tIns="18288" rIns="18288" bIns="18288">
            <a:normAutofit/>
          </a:bodyPr>
          <a:lstStyle/>
          <a:p>
            <a:pPr algn="ctr">
              <a:spcAft>
                <a:spcPts val="280"/>
              </a:spcAft>
            </a:pPr>
            <a:r>
              <a:rPr lang="en-IN" sz="900" b="1">
                <a:solidFill>
                  <a:srgbClr val="A100FF"/>
                </a:solidFill>
                <a:latin typeface="Arial" panose="020B0604020202020204" pitchFamily="34" charset="0"/>
                <a:cs typeface="Arial" panose="020B0604020202020204" pitchFamily="34" charset="0"/>
              </a:rPr>
              <a:t>F1</a:t>
            </a:r>
          </a:p>
          <a:p>
            <a:pPr algn="ctr">
              <a:spcAft>
                <a:spcPts val="240"/>
              </a:spcAft>
            </a:pPr>
            <a:r>
              <a:rPr lang="en-IN" sz="1000" b="1">
                <a:solidFill>
                  <a:srgbClr val="2B2B2B"/>
                </a:solidFill>
                <a:latin typeface="Arial" panose="020B0604020202020204" pitchFamily="34" charset="0"/>
                <a:cs typeface="Arial" panose="020B0604020202020204" pitchFamily="34" charset="0"/>
              </a:rPr>
              <a:t>0.957</a:t>
            </a:r>
          </a:p>
          <a:p>
            <a:pPr algn="ctr">
              <a:spcAft>
                <a:spcPts val="240"/>
              </a:spcAft>
            </a:pPr>
            <a:r>
              <a:rPr lang="en-IN" sz="1000" b="1">
                <a:solidFill>
                  <a:srgbClr val="666666"/>
                </a:solidFill>
                <a:latin typeface="Arial" panose="020B0604020202020204" pitchFamily="34" charset="0"/>
                <a:cs typeface="Arial" panose="020B0604020202020204" pitchFamily="34" charset="0"/>
              </a:rPr>
              <a:t>1.000</a:t>
            </a:r>
          </a:p>
          <a:p>
            <a:pPr algn="ctr">
              <a:spcAft>
                <a:spcPts val="240"/>
              </a:spcAft>
            </a:pPr>
            <a:r>
              <a:rPr lang="en-IN" sz="1000" b="1">
                <a:solidFill>
                  <a:srgbClr val="2B2B2B"/>
                </a:solidFill>
                <a:latin typeface="Arial" panose="020B0604020202020204" pitchFamily="34" charset="0"/>
                <a:cs typeface="Arial" panose="020B0604020202020204" pitchFamily="34" charset="0"/>
              </a:rPr>
              <a:t>1.000</a:t>
            </a:r>
          </a:p>
        </p:txBody>
      </p:sp>
      <p:sp>
        <p:nvSpPr>
          <p:cNvPr id="113" name="card"/>
          <p:cNvSpPr>
            <a:spLocks noGrp="1"/>
          </p:cNvSpPr>
          <p:nvPr/>
        </p:nvSpPr>
        <p:spPr>
          <a:xfrm>
            <a:off x="361188" y="3163824"/>
            <a:ext cx="5516118" cy="1325880"/>
          </a:xfrm>
          <a:prstGeom prst="roundRect">
            <a:avLst>
              <a:gd name="adj" fmla="val 6000"/>
            </a:avLst>
          </a:prstGeom>
          <a:solidFill>
            <a:srgbClr val="F5EBFF"/>
          </a:solidFill>
          <a:ln>
            <a:noFill/>
          </a:ln>
        </p:spPr>
        <p:txBody>
          <a:bodyPr lIns="118872" tIns="91440" rIns="118872" bIns="73152">
            <a:normAutofit/>
          </a:bodyPr>
          <a:lstStyle/>
          <a:p>
            <a:pPr>
              <a:spcAft>
                <a:spcPts val="400"/>
              </a:spcAft>
            </a:pPr>
            <a:r>
              <a:rPr lang="en-IN" sz="1100" b="1">
                <a:solidFill>
                  <a:srgbClr val="A100FF"/>
                </a:solidFill>
                <a:latin typeface="Arial" panose="020B0604020202020204" pitchFamily="34" charset="0"/>
                <a:cs typeface="Arial" panose="020B0604020202020204" pitchFamily="34" charset="0"/>
              </a:rPr>
              <a:t>THE SINGLE FALSE POSITIVE IS DELIBERATE</a:t>
            </a:r>
          </a:p>
          <a:p>
            <a:pPr>
              <a:lnSpc>
                <a:spcPct val="107000"/>
              </a:lnSpc>
              <a:spcAft>
                <a:spcPts val="0"/>
              </a:spcAft>
            </a:pPr>
            <a:r>
              <a:rPr lang="en-IN" sz="950">
                <a:latin typeface="Arial" panose="020B0604020202020204" pitchFamily="34" charset="0"/>
                <a:cs typeface="Arial" panose="020B0604020202020204" pitchFamily="34" charset="0"/>
              </a:rPr>
              <a:t>fin_overflag_01 is a substantively correct answer — “a shade over four percent after charges” — expressed in words rather than figures, so numeric grounding finds nothing to match. It exists so the false-positive rate is non-zero and honest, and so the risk-appetite slider has something real to trade against. A checker scoring 1.000 on everything would mean the corpus was too easy, not that the checker was good.</a:t>
            </a:r>
          </a:p>
        </p:txBody>
      </p:sp>
      <p:sp>
        <p:nvSpPr>
          <p:cNvPr id="114" name="card"/>
          <p:cNvSpPr>
            <a:spLocks noGrp="1"/>
          </p:cNvSpPr>
          <p:nvPr/>
        </p:nvSpPr>
        <p:spPr>
          <a:xfrm>
            <a:off x="6124194" y="3163824"/>
            <a:ext cx="5516118" cy="1325880"/>
          </a:xfrm>
          <a:prstGeom prst="roundRect">
            <a:avLst>
              <a:gd name="adj" fmla="val 6000"/>
            </a:avLst>
          </a:prstGeom>
          <a:solidFill>
            <a:srgbClr val="F5EBFF"/>
          </a:solidFill>
          <a:ln>
            <a:noFill/>
          </a:ln>
        </p:spPr>
        <p:txBody>
          <a:bodyPr lIns="118872" tIns="91440" rIns="118872" bIns="73152">
            <a:normAutofit/>
          </a:bodyPr>
          <a:lstStyle/>
          <a:p>
            <a:pPr>
              <a:spcAft>
                <a:spcPts val="400"/>
              </a:spcAft>
            </a:pPr>
            <a:r>
              <a:rPr lang="en-IN" sz="1100" b="1">
                <a:solidFill>
                  <a:srgbClr val="A100FF"/>
                </a:solidFill>
                <a:latin typeface="Arial" panose="020B0604020202020204" pitchFamily="34" charset="0"/>
                <a:cs typeface="Arial" panose="020B0604020202020204" pitchFamily="34" charset="0"/>
              </a:rPr>
              <a:t>WHAT THESE RATES REST ON — 95% CI</a:t>
            </a:r>
          </a:p>
          <a:p>
            <a:pPr>
              <a:lnSpc>
                <a:spcPct val="107000"/>
              </a:lnSpc>
              <a:spcAft>
                <a:spcPts val="0"/>
              </a:spcAft>
            </a:pPr>
            <a:r>
              <a:rPr lang="en-IN" sz="950">
                <a:latin typeface="Arial" panose="020B0604020202020204" pitchFamily="34" charset="0"/>
                <a:cs typeface="Arial" panose="020B0604020202020204" pitchFamily="34" charset="0"/>
              </a:rPr>
              <a:t>Performance 0.917 over 12 predicted positives — CI [0.65, 0.99]. Responsibility 1.000 over 6 — CI [0.61, 1.00]. </a:t>
            </a:r>
            <a:r>
              <a:rPr lang="en-IN" sz="950" b="1">
                <a:latin typeface="Arial" panose="020B0604020202020204" pitchFamily="34" charset="0"/>
                <a:cs typeface="Arial" panose="020B0604020202020204" pitchFamily="34" charset="0"/>
              </a:rPr>
              <a:t>Cost 1.000 over a single positive — CI [0.21, 1.00]: demonstrated on one example, not statistically measured.</a:t>
            </a:r>
            <a:r>
              <a:rPr lang="en-IN" sz="950">
                <a:latin typeface="Arial" panose="020B0604020202020204" pitchFamily="34" charset="0"/>
                <a:cs typeface="Arial" panose="020B0604020202020204" pitchFamily="34" charset="0"/>
              </a:rPr>
              <a:t> Read that row as the mechanism firing on the case it was built for, not as a detection rate. Wilson intervals, generated with the figures they qualify.</a:t>
            </a:r>
          </a:p>
        </p:txBody>
      </p:sp>
      <p:sp>
        <p:nvSpPr>
          <p:cNvPr id="115" name="card"/>
          <p:cNvSpPr>
            <a:spLocks noGrp="1"/>
          </p:cNvSpPr>
          <p:nvPr/>
        </p:nvSpPr>
        <p:spPr>
          <a:xfrm>
            <a:off x="361188" y="4599432"/>
            <a:ext cx="3593592" cy="1024128"/>
          </a:xfrm>
          <a:prstGeom prst="roundRect">
            <a:avLst>
              <a:gd name="adj" fmla="val 6000"/>
            </a:avLst>
          </a:prstGeom>
          <a:solidFill>
            <a:srgbClr val="FFFFFF"/>
          </a:solidFill>
          <a:ln w="15875">
            <a:solidFill>
              <a:srgbClr val="A100FF"/>
            </a:solidFill>
          </a:ln>
        </p:spPr>
        <p:txBody>
          <a:bodyPr lIns="118872" tIns="91440" rIns="118872" bIns="73152">
            <a:normAutofit/>
          </a:bodyPr>
          <a:lstStyle/>
          <a:p>
            <a:pPr>
              <a:spcAft>
                <a:spcPts val="400"/>
              </a:spcAft>
            </a:pPr>
            <a:r>
              <a:rPr lang="en-IN" sz="1000" b="1">
                <a:solidFill>
                  <a:srgbClr val="A100FF"/>
                </a:solidFill>
                <a:latin typeface="Arial" panose="020B0604020202020204" pitchFamily="34" charset="0"/>
                <a:cs typeface="Arial" panose="020B0604020202020204" pitchFamily="34" charset="0"/>
              </a:rPr>
              <a:t>CALIBRATION</a:t>
            </a:r>
          </a:p>
          <a:p>
            <a:pPr>
              <a:lnSpc>
                <a:spcPct val="107000"/>
              </a:lnSpc>
              <a:spcAft>
                <a:spcPts val="0"/>
              </a:spcAft>
            </a:pPr>
            <a:r>
              <a:rPr lang="en-IN" sz="900">
                <a:latin typeface="Arial" panose="020B0604020202020204" pitchFamily="34" charset="0"/>
                <a:cs typeface="Arial" panose="020B0604020202020204" pitchFamily="34" charset="0"/>
              </a:rPr>
              <a:t>Brier 0.073, ECE 0.100 across 63 lane-decisions. The models are fitted by running the real checks over every corpus row — no hand-written vectors.</a:t>
            </a:r>
          </a:p>
        </p:txBody>
      </p:sp>
      <p:sp>
        <p:nvSpPr>
          <p:cNvPr id="116" name="card"/>
          <p:cNvSpPr>
            <a:spLocks noGrp="1"/>
          </p:cNvSpPr>
          <p:nvPr/>
        </p:nvSpPr>
        <p:spPr>
          <a:xfrm>
            <a:off x="4201668" y="4599432"/>
            <a:ext cx="3593592" cy="1024128"/>
          </a:xfrm>
          <a:prstGeom prst="roundRect">
            <a:avLst>
              <a:gd name="adj" fmla="val 6000"/>
            </a:avLst>
          </a:prstGeom>
          <a:solidFill>
            <a:srgbClr val="FFFFFF"/>
          </a:solidFill>
          <a:ln w="15875">
            <a:solidFill>
              <a:srgbClr val="A100FF"/>
            </a:solidFill>
          </a:ln>
        </p:spPr>
        <p:txBody>
          <a:bodyPr lIns="118872" tIns="91440" rIns="118872" bIns="73152">
            <a:normAutofit/>
          </a:bodyPr>
          <a:lstStyle/>
          <a:p>
            <a:pPr>
              <a:spcAft>
                <a:spcPts val="400"/>
              </a:spcAft>
            </a:pPr>
            <a:r>
              <a:rPr lang="en-IN" sz="1000" b="1">
                <a:solidFill>
                  <a:srgbClr val="A100FF"/>
                </a:solidFill>
                <a:latin typeface="Arial" panose="020B0604020202020204" pitchFamily="34" charset="0"/>
                <a:cs typeface="Arial" panose="020B0604020202020204" pitchFamily="34" charset="0"/>
              </a:rPr>
              <a:t>EVIDENCE BOUNDARY</a:t>
            </a:r>
          </a:p>
          <a:p>
            <a:pPr>
              <a:lnSpc>
                <a:spcPct val="107000"/>
              </a:lnSpc>
              <a:spcAft>
                <a:spcPts val="0"/>
              </a:spcAft>
            </a:pPr>
            <a:r>
              <a:rPr lang="en-IN" sz="900">
                <a:latin typeface="Arial" panose="020B0604020202020204" pitchFamily="34" charset="0"/>
                <a:cs typeface="Arial" panose="020B0604020202020204" pitchFamily="34" charset="0"/>
              </a:rPr>
              <a:t>Checks receive only (question, context, response, telemetry). Scenario identity and ground truth are stripped before any check sees them.</a:t>
            </a:r>
          </a:p>
        </p:txBody>
      </p:sp>
      <p:sp>
        <p:nvSpPr>
          <p:cNvPr id="117" name="card"/>
          <p:cNvSpPr>
            <a:spLocks noGrp="1"/>
          </p:cNvSpPr>
          <p:nvPr/>
        </p:nvSpPr>
        <p:spPr>
          <a:xfrm>
            <a:off x="8042148" y="4599432"/>
            <a:ext cx="3593592" cy="1024128"/>
          </a:xfrm>
          <a:prstGeom prst="roundRect">
            <a:avLst>
              <a:gd name="adj" fmla="val 6000"/>
            </a:avLst>
          </a:prstGeom>
          <a:solidFill>
            <a:srgbClr val="FFFFFF"/>
          </a:solidFill>
          <a:ln w="15875">
            <a:solidFill>
              <a:srgbClr val="A100FF"/>
            </a:solidFill>
          </a:ln>
        </p:spPr>
        <p:txBody>
          <a:bodyPr lIns="118872" tIns="91440" rIns="118872" bIns="73152">
            <a:normAutofit/>
          </a:bodyPr>
          <a:lstStyle/>
          <a:p>
            <a:pPr>
              <a:spcAft>
                <a:spcPts val="400"/>
              </a:spcAft>
            </a:pPr>
            <a:r>
              <a:rPr lang="en-IN" sz="1000" b="1">
                <a:solidFill>
                  <a:srgbClr val="A100FF"/>
                </a:solidFill>
                <a:latin typeface="Arial" panose="020B0604020202020204" pitchFamily="34" charset="0"/>
                <a:cs typeface="Arial" panose="020B0604020202020204" pitchFamily="34" charset="0"/>
              </a:rPr>
              <a:t>TEST SUITE</a:t>
            </a:r>
          </a:p>
          <a:p>
            <a:pPr>
              <a:lnSpc>
                <a:spcPct val="107000"/>
              </a:lnSpc>
              <a:spcAft>
                <a:spcPts val="0"/>
              </a:spcAft>
            </a:pPr>
            <a:r>
              <a:rPr lang="en-IN" sz="900">
                <a:latin typeface="Arial" panose="020B0604020202020204" pitchFamily="34" charset="0"/>
                <a:cs typeface="Arial" panose="020B0604020202020204" pitchFamily="34" charset="0"/>
              </a:rPr>
              <a:t>96 tests, including the no-leakage proof, the ledger tamper proof, and a guard that fails the build if any documented figure drifts from the run.</a:t>
            </a:r>
          </a:p>
        </p:txBody>
      </p:sp>
      <p:sp>
        <p:nvSpPr>
          <p:cNvPr id="118" name="note"/>
          <p:cNvSpPr>
            <a:spLocks noGrp="1"/>
          </p:cNvSpPr>
          <p:nvPr/>
        </p:nvSpPr>
        <p:spPr>
          <a:xfrm>
            <a:off x="361188" y="5660136"/>
            <a:ext cx="11279124" cy="987552"/>
          </a:xfrm>
          <a:prstGeom prst="rect">
            <a:avLst/>
          </a:prstGeom>
          <a:noFill/>
          <a:ln>
            <a:noFill/>
          </a:ln>
        </p:spPr>
        <p:txBody>
          <a:bodyPr>
            <a:normAutofit/>
          </a:bodyPr>
          <a:lstStyle/>
          <a:p>
            <a:pPr>
              <a:lnSpc>
                <a:spcPct val="110000"/>
              </a:lnSpc>
              <a:spcAft>
                <a:spcPts val="180"/>
              </a:spcAft>
            </a:pPr>
            <a:r>
              <a:rPr lang="en-IN" sz="900" b="1">
                <a:solidFill>
                  <a:srgbClr val="A100FF"/>
                </a:solidFill>
                <a:latin typeface="Arial" panose="020B0604020202020204" pitchFamily="34" charset="0"/>
                <a:cs typeface="Arial" panose="020B0604020202020204" pitchFamily="34" charset="0"/>
              </a:rPr>
              <a:t>Reproducibility: </a:t>
            </a:r>
            <a:r>
              <a:rPr lang="en-IN" sz="900">
                <a:solidFill>
                  <a:srgbClr val="666666"/>
                </a:solidFill>
                <a:latin typeface="Arial" panose="020B0604020202020204" pitchFamily="34" charset="0"/>
                <a:cs typeface="Arial" panose="020B0604020202020204" pitchFamily="34" charset="0"/>
              </a:rPr>
              <a:t>every figure on this slide is deterministic — an independent cold-clone run on different hardware reproduced all of them exactly. Inline (pre-async) accuracy and wall-clock latency do vary by machine, and are labelled as reference-machine measurements wherever they appear.</a:t>
            </a:r>
          </a:p>
          <a:p>
            <a:pPr>
              <a:lnSpc>
                <a:spcPct val="110000"/>
              </a:lnSpc>
              <a:spcAft>
                <a:spcPts val="0"/>
              </a:spcAft>
            </a:pPr>
            <a:r>
              <a:rPr lang="en-IN" sz="900" b="1">
                <a:solidFill>
                  <a:srgbClr val="A100FF"/>
                </a:solidFill>
                <a:latin typeface="Arial" panose="020B0604020202020204" pitchFamily="34" charset="0"/>
                <a:cs typeface="Arial" panose="020B0604020202020204" pitchFamily="34" charset="0"/>
              </a:rPr>
              <a:t>Real-model supplement, not a replacement: </a:t>
            </a:r>
            <a:r>
              <a:rPr lang="en-IN" sz="900">
                <a:solidFill>
                  <a:srgbClr val="666666"/>
                </a:solidFill>
                <a:latin typeface="Arial" panose="020B0604020202020204" pitchFamily="34" charset="0"/>
                <a:cs typeface="Arial" panose="020B0604020202020204" pitchFamily="34" charset="0"/>
              </a:rPr>
              <a:t>54 requests were also run against a live Groq-hosted model (openai/gpt-oss-120b). The adaptive gate behaved identically where comparable (100% on clinical and fintech, 2/38 on support) and inline overhead stayed at 2.0 ms while upstream latency rose 62 ms → 955 ms. Two honest negatives: three scenarios were unevaluable because the 5,000-clause document exceeds the hosted model's token limit, and RED rose from 9/57 to 12/54 — an increase located in the benign background traffic, not the seeded set. This is a smaller, unlabelled check of whether the pipeline holds against a real model; the seeded evaluation above remains the rigorous result.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Title 3"/>
          <p:cNvSpPr>
            <a:spLocks noGrp="1"/>
          </p:cNvSpPr>
          <p:nvPr>
            <p:ph type="title" idx="4294967295"/>
          </p:nvPr>
        </p:nvSpPr>
        <p:spPr>
          <a:xfrm>
            <a:off x="361188" y="386334"/>
            <a:ext cx="11279124" cy="470916"/>
          </a:xfrm>
          <a:solidFill>
            <a:srgbClr val="A100FF"/>
          </a:solidFill>
        </p:spPr>
        <p:txBody>
          <a:bodyPr anchor="ctr">
            <a:normAutofit/>
          </a:bodyPr>
          <a:lstStyle/>
          <a:p>
            <a:r>
              <a:rPr lang="en-IN" sz="2000" b="1">
                <a:solidFill>
                  <a:schemeClr val="bg1"/>
                </a:solidFill>
                <a:latin typeface="Graphik"/>
                <a:cs typeface="Arial"/>
              </a:rPr>
              <a:t>Prototype results: what makes a 300 ms budget survivable at scale</a:t>
            </a:r>
          </a:p>
        </p:txBody>
      </p:sp>
      <p:sp>
        <p:nvSpPr>
          <p:cNvPr id="102" name="lede"/>
          <p:cNvSpPr>
            <a:spLocks noGrp="1"/>
          </p:cNvSpPr>
          <p:nvPr/>
        </p:nvSpPr>
        <p:spPr>
          <a:xfrm>
            <a:off x="361188" y="940003"/>
            <a:ext cx="11279124" cy="559613"/>
          </a:xfrm>
          <a:prstGeom prst="rect">
            <a:avLst/>
          </a:prstGeom>
          <a:noFill/>
          <a:ln>
            <a:noFill/>
          </a:ln>
        </p:spPr>
        <p:txBody>
          <a:bodyPr>
            <a:normAutofit/>
          </a:bodyPr>
          <a:lstStyle/>
          <a:p>
            <a:pPr>
              <a:lnSpc>
                <a:spcPct val="112000"/>
              </a:lnSpc>
              <a:spcAft>
                <a:spcPts val="0"/>
              </a:spcAft>
            </a:pPr>
            <a:r>
              <a:rPr lang="en-IN" sz="1150" b="1">
                <a:latin typeface="Arial" panose="020B0604020202020204" pitchFamily="34" charset="0"/>
                <a:cs typeface="Arial" panose="020B0604020202020204" pitchFamily="34" charset="0"/>
              </a:rPr>
              <a:t>Scrutiny is rationed, not uniform. </a:t>
            </a:r>
            <a:r>
              <a:rPr lang="en-IN" sz="1150">
                <a:latin typeface="Arial" panose="020B0604020202020204" pitchFamily="34" charset="0"/>
                <a:cs typeface="Arial" panose="020B0604020202020204" pitchFamily="34" charset="0"/>
              </a:rPr>
              <a:t>The verifier is the expensive check — 96.4% of every token spent. Running it on everything is what makes governance too costly to leave switched on; running it on nothing is what makes it useless. The gate decides per response.</a:t>
            </a:r>
          </a:p>
        </p:txBody>
      </p:sp>
      <p:sp>
        <p:nvSpPr>
          <p:cNvPr id="103" name="stat"/>
          <p:cNvSpPr>
            <a:spLocks noGrp="1"/>
          </p:cNvSpPr>
          <p:nvPr/>
        </p:nvSpPr>
        <p:spPr>
          <a:xfrm>
            <a:off x="361188" y="1481328"/>
            <a:ext cx="2737714" cy="1298448"/>
          </a:xfrm>
          <a:prstGeom prst="roundRect">
            <a:avLst>
              <a:gd name="adj" fmla="val 6000"/>
            </a:avLst>
          </a:prstGeom>
          <a:solidFill>
            <a:srgbClr val="F5EBFF"/>
          </a:solidFill>
          <a:ln>
            <a:noFill/>
          </a:ln>
        </p:spPr>
        <p:txBody>
          <a:bodyPr lIns="128016" tIns="109728" rIns="118872" bIns="73152">
            <a:normAutofit/>
          </a:bodyPr>
          <a:lstStyle/>
          <a:p>
            <a:pPr>
              <a:spcAft>
                <a:spcPts val="250"/>
              </a:spcAft>
            </a:pPr>
            <a:r>
              <a:rPr lang="en-IN" sz="2400" b="1">
                <a:solidFill>
                  <a:srgbClr val="A100FF"/>
                </a:solidFill>
                <a:latin typeface="Arial" panose="020B0604020202020204" pitchFamily="34" charset="0"/>
                <a:cs typeface="Arial" panose="020B0604020202020204" pitchFamily="34" charset="0"/>
              </a:rPr>
              <a:t>32%</a:t>
            </a:r>
          </a:p>
          <a:p>
            <a:pPr>
              <a:lnSpc>
                <a:spcPct val="107000"/>
              </a:lnSpc>
              <a:spcAft>
                <a:spcPts val="0"/>
              </a:spcAft>
            </a:pPr>
            <a:r>
              <a:rPr lang="en-IN" sz="875">
                <a:solidFill>
                  <a:srgbClr val="2B2B2B"/>
                </a:solidFill>
                <a:latin typeface="Arial" panose="020B0604020202020204" pitchFamily="34" charset="0"/>
                <a:cs typeface="Arial" panose="020B0604020202020204" pitchFamily="34" charset="0"/>
              </a:rPr>
              <a:t>of held requests earned the inline verifier — 17 of 53</a:t>
            </a:r>
          </a:p>
        </p:txBody>
      </p:sp>
      <p:sp>
        <p:nvSpPr>
          <p:cNvPr id="104" name="stat"/>
          <p:cNvSpPr>
            <a:spLocks noGrp="1"/>
          </p:cNvSpPr>
          <p:nvPr/>
        </p:nvSpPr>
        <p:spPr>
          <a:xfrm>
            <a:off x="3208630" y="1481328"/>
            <a:ext cx="2737714" cy="1298448"/>
          </a:xfrm>
          <a:prstGeom prst="roundRect">
            <a:avLst>
              <a:gd name="adj" fmla="val 6000"/>
            </a:avLst>
          </a:prstGeom>
          <a:solidFill>
            <a:srgbClr val="FFFFFF"/>
          </a:solidFill>
          <a:ln w="12700">
            <a:solidFill>
              <a:srgbClr val="A100FF"/>
            </a:solidFill>
          </a:ln>
        </p:spPr>
        <p:txBody>
          <a:bodyPr lIns="128016" tIns="109728" rIns="118872" bIns="73152">
            <a:normAutofit/>
          </a:bodyPr>
          <a:lstStyle/>
          <a:p>
            <a:pPr>
              <a:spcAft>
                <a:spcPts val="250"/>
              </a:spcAft>
            </a:pPr>
            <a:r>
              <a:rPr lang="en-IN" sz="2400" b="1">
                <a:solidFill>
                  <a:srgbClr val="A100FF"/>
                </a:solidFill>
                <a:latin typeface="Arial" panose="020B0604020202020204" pitchFamily="34" charset="0"/>
                <a:cs typeface="Arial" panose="020B0604020202020204" pitchFamily="34" charset="0"/>
              </a:rPr>
              <a:t>100% / 5%</a:t>
            </a:r>
          </a:p>
          <a:p>
            <a:pPr>
              <a:lnSpc>
                <a:spcPct val="107000"/>
              </a:lnSpc>
              <a:spcAft>
                <a:spcPts val="0"/>
              </a:spcAft>
            </a:pPr>
            <a:r>
              <a:rPr lang="en-IN" sz="875">
                <a:solidFill>
                  <a:srgbClr val="2B2B2B"/>
                </a:solidFill>
                <a:latin typeface="Arial" panose="020B0604020202020204" pitchFamily="34" charset="0"/>
                <a:cs typeface="Arial" panose="020B0604020202020204" pitchFamily="34" charset="0"/>
              </a:rPr>
              <a:t>high-stakes policies versus low-stakes support traffic</a:t>
            </a:r>
          </a:p>
        </p:txBody>
      </p:sp>
      <p:sp>
        <p:nvSpPr>
          <p:cNvPr id="105" name="stat"/>
          <p:cNvSpPr>
            <a:spLocks noGrp="1"/>
          </p:cNvSpPr>
          <p:nvPr/>
        </p:nvSpPr>
        <p:spPr>
          <a:xfrm>
            <a:off x="6056071" y="1481328"/>
            <a:ext cx="2737714" cy="1298448"/>
          </a:xfrm>
          <a:prstGeom prst="roundRect">
            <a:avLst>
              <a:gd name="adj" fmla="val 6000"/>
            </a:avLst>
          </a:prstGeom>
          <a:solidFill>
            <a:srgbClr val="F5EBFF"/>
          </a:solidFill>
          <a:ln>
            <a:noFill/>
          </a:ln>
        </p:spPr>
        <p:txBody>
          <a:bodyPr lIns="128016" tIns="109728" rIns="118872" bIns="73152">
            <a:normAutofit/>
          </a:bodyPr>
          <a:lstStyle/>
          <a:p>
            <a:pPr>
              <a:spcAft>
                <a:spcPts val="250"/>
              </a:spcAft>
            </a:pPr>
            <a:r>
              <a:rPr lang="en-IN" sz="2400" b="1">
                <a:solidFill>
                  <a:srgbClr val="A100FF"/>
                </a:solidFill>
                <a:latin typeface="Arial" panose="020B0604020202020204" pitchFamily="34" charset="0"/>
                <a:cs typeface="Arial" panose="020B0604020202020204" pitchFamily="34" charset="0"/>
              </a:rPr>
              <a:t>$0.00237</a:t>
            </a:r>
          </a:p>
          <a:p>
            <a:pPr>
              <a:lnSpc>
                <a:spcPct val="107000"/>
              </a:lnSpc>
              <a:spcAft>
                <a:spcPts val="0"/>
              </a:spcAft>
            </a:pPr>
            <a:r>
              <a:rPr lang="en-IN" sz="875">
                <a:solidFill>
                  <a:srgbClr val="2B2B2B"/>
                </a:solidFill>
                <a:latin typeface="Arial" panose="020B0604020202020204" pitchFamily="34" charset="0"/>
                <a:cs typeface="Arial" panose="020B0604020202020204" pitchFamily="34" charset="0"/>
              </a:rPr>
              <a:t>estimated cost per request, all-in, verifier included</a:t>
            </a:r>
          </a:p>
        </p:txBody>
      </p:sp>
      <p:sp>
        <p:nvSpPr>
          <p:cNvPr id="106" name="stat"/>
          <p:cNvSpPr>
            <a:spLocks noGrp="1"/>
          </p:cNvSpPr>
          <p:nvPr/>
        </p:nvSpPr>
        <p:spPr>
          <a:xfrm>
            <a:off x="8903513" y="1481328"/>
            <a:ext cx="2737714" cy="1298448"/>
          </a:xfrm>
          <a:prstGeom prst="roundRect">
            <a:avLst>
              <a:gd name="adj" fmla="val 6000"/>
            </a:avLst>
          </a:prstGeom>
          <a:solidFill>
            <a:srgbClr val="FFFFFF"/>
          </a:solidFill>
          <a:ln w="12700">
            <a:solidFill>
              <a:srgbClr val="A100FF"/>
            </a:solidFill>
          </a:ln>
        </p:spPr>
        <p:txBody>
          <a:bodyPr lIns="128016" tIns="109728" rIns="118872" bIns="73152">
            <a:normAutofit/>
          </a:bodyPr>
          <a:lstStyle/>
          <a:p>
            <a:pPr>
              <a:spcAft>
                <a:spcPts val="250"/>
              </a:spcAft>
            </a:pPr>
            <a:r>
              <a:rPr lang="en-IN" sz="2400" b="1">
                <a:solidFill>
                  <a:srgbClr val="A100FF"/>
                </a:solidFill>
                <a:latin typeface="Arial" panose="020B0604020202020204" pitchFamily="34" charset="0"/>
                <a:cs typeface="Arial" panose="020B0604020202020204" pitchFamily="34" charset="0"/>
              </a:rPr>
              <a:t>96.4%</a:t>
            </a:r>
          </a:p>
          <a:p>
            <a:pPr>
              <a:lnSpc>
                <a:spcPct val="107000"/>
              </a:lnSpc>
              <a:spcAft>
                <a:spcPts val="0"/>
              </a:spcAft>
            </a:pPr>
            <a:r>
              <a:rPr lang="en-IN" sz="875">
                <a:solidFill>
                  <a:srgbClr val="2B2B2B"/>
                </a:solidFill>
                <a:latin typeface="Arial" panose="020B0604020202020204" pitchFamily="34" charset="0"/>
                <a:cs typeface="Arial" panose="020B0604020202020204" pitchFamily="34" charset="0"/>
              </a:rPr>
              <a:t>of tokens are the verifier — which is precisely why gating it matters</a:t>
            </a:r>
          </a:p>
        </p:txBody>
      </p:sp>
      <p:sp>
        <p:nvSpPr>
          <p:cNvPr id="107" name="card"/>
          <p:cNvSpPr>
            <a:spLocks noGrp="1"/>
          </p:cNvSpPr>
          <p:nvPr/>
        </p:nvSpPr>
        <p:spPr>
          <a:xfrm>
            <a:off x="361188" y="2926080"/>
            <a:ext cx="11279124" cy="1115568"/>
          </a:xfrm>
          <a:prstGeom prst="roundRect">
            <a:avLst>
              <a:gd name="adj" fmla="val 6000"/>
            </a:avLst>
          </a:prstGeom>
          <a:solidFill>
            <a:srgbClr val="FFFFFF"/>
          </a:solidFill>
          <a:ln w="15875">
            <a:solidFill>
              <a:srgbClr val="A100FF"/>
            </a:solidFill>
          </a:ln>
        </p:spPr>
        <p:txBody>
          <a:bodyPr lIns="118872" tIns="91440" rIns="118872" bIns="73152">
            <a:normAutofit/>
          </a:bodyPr>
          <a:lstStyle/>
          <a:p>
            <a:pPr>
              <a:spcAft>
                <a:spcPts val="400"/>
              </a:spcAft>
            </a:pPr>
            <a:r>
              <a:rPr lang="en-IN" sz="1100" b="1">
                <a:solidFill>
                  <a:srgbClr val="A100FF"/>
                </a:solidFill>
                <a:latin typeface="Arial" panose="020B0604020202020204" pitchFamily="34" charset="0"/>
                <a:cs typeface="Arial" panose="020B0604020202020204" pitchFamily="34" charset="0"/>
              </a:rPr>
              <a:t>HOW THE GATE DECIDES — AND WHY THE THIRD ROUTE MATTERS MOST</a:t>
            </a:r>
          </a:p>
          <a:p>
            <a:pPr>
              <a:lnSpc>
                <a:spcPct val="107000"/>
              </a:lnSpc>
              <a:spcAft>
                <a:spcPts val="0"/>
              </a:spcAft>
            </a:pPr>
            <a:r>
              <a:rPr lang="en-IN" sz="950">
                <a:latin typeface="Arial" panose="020B0604020202020204" pitchFamily="34" charset="0"/>
                <a:cs typeface="Arial" panose="020B0604020202020204" pitchFamily="34" charset="0"/>
              </a:rPr>
              <a:t>Three ways in: the tier (T2 always earns it), a cheap-signal score over the threshold, or an exploration sample. The third is the one that is easy to leave out and expensive to omit — verifying a fraction of the traffic the gate would have skipped is the only way the false-negative rate stays observable. A gate that only ever verifies what it already suspects cannot measure what it misses.</a:t>
            </a:r>
          </a:p>
        </p:txBody>
      </p:sp>
      <p:sp>
        <p:nvSpPr>
          <p:cNvPr id="108" name="byp"/>
          <p:cNvSpPr>
            <a:spLocks noGrp="1"/>
          </p:cNvSpPr>
          <p:nvPr/>
        </p:nvSpPr>
        <p:spPr>
          <a:xfrm>
            <a:off x="361188" y="4151376"/>
            <a:ext cx="11279124" cy="274320"/>
          </a:xfrm>
          <a:prstGeom prst="rect">
            <a:avLst/>
          </a:prstGeom>
          <a:noFill/>
          <a:ln>
            <a:noFill/>
          </a:ln>
        </p:spPr>
        <p:txBody>
          <a:bodyPr>
            <a:normAutofit/>
          </a:bodyPr>
          <a:lstStyle/>
          <a:p>
            <a:pPr>
              <a:spcAft>
                <a:spcPts val="0"/>
              </a:spcAft>
            </a:pPr>
            <a:r>
              <a:rPr lang="en-IN" sz="950" b="1">
                <a:solidFill>
                  <a:srgbClr val="A100FF"/>
                </a:solidFill>
                <a:latin typeface="Arial" panose="020B0604020202020204" pitchFamily="34" charset="0"/>
                <a:cs typeface="Arial" panose="020B0604020202020204" pitchFamily="34" charset="0"/>
              </a:rPr>
              <a:t>VERIFIER INVOCATION BY POLICY — THE RATIO IS THE PRODUCT</a:t>
            </a:r>
          </a:p>
        </p:txBody>
      </p:sp>
      <p:sp>
        <p:nvSpPr>
          <p:cNvPr id="109" name="pol"/>
          <p:cNvSpPr>
            <a:spLocks noGrp="1"/>
          </p:cNvSpPr>
          <p:nvPr/>
        </p:nvSpPr>
        <p:spPr>
          <a:xfrm>
            <a:off x="361188" y="4480560"/>
            <a:ext cx="2175358" cy="786384"/>
          </a:xfrm>
          <a:prstGeom prst="roundRect">
            <a:avLst>
              <a:gd name="adj" fmla="val 6000"/>
            </a:avLst>
          </a:prstGeom>
          <a:solidFill>
            <a:srgbClr val="F5EBFF"/>
          </a:solidFill>
          <a:ln>
            <a:noFill/>
          </a:ln>
        </p:spPr>
        <p:txBody>
          <a:bodyPr lIns="109728" tIns="82296" rIns="91440" bIns="54864">
            <a:normAutofit/>
          </a:bodyPr>
          <a:lstStyle/>
          <a:p>
            <a:pPr>
              <a:spcAft>
                <a:spcPts val="200"/>
              </a:spcAft>
            </a:pPr>
            <a:r>
              <a:rPr lang="en-IN" sz="875" b="1">
                <a:solidFill>
                  <a:srgbClr val="2B2B2B"/>
                </a:solidFill>
                <a:latin typeface="Arial" panose="020B0604020202020204" pitchFamily="34" charset="0"/>
                <a:cs typeface="Arial" panose="020B0604020202020204" pitchFamily="34" charset="0"/>
              </a:rPr>
              <a:t>clinical_intake</a:t>
            </a:r>
          </a:p>
          <a:p>
            <a:pPr>
              <a:spcAft>
                <a:spcPts val="0"/>
              </a:spcAft>
            </a:pPr>
            <a:r>
              <a:rPr lang="en-IN" sz="1300" b="1">
                <a:solidFill>
                  <a:srgbClr val="A100FF"/>
                </a:solidFill>
                <a:latin typeface="Arial" panose="020B0604020202020204" pitchFamily="34" charset="0"/>
                <a:cs typeface="Arial" panose="020B0604020202020204" pitchFamily="34" charset="0"/>
              </a:rPr>
              <a:t>100%  </a:t>
            </a:r>
            <a:r>
              <a:rPr lang="en-IN" sz="850">
                <a:solidFill>
                  <a:srgbClr val="666666"/>
                </a:solidFill>
                <a:latin typeface="Arial" panose="020B0604020202020204" pitchFamily="34" charset="0"/>
                <a:cs typeface="Arial" panose="020B0604020202020204" pitchFamily="34" charset="0"/>
              </a:rPr>
              <a:t>6 / 6 held</a:t>
            </a:r>
          </a:p>
        </p:txBody>
      </p:sp>
      <p:sp>
        <p:nvSpPr>
          <p:cNvPr id="110" name="pol"/>
          <p:cNvSpPr>
            <a:spLocks noGrp="1"/>
          </p:cNvSpPr>
          <p:nvPr/>
        </p:nvSpPr>
        <p:spPr>
          <a:xfrm>
            <a:off x="2638044" y="4480560"/>
            <a:ext cx="2175358" cy="786384"/>
          </a:xfrm>
          <a:prstGeom prst="roundRect">
            <a:avLst>
              <a:gd name="adj" fmla="val 6000"/>
            </a:avLst>
          </a:prstGeom>
          <a:solidFill>
            <a:srgbClr val="F5EBFF"/>
          </a:solidFill>
          <a:ln>
            <a:noFill/>
          </a:ln>
        </p:spPr>
        <p:txBody>
          <a:bodyPr lIns="109728" tIns="82296" rIns="91440" bIns="54864">
            <a:normAutofit/>
          </a:bodyPr>
          <a:lstStyle/>
          <a:p>
            <a:pPr>
              <a:spcAft>
                <a:spcPts val="200"/>
              </a:spcAft>
            </a:pPr>
            <a:r>
              <a:rPr lang="en-IN" sz="875" b="1">
                <a:solidFill>
                  <a:srgbClr val="2B2B2B"/>
                </a:solidFill>
                <a:latin typeface="Arial" panose="020B0604020202020204" pitchFamily="34" charset="0"/>
                <a:cs typeface="Arial" panose="020B0604020202020204" pitchFamily="34" charset="0"/>
              </a:rPr>
              <a:t>fintech_advisor</a:t>
            </a:r>
          </a:p>
          <a:p>
            <a:pPr>
              <a:spcAft>
                <a:spcPts val="0"/>
              </a:spcAft>
            </a:pPr>
            <a:r>
              <a:rPr lang="en-IN" sz="1300" b="1">
                <a:solidFill>
                  <a:srgbClr val="A100FF"/>
                </a:solidFill>
                <a:latin typeface="Arial" panose="020B0604020202020204" pitchFamily="34" charset="0"/>
                <a:cs typeface="Arial" panose="020B0604020202020204" pitchFamily="34" charset="0"/>
              </a:rPr>
              <a:t>100%  </a:t>
            </a:r>
            <a:r>
              <a:rPr lang="en-IN" sz="850">
                <a:solidFill>
                  <a:srgbClr val="666666"/>
                </a:solidFill>
                <a:latin typeface="Arial" panose="020B0604020202020204" pitchFamily="34" charset="0"/>
                <a:cs typeface="Arial" panose="020B0604020202020204" pitchFamily="34" charset="0"/>
              </a:rPr>
              <a:t>6 / 6 held</a:t>
            </a:r>
          </a:p>
        </p:txBody>
      </p:sp>
      <p:sp>
        <p:nvSpPr>
          <p:cNvPr id="111" name="pol"/>
          <p:cNvSpPr>
            <a:spLocks noGrp="1"/>
          </p:cNvSpPr>
          <p:nvPr/>
        </p:nvSpPr>
        <p:spPr>
          <a:xfrm>
            <a:off x="4914900" y="4480560"/>
            <a:ext cx="2175358" cy="786384"/>
          </a:xfrm>
          <a:prstGeom prst="roundRect">
            <a:avLst>
              <a:gd name="adj" fmla="val 6000"/>
            </a:avLst>
          </a:prstGeom>
          <a:solidFill>
            <a:srgbClr val="F5EBFF"/>
          </a:solidFill>
          <a:ln>
            <a:noFill/>
          </a:ln>
        </p:spPr>
        <p:txBody>
          <a:bodyPr lIns="109728" tIns="82296" rIns="91440" bIns="54864">
            <a:normAutofit/>
          </a:bodyPr>
          <a:lstStyle/>
          <a:p>
            <a:pPr>
              <a:spcAft>
                <a:spcPts val="200"/>
              </a:spcAft>
            </a:pPr>
            <a:r>
              <a:rPr lang="en-IN" sz="875" b="1">
                <a:solidFill>
                  <a:srgbClr val="2B2B2B"/>
                </a:solidFill>
                <a:latin typeface="Arial" panose="020B0604020202020204" pitchFamily="34" charset="0"/>
                <a:cs typeface="Arial" panose="020B0604020202020204" pitchFamily="34" charset="0"/>
              </a:rPr>
              <a:t>batch_analytics</a:t>
            </a:r>
          </a:p>
          <a:p>
            <a:pPr>
              <a:spcAft>
                <a:spcPts val="0"/>
              </a:spcAft>
            </a:pPr>
            <a:r>
              <a:rPr lang="en-IN" sz="1300" b="1">
                <a:solidFill>
                  <a:srgbClr val="A100FF"/>
                </a:solidFill>
                <a:latin typeface="Arial" panose="020B0604020202020204" pitchFamily="34" charset="0"/>
                <a:cs typeface="Arial" panose="020B0604020202020204" pitchFamily="34" charset="0"/>
              </a:rPr>
              <a:t>100%  </a:t>
            </a:r>
            <a:r>
              <a:rPr lang="en-IN" sz="850">
                <a:solidFill>
                  <a:srgbClr val="666666"/>
                </a:solidFill>
                <a:latin typeface="Arial" panose="020B0604020202020204" pitchFamily="34" charset="0"/>
                <a:cs typeface="Arial" panose="020B0604020202020204" pitchFamily="34" charset="0"/>
              </a:rPr>
              <a:t>1 / 1 held</a:t>
            </a:r>
          </a:p>
        </p:txBody>
      </p:sp>
      <p:sp>
        <p:nvSpPr>
          <p:cNvPr id="112" name="pol"/>
          <p:cNvSpPr>
            <a:spLocks noGrp="1"/>
          </p:cNvSpPr>
          <p:nvPr/>
        </p:nvSpPr>
        <p:spPr>
          <a:xfrm>
            <a:off x="7191756" y="4480560"/>
            <a:ext cx="2175358" cy="786384"/>
          </a:xfrm>
          <a:prstGeom prst="roundRect">
            <a:avLst>
              <a:gd name="adj" fmla="val 6000"/>
            </a:avLst>
          </a:prstGeom>
          <a:solidFill>
            <a:srgbClr val="F5EBFF"/>
          </a:solidFill>
          <a:ln>
            <a:noFill/>
          </a:ln>
        </p:spPr>
        <p:txBody>
          <a:bodyPr lIns="109728" tIns="82296" rIns="91440" bIns="54864">
            <a:normAutofit/>
          </a:bodyPr>
          <a:lstStyle/>
          <a:p>
            <a:pPr>
              <a:spcAft>
                <a:spcPts val="200"/>
              </a:spcAft>
            </a:pPr>
            <a:r>
              <a:rPr lang="en-IN" sz="875" b="1">
                <a:solidFill>
                  <a:srgbClr val="2B2B2B"/>
                </a:solidFill>
                <a:latin typeface="Arial" panose="020B0604020202020204" pitchFamily="34" charset="0"/>
                <a:cs typeface="Arial" panose="020B0604020202020204" pitchFamily="34" charset="0"/>
              </a:rPr>
              <a:t>default</a:t>
            </a:r>
          </a:p>
          <a:p>
            <a:pPr>
              <a:spcAft>
                <a:spcPts val="0"/>
              </a:spcAft>
            </a:pPr>
            <a:r>
              <a:rPr lang="en-IN" sz="1300" b="1">
                <a:solidFill>
                  <a:srgbClr val="A100FF"/>
                </a:solidFill>
                <a:latin typeface="Arial" panose="020B0604020202020204" pitchFamily="34" charset="0"/>
                <a:cs typeface="Arial" panose="020B0604020202020204" pitchFamily="34" charset="0"/>
              </a:rPr>
              <a:t>100%  </a:t>
            </a:r>
            <a:r>
              <a:rPr lang="en-IN" sz="850">
                <a:solidFill>
                  <a:srgbClr val="666666"/>
                </a:solidFill>
                <a:latin typeface="Arial" panose="020B0604020202020204" pitchFamily="34" charset="0"/>
                <a:cs typeface="Arial" panose="020B0604020202020204" pitchFamily="34" charset="0"/>
              </a:rPr>
              <a:t>2 / 2 held</a:t>
            </a:r>
          </a:p>
        </p:txBody>
      </p:sp>
      <p:sp>
        <p:nvSpPr>
          <p:cNvPr id="113" name="pol"/>
          <p:cNvSpPr>
            <a:spLocks noGrp="1"/>
          </p:cNvSpPr>
          <p:nvPr/>
        </p:nvSpPr>
        <p:spPr>
          <a:xfrm>
            <a:off x="9468612" y="4480560"/>
            <a:ext cx="2175358" cy="786384"/>
          </a:xfrm>
          <a:prstGeom prst="roundRect">
            <a:avLst>
              <a:gd name="adj" fmla="val 6000"/>
            </a:avLst>
          </a:prstGeom>
          <a:solidFill>
            <a:srgbClr val="F5EBFF"/>
          </a:solidFill>
          <a:ln>
            <a:noFill/>
          </a:ln>
        </p:spPr>
        <p:txBody>
          <a:bodyPr lIns="109728" tIns="82296" rIns="91440" bIns="54864">
            <a:normAutofit/>
          </a:bodyPr>
          <a:lstStyle/>
          <a:p>
            <a:pPr>
              <a:spcAft>
                <a:spcPts val="200"/>
              </a:spcAft>
            </a:pPr>
            <a:r>
              <a:rPr lang="en-IN" sz="875" b="1">
                <a:solidFill>
                  <a:srgbClr val="2B2B2B"/>
                </a:solidFill>
                <a:latin typeface="Arial" panose="020B0604020202020204" pitchFamily="34" charset="0"/>
                <a:cs typeface="Arial" panose="020B0604020202020204" pitchFamily="34" charset="0"/>
              </a:rPr>
              <a:t>support_copilot</a:t>
            </a:r>
          </a:p>
          <a:p>
            <a:pPr>
              <a:spcAft>
                <a:spcPts val="0"/>
              </a:spcAft>
            </a:pPr>
            <a:r>
              <a:rPr lang="en-IN" sz="1300" b="1">
                <a:solidFill>
                  <a:srgbClr val="A100FF"/>
                </a:solidFill>
                <a:latin typeface="Arial" panose="020B0604020202020204" pitchFamily="34" charset="0"/>
                <a:cs typeface="Arial" panose="020B0604020202020204" pitchFamily="34" charset="0"/>
              </a:rPr>
              <a:t>5%  </a:t>
            </a:r>
            <a:r>
              <a:rPr lang="en-IN" sz="850">
                <a:solidFill>
                  <a:srgbClr val="666666"/>
                </a:solidFill>
                <a:latin typeface="Arial" panose="020B0604020202020204" pitchFamily="34" charset="0"/>
                <a:cs typeface="Arial" panose="020B0604020202020204" pitchFamily="34" charset="0"/>
              </a:rPr>
              <a:t>2 / 38 held</a:t>
            </a:r>
          </a:p>
        </p:txBody>
      </p:sp>
      <p:sp>
        <p:nvSpPr>
          <p:cNvPr id="114" name="lat"/>
          <p:cNvSpPr>
            <a:spLocks noGrp="1"/>
          </p:cNvSpPr>
          <p:nvPr/>
        </p:nvSpPr>
        <p:spPr>
          <a:xfrm>
            <a:off x="361188" y="5431536"/>
            <a:ext cx="11279124" cy="640080"/>
          </a:xfrm>
          <a:prstGeom prst="roundRect">
            <a:avLst>
              <a:gd name="adj" fmla="val 6000"/>
            </a:avLst>
          </a:prstGeom>
          <a:solidFill>
            <a:srgbClr val="FFFFFF"/>
          </a:solidFill>
          <a:ln w="9525">
            <a:solidFill>
              <a:srgbClr val="666666"/>
            </a:solidFill>
          </a:ln>
        </p:spPr>
        <p:txBody>
          <a:bodyPr>
            <a:normAutofit/>
          </a:bodyPr>
          <a:lstStyle/>
          <a:p>
            <a:pPr>
              <a:lnSpc>
                <a:spcPct val="110000"/>
              </a:lnSpc>
              <a:spcAft>
                <a:spcPts val="0"/>
              </a:spcAft>
            </a:pPr>
            <a:r>
              <a:rPr lang="en-IN" sz="900" b="1">
                <a:solidFill>
                  <a:srgbClr val="A100FF"/>
                </a:solidFill>
                <a:latin typeface="Arial" panose="020B0604020202020204" pitchFamily="34" charset="0"/>
                <a:cs typeface="Arial" panose="020B0604020202020204" pitchFamily="34" charset="0"/>
              </a:rPr>
              <a:t>LATENCY — MEASURED ON THE REFERENCE MACHINE  </a:t>
            </a:r>
            <a:r>
              <a:rPr lang="en-IN" sz="900">
                <a:solidFill>
                  <a:srgbClr val="2B2B2B"/>
                </a:solidFill>
                <a:latin typeface="Arial" panose="020B0604020202020204" pitchFamily="34" charset="0"/>
                <a:cs typeface="Arial" panose="020B0604020202020204" pitchFamily="34" charset="0"/>
              </a:rPr>
              <a:t>Median inline overhead 2.3 ms; 51 of 53 held requests completed inside their own policy budget; p95 overhead 1.8% of that budget; streamed requests add 0.0 ms. Wall-clock figures vary with hardware, so they are reported rather than pinned — the deterministic figures above are not.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Title 3"/>
          <p:cNvSpPr>
            <a:spLocks noGrp="1"/>
          </p:cNvSpPr>
          <p:nvPr>
            <p:ph type="title" idx="4294967295"/>
          </p:nvPr>
        </p:nvSpPr>
        <p:spPr>
          <a:xfrm>
            <a:off x="361188" y="386334"/>
            <a:ext cx="11279124" cy="470916"/>
          </a:xfrm>
          <a:solidFill>
            <a:srgbClr val="A100FF"/>
          </a:solidFill>
        </p:spPr>
        <p:txBody>
          <a:bodyPr anchor="ctr">
            <a:normAutofit/>
          </a:bodyPr>
          <a:lstStyle/>
          <a:p>
            <a:r>
              <a:rPr lang="en-IN" sz="2000" b="1">
                <a:solidFill>
                  <a:schemeClr val="bg1"/>
                </a:solidFill>
                <a:latin typeface="Graphik"/>
                <a:cs typeface="Arial"/>
              </a:rPr>
              <a:t>Evidence of rigor: a defect an adversarial review found, and how it was closed</a:t>
            </a:r>
          </a:p>
        </p:txBody>
      </p:sp>
      <p:sp>
        <p:nvSpPr>
          <p:cNvPr id="102" name="lede"/>
          <p:cNvSpPr>
            <a:spLocks noGrp="1"/>
          </p:cNvSpPr>
          <p:nvPr/>
        </p:nvSpPr>
        <p:spPr>
          <a:xfrm>
            <a:off x="361188" y="940003"/>
            <a:ext cx="11279124" cy="559613"/>
          </a:xfrm>
          <a:prstGeom prst="rect">
            <a:avLst/>
          </a:prstGeom>
          <a:noFill/>
          <a:ln>
            <a:noFill/>
          </a:ln>
        </p:spPr>
        <p:txBody>
          <a:bodyPr>
            <a:normAutofit/>
          </a:bodyPr>
          <a:lstStyle/>
          <a:p>
            <a:pPr>
              <a:lnSpc>
                <a:spcPct val="112000"/>
              </a:lnSpc>
              <a:spcAft>
                <a:spcPts val="0"/>
              </a:spcAft>
            </a:pPr>
            <a:r>
              <a:rPr lang="en-IN" sz="1150">
                <a:latin typeface="Arial" panose="020B0604020202020204" pitchFamily="34" charset="0"/>
                <a:cs typeface="Arial" panose="020B0604020202020204" pitchFamily="34" charset="0"/>
              </a:rPr>
              <a:t>The prototype was reviewed adversarially against its own claims. This was the most serious thing that review found — and it was in the half of the system that already looked finished.</a:t>
            </a:r>
          </a:p>
        </p:txBody>
      </p:sp>
      <p:sp>
        <p:nvSpPr>
          <p:cNvPr id="103" name="card"/>
          <p:cNvSpPr>
            <a:spLocks noGrp="1"/>
          </p:cNvSpPr>
          <p:nvPr/>
        </p:nvSpPr>
        <p:spPr>
          <a:xfrm>
            <a:off x="361188" y="1554480"/>
            <a:ext cx="3593592" cy="1591056"/>
          </a:xfrm>
          <a:prstGeom prst="roundRect">
            <a:avLst>
              <a:gd name="adj" fmla="val 6000"/>
            </a:avLst>
          </a:prstGeom>
          <a:solidFill>
            <a:srgbClr val="F5EBFF"/>
          </a:solidFill>
          <a:ln>
            <a:noFill/>
          </a:ln>
        </p:spPr>
        <p:txBody>
          <a:bodyPr lIns="118872" tIns="91440" rIns="118872" bIns="73152">
            <a:normAutofit/>
          </a:bodyPr>
          <a:lstStyle/>
          <a:p>
            <a:pPr>
              <a:spcAft>
                <a:spcPts val="400"/>
              </a:spcAft>
            </a:pPr>
            <a:r>
              <a:rPr lang="en-IN" sz="1000" b="1">
                <a:solidFill>
                  <a:srgbClr val="A100FF"/>
                </a:solidFill>
                <a:latin typeface="Arial" panose="020B0604020202020204" pitchFamily="34" charset="0"/>
                <a:cs typeface="Arial" panose="020B0604020202020204" pitchFamily="34" charset="0"/>
              </a:rPr>
              <a:t>WHAT WAS ALREADY CORRECT</a:t>
            </a:r>
          </a:p>
          <a:p>
            <a:pPr>
              <a:lnSpc>
                <a:spcPct val="107000"/>
              </a:lnSpc>
              <a:spcAft>
                <a:spcPts val="0"/>
              </a:spcAft>
            </a:pPr>
            <a:r>
              <a:rPr lang="en-IN" sz="900">
                <a:latin typeface="Arial" panose="020B0604020202020204" pitchFamily="34" charset="0"/>
                <a:cs typeface="Arial" panose="020B0604020202020204" pitchFamily="34" charset="0"/>
              </a:rPr>
              <a:t>A clinical_intake response under the EU/GDPR overlay was ruled RED, its visible answer replaced with a safe template, streaming refused despite the client asking for it, and a human queued. The policy engine did its job exactly as designed.</a:t>
            </a:r>
          </a:p>
        </p:txBody>
      </p:sp>
      <p:sp>
        <p:nvSpPr>
          <p:cNvPr id="104" name="card"/>
          <p:cNvSpPr>
            <a:spLocks noGrp="1"/>
          </p:cNvSpPr>
          <p:nvPr/>
        </p:nvSpPr>
        <p:spPr>
          <a:xfrm>
            <a:off x="4201668" y="1554480"/>
            <a:ext cx="3593592" cy="1591056"/>
          </a:xfrm>
          <a:prstGeom prst="roundRect">
            <a:avLst>
              <a:gd name="adj" fmla="val 6000"/>
            </a:avLst>
          </a:prstGeom>
          <a:solidFill>
            <a:srgbClr val="FFFFFF"/>
          </a:solidFill>
          <a:ln w="15875">
            <a:solidFill>
              <a:srgbClr val="A100FF"/>
            </a:solidFill>
          </a:ln>
        </p:spPr>
        <p:txBody>
          <a:bodyPr lIns="118872" tIns="91440" rIns="118872" bIns="73152">
            <a:normAutofit/>
          </a:bodyPr>
          <a:lstStyle/>
          <a:p>
            <a:pPr>
              <a:spcAft>
                <a:spcPts val="400"/>
              </a:spcAft>
            </a:pPr>
            <a:r>
              <a:rPr lang="en-IN" sz="1000" b="1">
                <a:solidFill>
                  <a:srgbClr val="A100FF"/>
                </a:solidFill>
                <a:latin typeface="Arial" panose="020B0604020202020204" pitchFamily="34" charset="0"/>
                <a:cs typeface="Arial" panose="020B0604020202020204" pitchFamily="34" charset="0"/>
              </a:rPr>
              <a:t>WHAT WAS STILL WRONG</a:t>
            </a:r>
          </a:p>
          <a:p>
            <a:pPr>
              <a:lnSpc>
                <a:spcPct val="107000"/>
              </a:lnSpc>
              <a:spcAft>
                <a:spcPts val="0"/>
              </a:spcAft>
            </a:pPr>
            <a:r>
              <a:rPr lang="en-IN" sz="900">
                <a:latin typeface="Arial" panose="020B0604020202020204" pitchFamily="34" charset="0"/>
                <a:cs typeface="Arial" panose="020B0604020202020204" pitchFamily="34" charset="0"/>
              </a:rPr>
              <a:t>The metadata beside it carried original_text verbatim. The gateway ruled the content unreleasable and then released it in the same HTTP response — MRN, date of birth, phone and SSN — on both the streamed and non-streamed paths.</a:t>
            </a:r>
          </a:p>
        </p:txBody>
      </p:sp>
      <p:sp>
        <p:nvSpPr>
          <p:cNvPr id="105" name="card"/>
          <p:cNvSpPr>
            <a:spLocks noGrp="1"/>
          </p:cNvSpPr>
          <p:nvPr/>
        </p:nvSpPr>
        <p:spPr>
          <a:xfrm>
            <a:off x="8042148" y="1554480"/>
            <a:ext cx="3593592" cy="1591056"/>
          </a:xfrm>
          <a:prstGeom prst="roundRect">
            <a:avLst>
              <a:gd name="adj" fmla="val 6000"/>
            </a:avLst>
          </a:prstGeom>
          <a:solidFill>
            <a:srgbClr val="F5EBFF"/>
          </a:solidFill>
          <a:ln>
            <a:noFill/>
          </a:ln>
        </p:spPr>
        <p:txBody>
          <a:bodyPr lIns="118872" tIns="91440" rIns="118872" bIns="73152">
            <a:normAutofit/>
          </a:bodyPr>
          <a:lstStyle/>
          <a:p>
            <a:pPr>
              <a:spcAft>
                <a:spcPts val="400"/>
              </a:spcAft>
            </a:pPr>
            <a:r>
              <a:rPr lang="en-IN" sz="1000" b="1">
                <a:solidFill>
                  <a:srgbClr val="A100FF"/>
                </a:solidFill>
                <a:latin typeface="Arial" panose="020B0604020202020204" pitchFamily="34" charset="0"/>
                <a:cs typeface="Arial" panose="020B0604020202020204" pitchFamily="34" charset="0"/>
              </a:rPr>
              <a:t>WHY REVIEW HAD MISSED IT</a:t>
            </a:r>
          </a:p>
          <a:p>
            <a:pPr>
              <a:lnSpc>
                <a:spcPct val="107000"/>
              </a:lnSpc>
              <a:spcAft>
                <a:spcPts val="0"/>
              </a:spcAft>
            </a:pPr>
            <a:r>
              <a:rPr lang="en-IN" sz="900">
                <a:latin typeface="Arial" panose="020B0604020202020204" pitchFamily="34" charset="0"/>
                <a:cs typeface="Arial" panose="020B0604020202020204" pitchFamily="34" charset="0"/>
              </a:rPr>
              <a:t>The regression test's own docstring claimed it asserted on “the bytes a client actually receives”. It only reassembled the streamed content deltas, and never inspected the envelope those deltas arrive inside.</a:t>
            </a:r>
          </a:p>
        </p:txBody>
      </p:sp>
      <p:sp>
        <p:nvSpPr>
          <p:cNvPr id="106" name="fix"/>
          <p:cNvSpPr>
            <a:spLocks noGrp="1"/>
          </p:cNvSpPr>
          <p:nvPr/>
        </p:nvSpPr>
        <p:spPr>
          <a:xfrm>
            <a:off x="361188" y="3255264"/>
            <a:ext cx="11279124" cy="1170432"/>
          </a:xfrm>
          <a:prstGeom prst="roundRect">
            <a:avLst>
              <a:gd name="adj" fmla="val 6000"/>
            </a:avLst>
          </a:prstGeom>
          <a:solidFill>
            <a:srgbClr val="FFFFFF"/>
          </a:solidFill>
          <a:ln w="15875">
            <a:solidFill>
              <a:srgbClr val="A100FF"/>
            </a:solidFill>
          </a:ln>
        </p:spPr>
        <p:txBody>
          <a:bodyPr lIns="137160" tIns="100584" rIns="137160" bIns="73152">
            <a:normAutofit/>
          </a:bodyPr>
          <a:lstStyle/>
          <a:p>
            <a:pPr>
              <a:spcAft>
                <a:spcPts val="380"/>
              </a:spcAft>
            </a:pPr>
            <a:r>
              <a:rPr lang="en-IN" sz="1050" b="1">
                <a:solidFill>
                  <a:srgbClr val="A100FF"/>
                </a:solidFill>
                <a:latin typeface="Arial" panose="020B0604020202020204" pitchFamily="34" charset="0"/>
                <a:cs typeface="Arial" panose="020B0604020202020204" pitchFamily="34" charset="0"/>
              </a:rPr>
              <a:t>THE FIX, VERIFIED ON THE RAW HTTP RESPONSE — NOT ON A PASSING UNIT TEST</a:t>
            </a:r>
          </a:p>
          <a:p>
            <a:pPr>
              <a:lnSpc>
                <a:spcPct val="108000"/>
              </a:lnSpc>
              <a:spcAft>
                <a:spcPts val="0"/>
              </a:spcAft>
            </a:pPr>
            <a:r>
              <a:rPr lang="en-IN" sz="950" b="1">
                <a:solidFill>
                  <a:srgbClr val="D0342C"/>
                </a:solidFill>
                <a:latin typeface="Arial" panose="020B0604020202020204" pitchFamily="34" charset="0"/>
                <a:cs typeface="Arial" panose="020B0604020202020204" pitchFamily="34" charset="0"/>
              </a:rPr>
              <a:t>Before: </a:t>
            </a:r>
            <a:r>
              <a:rPr lang="en-IN" sz="950">
                <a:solidFill>
                  <a:srgbClr val="2B2B2B"/>
                </a:solidFill>
                <a:latin typeface="Arial" panose="020B0604020202020204" pitchFamily="34" charset="0"/>
                <a:cs typeface="Arial" panose="020B0604020202020204" pitchFamily="34" charset="0"/>
              </a:rPr>
              <a:t>all four PHI markers present in the response body, on both transports.   </a:t>
            </a:r>
            <a:r>
              <a:rPr lang="en-IN" sz="950" b="1">
                <a:solidFill>
                  <a:srgbClr val="1E9E4A"/>
                </a:solidFill>
                <a:latin typeface="Arial" panose="020B0604020202020204" pitchFamily="34" charset="0"/>
                <a:cs typeface="Arial" panose="020B0604020202020204" pitchFamily="34" charset="0"/>
              </a:rPr>
              <a:t>After: </a:t>
            </a:r>
            <a:r>
              <a:rPr lang="en-IN" sz="950">
                <a:solidFill>
                  <a:srgbClr val="2B2B2B"/>
                </a:solidFill>
                <a:latin typeface="Arial" panose="020B0604020202020204" pitchFamily="34" charset="0"/>
                <a:cs typeface="Arial" panose="020B0604020202020204" pitchFamily="34" charset="0"/>
              </a:rPr>
              <a:t>none. Free text is now withheld by default — a caller opts in with include_raw_trace — and that opt-in never overrides policy: RED, edited, rerouted, retracted or PII-bearing responses stay redacted whatever the caller asked for.</a:t>
            </a:r>
          </a:p>
        </p:txBody>
      </p:sp>
      <p:sp>
        <p:nvSpPr>
          <p:cNvPr id="107" name="card"/>
          <p:cNvSpPr>
            <a:spLocks noGrp="1"/>
          </p:cNvSpPr>
          <p:nvPr/>
        </p:nvSpPr>
        <p:spPr>
          <a:xfrm>
            <a:off x="361188" y="4535424"/>
            <a:ext cx="11279124" cy="1188720"/>
          </a:xfrm>
          <a:prstGeom prst="roundRect">
            <a:avLst>
              <a:gd name="adj" fmla="val 6000"/>
            </a:avLst>
          </a:prstGeom>
          <a:solidFill>
            <a:srgbClr val="F5EBFF"/>
          </a:solidFill>
          <a:ln>
            <a:noFill/>
          </a:ln>
        </p:spPr>
        <p:txBody>
          <a:bodyPr lIns="118872" tIns="91440" rIns="118872" bIns="73152">
            <a:normAutofit/>
          </a:bodyPr>
          <a:lstStyle/>
          <a:p>
            <a:pPr>
              <a:spcAft>
                <a:spcPts val="400"/>
              </a:spcAft>
            </a:pPr>
            <a:r>
              <a:rPr lang="en-IN" sz="1100" b="1">
                <a:solidFill>
                  <a:srgbClr val="A100FF"/>
                </a:solidFill>
                <a:latin typeface="Arial" panose="020B0604020202020204" pitchFamily="34" charset="0"/>
                <a:cs typeface="Arial" panose="020B0604020202020204" pitchFamily="34" charset="0"/>
              </a:rPr>
              <a:t>THE PART THAT WAS NOT IN THE REVIEW'S BRIEF</a:t>
            </a:r>
          </a:p>
          <a:p>
            <a:pPr>
              <a:lnSpc>
                <a:spcPct val="107000"/>
              </a:lnSpc>
              <a:spcAft>
                <a:spcPts val="0"/>
              </a:spcAft>
            </a:pPr>
            <a:r>
              <a:rPr lang="en-IN" sz="950">
                <a:latin typeface="Arial" panose="020B0604020202020204" pitchFamily="34" charset="0"/>
                <a:cs typeface="Arial" panose="020B0604020202020204" pitchFamily="34" charset="0"/>
              </a:rPr>
              <a:t>Redacting only the fields the review named would not have closed it. claims[].reasons names the offending figures one at a time — “figure 6789 does not appear anywhere in the context” — so an SSN redacted from the claim stayed reassemblable from the reasons beside it. The fix redacts the whole trace. The audit ledger still keeps the original, because an audit trail that redacts the thing it is auditing is worthless.</a:t>
            </a:r>
          </a:p>
        </p:txBody>
      </p:sp>
      <p:sp>
        <p:nvSpPr>
          <p:cNvPr id="108" name="tests"/>
          <p:cNvSpPr>
            <a:spLocks noGrp="1"/>
          </p:cNvSpPr>
          <p:nvPr/>
        </p:nvSpPr>
        <p:spPr>
          <a:xfrm>
            <a:off x="361188" y="5833872"/>
            <a:ext cx="11279124" cy="402336"/>
          </a:xfrm>
          <a:prstGeom prst="rect">
            <a:avLst/>
          </a:prstGeom>
          <a:noFill/>
          <a:ln>
            <a:noFill/>
          </a:ln>
        </p:spPr>
        <p:txBody>
          <a:bodyPr>
            <a:normAutofit/>
          </a:bodyPr>
          <a:lstStyle/>
          <a:p>
            <a:pPr>
              <a:spcAft>
                <a:spcPts val="0"/>
              </a:spcAft>
            </a:pPr>
            <a:r>
              <a:rPr lang="en-IN" sz="900">
                <a:solidFill>
                  <a:srgbClr val="666666"/>
                </a:solidFill>
                <a:latin typeface="Arial" panose="020B0604020202020204" pitchFamily="34" charset="0"/>
                <a:cs typeface="Arial" panose="020B0604020202020204" pitchFamily="34" charset="0"/>
              </a:rPr>
              <a:t>Ten new regression tests parse the full raw body on both transports. All ten fail against the previous commit and pass against this one — the test has teeth, and that was checked rather than assumed.</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Title 3"/>
          <p:cNvSpPr>
            <a:spLocks noGrp="1"/>
          </p:cNvSpPr>
          <p:nvPr>
            <p:ph type="title" idx="4294967295"/>
          </p:nvPr>
        </p:nvSpPr>
        <p:spPr>
          <a:xfrm>
            <a:off x="361188" y="386334"/>
            <a:ext cx="11279124" cy="470916"/>
          </a:xfrm>
          <a:solidFill>
            <a:srgbClr val="A100FF"/>
          </a:solidFill>
        </p:spPr>
        <p:txBody>
          <a:bodyPr anchor="ctr">
            <a:normAutofit/>
          </a:bodyPr>
          <a:lstStyle/>
          <a:p>
            <a:r>
              <a:rPr lang="en-IN" sz="2000" b="1">
                <a:solidFill>
                  <a:schemeClr val="bg1"/>
                </a:solidFill>
                <a:latin typeface="Graphik"/>
                <a:cs typeface="Arial"/>
              </a:rPr>
              <a:t>Business case: what per-response scrutiny costs, and what it is worth</a:t>
            </a:r>
          </a:p>
        </p:txBody>
      </p:sp>
      <p:sp>
        <p:nvSpPr>
          <p:cNvPr id="102" name="lede"/>
          <p:cNvSpPr>
            <a:spLocks noGrp="1"/>
          </p:cNvSpPr>
          <p:nvPr/>
        </p:nvSpPr>
        <p:spPr>
          <a:xfrm>
            <a:off x="361188" y="940003"/>
            <a:ext cx="11279124" cy="559613"/>
          </a:xfrm>
          <a:prstGeom prst="rect">
            <a:avLst/>
          </a:prstGeom>
          <a:noFill/>
          <a:ln>
            <a:noFill/>
          </a:ln>
        </p:spPr>
        <p:txBody>
          <a:bodyPr>
            <a:normAutofit/>
          </a:bodyPr>
          <a:lstStyle/>
          <a:p>
            <a:pPr>
              <a:lnSpc>
                <a:spcPct val="112000"/>
              </a:lnSpc>
              <a:spcAft>
                <a:spcPts val="0"/>
              </a:spcAft>
            </a:pPr>
            <a:r>
              <a:rPr lang="en-IN" sz="1150">
                <a:latin typeface="Arial" panose="020B0604020202020204" pitchFamily="34" charset="0"/>
                <a:cs typeface="Arial" panose="020B0604020202020204" pitchFamily="34" charset="0"/>
              </a:rPr>
              <a:t>The brief's reference parameter is tens of thousands of interactions per week. At 30,000/week the run cost is measured from the prototype. The value is not — it depends on assumptions, so those are stated on this slide rather than buried in a footnote.</a:t>
            </a:r>
          </a:p>
        </p:txBody>
      </p:sp>
      <p:sp>
        <p:nvSpPr>
          <p:cNvPr id="103" name="mh"/>
          <p:cNvSpPr>
            <a:spLocks noGrp="1"/>
          </p:cNvSpPr>
          <p:nvPr/>
        </p:nvSpPr>
        <p:spPr>
          <a:xfrm>
            <a:off x="361188" y="1481328"/>
            <a:ext cx="5440680" cy="365760"/>
          </a:xfrm>
          <a:prstGeom prst="roundRect">
            <a:avLst>
              <a:gd name="adj" fmla="val 6000"/>
            </a:avLst>
          </a:prstGeom>
          <a:solidFill>
            <a:srgbClr val="A100FF"/>
          </a:solidFill>
          <a:ln>
            <a:noFill/>
          </a:ln>
        </p:spPr>
        <p:txBody>
          <a:bodyPr anchor="ctr" lIns="128016" tIns="36576" rIns="91440" bIns="36576">
            <a:normAutofit/>
          </a:bodyPr>
          <a:lstStyle/>
          <a:p>
            <a:pPr>
              <a:spcAft>
                <a:spcPts val="0"/>
              </a:spcAft>
            </a:pPr>
            <a:r>
              <a:rPr lang="en-IN" sz="1000" b="1">
                <a:solidFill>
                  <a:srgbClr val="FFFFFF"/>
                </a:solidFill>
                <a:latin typeface="Arial" panose="020B0604020202020204" pitchFamily="34" charset="0"/>
                <a:cs typeface="Arial" panose="020B0604020202020204" pitchFamily="34" charset="0"/>
              </a:rPr>
              <a:t>MEASURED — TAKEN FROM THE RUNNING PROTOTYPE</a:t>
            </a:r>
          </a:p>
        </p:txBody>
      </p:sp>
      <p:sp>
        <p:nvSpPr>
          <p:cNvPr id="104" name="card"/>
          <p:cNvSpPr>
            <a:spLocks noGrp="1"/>
          </p:cNvSpPr>
          <p:nvPr/>
        </p:nvSpPr>
        <p:spPr>
          <a:xfrm>
            <a:off x="361188" y="1938528"/>
            <a:ext cx="5440680" cy="777240"/>
          </a:xfrm>
          <a:prstGeom prst="roundRect">
            <a:avLst>
              <a:gd name="adj" fmla="val 6000"/>
            </a:avLst>
          </a:prstGeom>
          <a:solidFill>
            <a:srgbClr val="F5EBFF"/>
          </a:solidFill>
          <a:ln>
            <a:noFill/>
          </a:ln>
        </p:spPr>
        <p:txBody>
          <a:bodyPr lIns="118872" tIns="73152" rIns="118872" bIns="45720">
            <a:normAutofit/>
          </a:bodyPr>
          <a:lstStyle/>
          <a:p>
            <a:pPr>
              <a:spcAft>
                <a:spcPts val="400"/>
              </a:spcAft>
            </a:pPr>
            <a:r>
              <a:rPr lang="en-IN" sz="1000" b="1">
                <a:solidFill>
                  <a:srgbClr val="A100FF"/>
                </a:solidFill>
                <a:latin typeface="Arial" panose="020B0604020202020204" pitchFamily="34" charset="0"/>
                <a:cs typeface="Arial" panose="020B0604020202020204" pitchFamily="34" charset="0"/>
              </a:rPr>
              <a:t>$3,697 / year to run</a:t>
            </a:r>
          </a:p>
          <a:p>
            <a:pPr>
              <a:lnSpc>
                <a:spcPct val="107000"/>
              </a:lnSpc>
              <a:spcAft>
                <a:spcPts val="0"/>
              </a:spcAft>
            </a:pPr>
            <a:r>
              <a:rPr lang="en-IN" sz="875">
                <a:latin typeface="Arial" panose="020B0604020202020204" pitchFamily="34" charset="0"/>
                <a:cs typeface="Arial" panose="020B0604020202020204" pitchFamily="34" charset="0"/>
              </a:rPr>
              <a:t>30,000 interactions/week × 52 × $0.00237 per request, the measured all-in cost including the verifier's own tokens.</a:t>
            </a:r>
          </a:p>
        </p:txBody>
      </p:sp>
      <p:sp>
        <p:nvSpPr>
          <p:cNvPr id="105" name="card"/>
          <p:cNvSpPr>
            <a:spLocks noGrp="1"/>
          </p:cNvSpPr>
          <p:nvPr/>
        </p:nvSpPr>
        <p:spPr>
          <a:xfrm>
            <a:off x="361188" y="2798064"/>
            <a:ext cx="5440680" cy="777240"/>
          </a:xfrm>
          <a:prstGeom prst="roundRect">
            <a:avLst>
              <a:gd name="adj" fmla="val 6000"/>
            </a:avLst>
          </a:prstGeom>
          <a:solidFill>
            <a:srgbClr val="F5EBFF"/>
          </a:solidFill>
          <a:ln>
            <a:noFill/>
          </a:ln>
        </p:spPr>
        <p:txBody>
          <a:bodyPr lIns="118872" tIns="73152" rIns="118872" bIns="45720">
            <a:normAutofit/>
          </a:bodyPr>
          <a:lstStyle/>
          <a:p>
            <a:pPr>
              <a:spcAft>
                <a:spcPts val="400"/>
              </a:spcAft>
            </a:pPr>
            <a:r>
              <a:rPr lang="en-IN" sz="1000" b="1">
                <a:solidFill>
                  <a:srgbClr val="A100FF"/>
                </a:solidFill>
                <a:latin typeface="Arial" panose="020B0604020202020204" pitchFamily="34" charset="0"/>
                <a:cs typeface="Arial" panose="020B0604020202020204" pitchFamily="34" charset="0"/>
              </a:rPr>
              <a:t>96.4% of tokens are the verifier</a:t>
            </a:r>
          </a:p>
          <a:p>
            <a:pPr>
              <a:lnSpc>
                <a:spcPct val="107000"/>
              </a:lnSpc>
              <a:spcAft>
                <a:spcPts val="0"/>
              </a:spcAft>
            </a:pPr>
            <a:r>
              <a:rPr lang="en-IN" sz="875">
                <a:latin typeface="Arial" panose="020B0604020202020204" pitchFamily="34" charset="0"/>
                <a:cs typeface="Arial" panose="020B0604020202020204" pitchFamily="34" charset="0"/>
              </a:rPr>
              <a:t>Which is why it is gated to 32% of held requests rather than run on everything — the gate is the cost control.</a:t>
            </a:r>
          </a:p>
        </p:txBody>
      </p:sp>
      <p:sp>
        <p:nvSpPr>
          <p:cNvPr id="106" name="card"/>
          <p:cNvSpPr>
            <a:spLocks noGrp="1"/>
          </p:cNvSpPr>
          <p:nvPr/>
        </p:nvSpPr>
        <p:spPr>
          <a:xfrm>
            <a:off x="361188" y="3657600"/>
            <a:ext cx="5440680" cy="777240"/>
          </a:xfrm>
          <a:prstGeom prst="roundRect">
            <a:avLst>
              <a:gd name="adj" fmla="val 6000"/>
            </a:avLst>
          </a:prstGeom>
          <a:solidFill>
            <a:srgbClr val="F5EBFF"/>
          </a:solidFill>
          <a:ln>
            <a:noFill/>
          </a:ln>
        </p:spPr>
        <p:txBody>
          <a:bodyPr lIns="118872" tIns="73152" rIns="118872" bIns="45720">
            <a:normAutofit/>
          </a:bodyPr>
          <a:lstStyle/>
          <a:p>
            <a:pPr>
              <a:spcAft>
                <a:spcPts val="400"/>
              </a:spcAft>
            </a:pPr>
            <a:r>
              <a:rPr lang="en-IN" sz="1000" b="1">
                <a:solidFill>
                  <a:srgbClr val="A100FF"/>
                </a:solidFill>
                <a:latin typeface="Arial" panose="020B0604020202020204" pitchFamily="34" charset="0"/>
                <a:cs typeface="Arial" panose="020B0604020202020204" pitchFamily="34" charset="0"/>
              </a:rPr>
              <a:t>Recall 1.000 at precision 0.917</a:t>
            </a:r>
          </a:p>
          <a:p>
            <a:pPr>
              <a:lnSpc>
                <a:spcPct val="107000"/>
              </a:lnSpc>
              <a:spcAft>
                <a:spcPts val="0"/>
              </a:spcAft>
            </a:pPr>
            <a:r>
              <a:rPr lang="en-IN" sz="875">
                <a:latin typeface="Arial" panose="020B0604020202020204" pitchFamily="34" charset="0"/>
                <a:cs typeface="Arial" panose="020B0604020202020204" pitchFamily="34" charset="0"/>
              </a:rPr>
              <a:t>Performance lane against the seeded set; Cost and Responsibility both 1.000/1.000. Final decision accuracy 95.2%.</a:t>
            </a:r>
          </a:p>
        </p:txBody>
      </p:sp>
      <p:sp>
        <p:nvSpPr>
          <p:cNvPr id="107" name="card"/>
          <p:cNvSpPr>
            <a:spLocks noGrp="1"/>
          </p:cNvSpPr>
          <p:nvPr/>
        </p:nvSpPr>
        <p:spPr>
          <a:xfrm>
            <a:off x="361188" y="4517136"/>
            <a:ext cx="5440680" cy="777240"/>
          </a:xfrm>
          <a:prstGeom prst="roundRect">
            <a:avLst>
              <a:gd name="adj" fmla="val 6000"/>
            </a:avLst>
          </a:prstGeom>
          <a:solidFill>
            <a:srgbClr val="F5EBFF"/>
          </a:solidFill>
          <a:ln>
            <a:noFill/>
          </a:ln>
        </p:spPr>
        <p:txBody>
          <a:bodyPr lIns="118872" tIns="73152" rIns="118872" bIns="45720">
            <a:normAutofit/>
          </a:bodyPr>
          <a:lstStyle/>
          <a:p>
            <a:pPr>
              <a:spcAft>
                <a:spcPts val="400"/>
              </a:spcAft>
            </a:pPr>
            <a:r>
              <a:rPr lang="en-IN" sz="1000" b="1">
                <a:solidFill>
                  <a:srgbClr val="A100FF"/>
                </a:solidFill>
                <a:latin typeface="Arial" panose="020B0604020202020204" pitchFamily="34" charset="0"/>
                <a:cs typeface="Arial" panose="020B0604020202020204" pitchFamily="34" charset="0"/>
              </a:rPr>
              <a:t>Overhead is not the constraint</a:t>
            </a:r>
          </a:p>
          <a:p>
            <a:pPr>
              <a:lnSpc>
                <a:spcPct val="107000"/>
              </a:lnSpc>
              <a:spcAft>
                <a:spcPts val="0"/>
              </a:spcAft>
            </a:pPr>
            <a:r>
              <a:rPr lang="en-IN" sz="875">
                <a:latin typeface="Arial" panose="020B0604020202020204" pitchFamily="34" charset="0"/>
                <a:cs typeface="Arial" panose="020B0604020202020204" pitchFamily="34" charset="0"/>
              </a:rPr>
              <a:t>Median 2.3 ms inline, 51 of 53 held requests inside their own budget (reference machine; wall-clock varies by hardware).</a:t>
            </a:r>
          </a:p>
        </p:txBody>
      </p:sp>
      <p:sp>
        <p:nvSpPr>
          <p:cNvPr id="108" name="dh"/>
          <p:cNvSpPr>
            <a:spLocks noGrp="1"/>
          </p:cNvSpPr>
          <p:nvPr/>
        </p:nvSpPr>
        <p:spPr>
          <a:xfrm>
            <a:off x="6153912" y="1481328"/>
            <a:ext cx="5440680" cy="365760"/>
          </a:xfrm>
          <a:prstGeom prst="roundRect">
            <a:avLst>
              <a:gd name="adj" fmla="val 6000"/>
            </a:avLst>
          </a:prstGeom>
          <a:solidFill>
            <a:srgbClr val="FFFFFF"/>
          </a:solidFill>
          <a:ln w="15875">
            <a:solidFill>
              <a:srgbClr val="A100FF"/>
            </a:solidFill>
          </a:ln>
        </p:spPr>
        <p:txBody>
          <a:bodyPr anchor="ctr" lIns="128016" tIns="36576" rIns="91440" bIns="36576">
            <a:normAutofit/>
          </a:bodyPr>
          <a:lstStyle/>
          <a:p>
            <a:pPr>
              <a:spcAft>
                <a:spcPts val="0"/>
              </a:spcAft>
            </a:pPr>
            <a:r>
              <a:rPr lang="en-IN" sz="1000" b="1">
                <a:solidFill>
                  <a:srgbClr val="A100FF"/>
                </a:solidFill>
                <a:latin typeface="Arial" panose="020B0604020202020204" pitchFamily="34" charset="0"/>
                <a:cs typeface="Arial" panose="020B0604020202020204" pitchFamily="34" charset="0"/>
              </a:rPr>
              <a:t>MODELED — ASSUMPTIONS, NOT EVIDENCE</a:t>
            </a:r>
          </a:p>
        </p:txBody>
      </p:sp>
      <p:sp>
        <p:nvSpPr>
          <p:cNvPr id="109" name="mod"/>
          <p:cNvSpPr>
            <a:spLocks noGrp="1"/>
          </p:cNvSpPr>
          <p:nvPr/>
        </p:nvSpPr>
        <p:spPr>
          <a:xfrm>
            <a:off x="6153912" y="1938528"/>
            <a:ext cx="5440680" cy="777240"/>
          </a:xfrm>
          <a:prstGeom prst="roundRect">
            <a:avLst>
              <a:gd name="adj" fmla="val 6000"/>
            </a:avLst>
          </a:prstGeom>
          <a:solidFill>
            <a:srgbClr val="FFFFFF"/>
          </a:solidFill>
          <a:ln w="12700">
            <a:solidFill>
              <a:srgbClr val="A100FF"/>
            </a:solidFill>
          </a:ln>
        </p:spPr>
        <p:txBody>
          <a:bodyPr lIns="118872" tIns="73152" rIns="118872" bIns="45720">
            <a:normAutofit/>
          </a:bodyPr>
          <a:lstStyle/>
          <a:p>
            <a:pPr>
              <a:spcAft>
                <a:spcPts val="300"/>
              </a:spcAft>
            </a:pPr>
            <a:r>
              <a:rPr lang="en-IN" sz="1000" b="1">
                <a:solidFill>
                  <a:srgbClr val="A100FF"/>
                </a:solidFill>
                <a:latin typeface="Arial" panose="020B0604020202020204" pitchFamily="34" charset="0"/>
                <a:cs typeface="Arial" panose="020B0604020202020204" pitchFamily="34" charset="0"/>
              </a:rPr>
              <a:t>1.0% material defect rate   </a:t>
            </a:r>
            <a:r>
              <a:rPr lang="en-IN" sz="750" b="1">
                <a:solidFill>
                  <a:srgbClr val="D69500"/>
                </a:solidFill>
                <a:latin typeface="Arial" panose="020B0604020202020204" pitchFamily="34" charset="0"/>
                <a:cs typeface="Arial" panose="020B0604020202020204" pitchFamily="34" charset="0"/>
              </a:rPr>
              <a:t>ASSUMPTION</a:t>
            </a:r>
          </a:p>
          <a:p>
            <a:pPr>
              <a:lnSpc>
                <a:spcPct val="106000"/>
              </a:lnSpc>
              <a:spcAft>
                <a:spcPts val="0"/>
              </a:spcAft>
            </a:pPr>
            <a:r>
              <a:rPr lang="en-IN" sz="875">
                <a:solidFill>
                  <a:srgbClr val="2B2B2B"/>
                </a:solidFill>
                <a:latin typeface="Arial" panose="020B0604020202020204" pitchFamily="34" charset="0"/>
                <a:cs typeface="Arial" panose="020B0604020202020204" pitchFamily="34" charset="0"/>
              </a:rPr>
              <a:t>Of 1,560,000 interactions a year, 15,600 carry a material defect. Not measured here — the seeded set is deliberately enriched with failures and is not a production base rate.</a:t>
            </a:r>
          </a:p>
        </p:txBody>
      </p:sp>
      <p:sp>
        <p:nvSpPr>
          <p:cNvPr id="110" name="mod"/>
          <p:cNvSpPr>
            <a:spLocks noGrp="1"/>
          </p:cNvSpPr>
          <p:nvPr/>
        </p:nvSpPr>
        <p:spPr>
          <a:xfrm>
            <a:off x="6153912" y="2798064"/>
            <a:ext cx="5440680" cy="777240"/>
          </a:xfrm>
          <a:prstGeom prst="roundRect">
            <a:avLst>
              <a:gd name="adj" fmla="val 6000"/>
            </a:avLst>
          </a:prstGeom>
          <a:solidFill>
            <a:srgbClr val="FFFFFF"/>
          </a:solidFill>
          <a:ln w="12700">
            <a:solidFill>
              <a:srgbClr val="A100FF"/>
            </a:solidFill>
          </a:ln>
        </p:spPr>
        <p:txBody>
          <a:bodyPr lIns="118872" tIns="73152" rIns="118872" bIns="45720">
            <a:normAutofit/>
          </a:bodyPr>
          <a:lstStyle/>
          <a:p>
            <a:pPr>
              <a:spcAft>
                <a:spcPts val="300"/>
              </a:spcAft>
            </a:pPr>
            <a:r>
              <a:rPr lang="en-IN" sz="1000" b="1">
                <a:solidFill>
                  <a:srgbClr val="A100FF"/>
                </a:solidFill>
                <a:latin typeface="Arial" panose="020B0604020202020204" pitchFamily="34" charset="0"/>
                <a:cs typeface="Arial" panose="020B0604020202020204" pitchFamily="34" charset="0"/>
              </a:rPr>
              <a:t>0.5% of defects become incidents   </a:t>
            </a:r>
            <a:r>
              <a:rPr lang="en-IN" sz="750" b="1">
                <a:solidFill>
                  <a:srgbClr val="D69500"/>
                </a:solidFill>
                <a:latin typeface="Arial" panose="020B0604020202020204" pitchFamily="34" charset="0"/>
                <a:cs typeface="Arial" panose="020B0604020202020204" pitchFamily="34" charset="0"/>
              </a:rPr>
              <a:t>ASSUMPTION</a:t>
            </a:r>
          </a:p>
          <a:p>
            <a:pPr>
              <a:lnSpc>
                <a:spcPct val="106000"/>
              </a:lnSpc>
              <a:spcAft>
                <a:spcPts val="0"/>
              </a:spcAft>
            </a:pPr>
            <a:r>
              <a:rPr lang="en-IN" sz="875">
                <a:solidFill>
                  <a:srgbClr val="2B2B2B"/>
                </a:solidFill>
                <a:latin typeface="Arial" panose="020B0604020202020204" pitchFamily="34" charset="0"/>
                <a:cs typeface="Arial" panose="020B0604020202020204" pitchFamily="34" charset="0"/>
              </a:rPr>
              <a:t>78 costly incidents a year. Most defects are absorbed harmlessly; only a fraction reach a customer, a regulator or a balance sheet.</a:t>
            </a:r>
          </a:p>
        </p:txBody>
      </p:sp>
      <p:sp>
        <p:nvSpPr>
          <p:cNvPr id="111" name="mod"/>
          <p:cNvSpPr>
            <a:spLocks noGrp="1"/>
          </p:cNvSpPr>
          <p:nvPr/>
        </p:nvSpPr>
        <p:spPr>
          <a:xfrm>
            <a:off x="6153912" y="3657600"/>
            <a:ext cx="5440680" cy="777240"/>
          </a:xfrm>
          <a:prstGeom prst="roundRect">
            <a:avLst>
              <a:gd name="adj" fmla="val 6000"/>
            </a:avLst>
          </a:prstGeom>
          <a:solidFill>
            <a:srgbClr val="FFFFFF"/>
          </a:solidFill>
          <a:ln w="12700">
            <a:solidFill>
              <a:srgbClr val="A100FF"/>
            </a:solidFill>
          </a:ln>
        </p:spPr>
        <p:txBody>
          <a:bodyPr lIns="118872" tIns="73152" rIns="118872" bIns="45720">
            <a:normAutofit/>
          </a:bodyPr>
          <a:lstStyle/>
          <a:p>
            <a:pPr>
              <a:spcAft>
                <a:spcPts val="300"/>
              </a:spcAft>
            </a:pPr>
            <a:r>
              <a:rPr lang="en-IN" sz="1000" b="1">
                <a:solidFill>
                  <a:srgbClr val="A100FF"/>
                </a:solidFill>
                <a:latin typeface="Arial" panose="020B0604020202020204" pitchFamily="34" charset="0"/>
                <a:cs typeface="Arial" panose="020B0604020202020204" pitchFamily="34" charset="0"/>
              </a:rPr>
              <a:t>$25,000 per incident   </a:t>
            </a:r>
            <a:r>
              <a:rPr lang="en-IN" sz="750" b="1">
                <a:solidFill>
                  <a:srgbClr val="D69500"/>
                </a:solidFill>
                <a:latin typeface="Arial" panose="020B0604020202020204" pitchFamily="34" charset="0"/>
                <a:cs typeface="Arial" panose="020B0604020202020204" pitchFamily="34" charset="0"/>
              </a:rPr>
              <a:t>ASSUMPTION</a:t>
            </a:r>
          </a:p>
          <a:p>
            <a:pPr>
              <a:lnSpc>
                <a:spcPct val="106000"/>
              </a:lnSpc>
              <a:spcAft>
                <a:spcPts val="0"/>
              </a:spcAft>
            </a:pPr>
            <a:r>
              <a:rPr lang="en-IN" sz="875">
                <a:solidFill>
                  <a:srgbClr val="2B2B2B"/>
                </a:solidFill>
                <a:latin typeface="Arial" panose="020B0604020202020204" pitchFamily="34" charset="0"/>
                <a:cs typeface="Arial" panose="020B0604020202020204" pitchFamily="34" charset="0"/>
              </a:rPr>
              <a:t>Remediation, regulatory exposure and reputational cost combined. This is the number most worth arguing with — so vary it below.</a:t>
            </a:r>
          </a:p>
        </p:txBody>
      </p:sp>
      <p:sp>
        <p:nvSpPr>
          <p:cNvPr id="112" name="mod"/>
          <p:cNvSpPr>
            <a:spLocks noGrp="1"/>
          </p:cNvSpPr>
          <p:nvPr/>
        </p:nvSpPr>
        <p:spPr>
          <a:xfrm>
            <a:off x="6153912" y="4517136"/>
            <a:ext cx="5440680" cy="777240"/>
          </a:xfrm>
          <a:prstGeom prst="roundRect">
            <a:avLst>
              <a:gd name="adj" fmla="val 6000"/>
            </a:avLst>
          </a:prstGeom>
          <a:solidFill>
            <a:srgbClr val="FFFFFF"/>
          </a:solidFill>
          <a:ln w="12700">
            <a:solidFill>
              <a:srgbClr val="A100FF"/>
            </a:solidFill>
          </a:ln>
        </p:spPr>
        <p:txBody>
          <a:bodyPr lIns="118872" tIns="73152" rIns="118872" bIns="45720">
            <a:normAutofit/>
          </a:bodyPr>
          <a:lstStyle/>
          <a:p>
            <a:pPr>
              <a:spcAft>
                <a:spcPts val="300"/>
              </a:spcAft>
            </a:pPr>
            <a:r>
              <a:rPr lang="en-IN" sz="1000" b="1">
                <a:solidFill>
                  <a:srgbClr val="A100FF"/>
                </a:solidFill>
                <a:latin typeface="Arial" panose="020B0604020202020204" pitchFamily="34" charset="0"/>
                <a:cs typeface="Arial" panose="020B0604020202020204" pitchFamily="34" charset="0"/>
              </a:rPr>
              <a:t>≈ $1.95M / year addressed   </a:t>
            </a:r>
            <a:r>
              <a:rPr lang="en-IN" sz="750" b="1">
                <a:solidFill>
                  <a:srgbClr val="666666"/>
                </a:solidFill>
                <a:latin typeface="Arial" panose="020B0604020202020204" pitchFamily="34" charset="0"/>
                <a:cs typeface="Arial" panose="020B0604020202020204" pitchFamily="34" charset="0"/>
              </a:rPr>
              <a:t>DERIVED</a:t>
            </a:r>
          </a:p>
          <a:p>
            <a:pPr>
              <a:lnSpc>
                <a:spcPct val="106000"/>
              </a:lnSpc>
              <a:spcAft>
                <a:spcPts val="0"/>
              </a:spcAft>
            </a:pPr>
            <a:r>
              <a:rPr lang="en-IN" sz="875">
                <a:solidFill>
                  <a:srgbClr val="2B2B2B"/>
                </a:solidFill>
                <a:latin typeface="Arial" panose="020B0604020202020204" pitchFamily="34" charset="0"/>
                <a:cs typeface="Arial" panose="020B0604020202020204" pitchFamily="34" charset="0"/>
              </a:rPr>
              <a:t>78 incidents × $25,000, against $3,697/year to run the gateway. The ratio is a consequence of the three assumptions above, not a measurement.</a:t>
            </a:r>
          </a:p>
        </p:txBody>
      </p:sp>
      <p:sp>
        <p:nvSpPr>
          <p:cNvPr id="113" name="sens"/>
          <p:cNvSpPr>
            <a:spLocks noGrp="1"/>
          </p:cNvSpPr>
          <p:nvPr/>
        </p:nvSpPr>
        <p:spPr>
          <a:xfrm>
            <a:off x="361188" y="5413248"/>
            <a:ext cx="11279124" cy="804672"/>
          </a:xfrm>
          <a:prstGeom prst="roundRect">
            <a:avLst>
              <a:gd name="adj" fmla="val 6000"/>
            </a:avLst>
          </a:prstGeom>
          <a:solidFill>
            <a:srgbClr val="F5EBFF"/>
          </a:solidFill>
          <a:ln>
            <a:noFill/>
          </a:ln>
        </p:spPr>
        <p:txBody>
          <a:bodyPr lIns="137160" tIns="91440" rIns="137160" bIns="64008">
            <a:normAutofit/>
          </a:bodyPr>
          <a:lstStyle/>
          <a:p>
            <a:pPr>
              <a:spcAft>
                <a:spcPts val="320"/>
              </a:spcAft>
            </a:pPr>
            <a:r>
              <a:rPr lang="en-IN" sz="950" b="1">
                <a:solidFill>
                  <a:srgbClr val="A100FF"/>
                </a:solidFill>
                <a:latin typeface="Arial" panose="020B0604020202020204" pitchFamily="34" charset="0"/>
                <a:cs typeface="Arial" panose="020B0604020202020204" pitchFamily="34" charset="0"/>
              </a:rPr>
              <a:t>SENSITIVITY — CHANGE THE ONE NUMBER YOU DISAGREE WITH</a:t>
            </a:r>
          </a:p>
          <a:p>
            <a:pPr>
              <a:lnSpc>
                <a:spcPct val="108000"/>
              </a:lnSpc>
              <a:spcAft>
                <a:spcPts val="0"/>
              </a:spcAft>
            </a:pPr>
            <a:r>
              <a:rPr lang="en-IN" sz="900">
                <a:solidFill>
                  <a:srgbClr val="2B2B2B"/>
                </a:solidFill>
                <a:latin typeface="Arial" panose="020B0604020202020204" pitchFamily="34" charset="0"/>
                <a:cs typeface="Arial" panose="020B0604020202020204" pitchFamily="34" charset="0"/>
              </a:rPr>
              <a:t>Cost per incident $10,000 → $780k/year  ·  $25,000 → $1.95M/year  ·  $50,000 → $3.9M/year.   Against $3,697/year to run, measured. Every input is stated above; substitute your own and the arithmetic holds. The point of the slide is the formula, not the headline.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Title 3"/>
          <p:cNvSpPr>
            <a:spLocks noGrp="1"/>
          </p:cNvSpPr>
          <p:nvPr>
            <p:ph type="title" idx="4294967295"/>
          </p:nvPr>
        </p:nvSpPr>
        <p:spPr>
          <a:xfrm>
            <a:off x="361188" y="386334"/>
            <a:ext cx="11279124" cy="470916"/>
          </a:xfrm>
          <a:solidFill>
            <a:srgbClr val="A100FF"/>
          </a:solidFill>
        </p:spPr>
        <p:txBody>
          <a:bodyPr anchor="ctr">
            <a:normAutofit/>
          </a:bodyPr>
          <a:lstStyle/>
          <a:p>
            <a:r>
              <a:rPr lang="en-IN" sz="2000" b="1">
                <a:solidFill>
                  <a:schemeClr val="bg1"/>
                </a:solidFill>
                <a:latin typeface="Graphik"/>
                <a:cs typeface="Arial"/>
              </a:rPr>
              <a:t>Differentiation: what is hard to replicate, argued against named alternatives</a:t>
            </a:r>
          </a:p>
        </p:txBody>
      </p:sp>
      <p:sp>
        <p:nvSpPr>
          <p:cNvPr id="102" name="lede"/>
          <p:cNvSpPr>
            <a:spLocks noGrp="1"/>
          </p:cNvSpPr>
          <p:nvPr/>
        </p:nvSpPr>
        <p:spPr>
          <a:xfrm>
            <a:off x="361188" y="940003"/>
            <a:ext cx="11279124" cy="559613"/>
          </a:xfrm>
          <a:prstGeom prst="rect">
            <a:avLst/>
          </a:prstGeom>
          <a:noFill/>
          <a:ln>
            <a:noFill/>
          </a:ln>
        </p:spPr>
        <p:txBody>
          <a:bodyPr>
            <a:normAutofit/>
          </a:bodyPr>
          <a:lstStyle/>
          <a:p>
            <a:pPr>
              <a:lnSpc>
                <a:spcPct val="112000"/>
              </a:lnSpc>
              <a:spcAft>
                <a:spcPts val="0"/>
              </a:spcAft>
            </a:pPr>
            <a:r>
              <a:rPr lang="en-IN" sz="1150">
                <a:latin typeface="Arial" panose="020B0604020202020204" pitchFamily="34" charset="0"/>
                <a:cs typeface="Arial" panose="020B0604020202020204" pitchFamily="34" charset="0"/>
              </a:rPr>
              <a:t>Three properties are structural rather than cosmetic. Each is a consequence of deciding scrutiny per response — which is the thing none of the categories below do.</a:t>
            </a:r>
          </a:p>
        </p:txBody>
      </p:sp>
      <p:sp>
        <p:nvSpPr>
          <p:cNvPr id="103" name="card"/>
          <p:cNvSpPr>
            <a:spLocks noGrp="1"/>
          </p:cNvSpPr>
          <p:nvPr/>
        </p:nvSpPr>
        <p:spPr>
          <a:xfrm>
            <a:off x="361188" y="1481328"/>
            <a:ext cx="3593592" cy="1847088"/>
          </a:xfrm>
          <a:prstGeom prst="roundRect">
            <a:avLst>
              <a:gd name="adj" fmla="val 6000"/>
            </a:avLst>
          </a:prstGeom>
          <a:solidFill>
            <a:srgbClr val="F5EBFF"/>
          </a:solidFill>
          <a:ln>
            <a:noFill/>
          </a:ln>
        </p:spPr>
        <p:txBody>
          <a:bodyPr lIns="118872" tIns="91440" rIns="118872" bIns="73152">
            <a:normAutofit/>
          </a:bodyPr>
          <a:lstStyle/>
          <a:p>
            <a:pPr>
              <a:spcAft>
                <a:spcPts val="400"/>
              </a:spcAft>
            </a:pPr>
            <a:r>
              <a:rPr lang="en-IN" sz="1050" b="1">
                <a:solidFill>
                  <a:srgbClr val="A100FF"/>
                </a:solidFill>
                <a:latin typeface="Arial" panose="020B0604020202020204" pitchFamily="34" charset="0"/>
                <a:cs typeface="Arial" panose="020B0604020202020204" pitchFamily="34" charset="0"/>
              </a:rPr>
              <a:t>CLOSED-FORM THRESHOLDS</a:t>
            </a:r>
          </a:p>
          <a:p>
            <a:pPr>
              <a:lnSpc>
                <a:spcPct val="107000"/>
              </a:lnSpc>
              <a:spcAft>
                <a:spcPts val="0"/>
              </a:spcAft>
            </a:pPr>
            <a:r>
              <a:rPr lang="en-IN" sz="900">
                <a:latin typeface="Arial" panose="020B0604020202020204" pitchFamily="34" charset="0"/>
                <a:cs typeface="Arial" panose="020B0604020202020204" pitchFamily="34" charset="0"/>
              </a:rPr>
              <a:t>The yellow and red cut points are derived from a stated cost-of-miss ratio, not hand-tuned. Move the ratio and the thresholds move with it, with measured calibration behind them — Brier 0.073, ECE 0.100. Anyone can copy a threshold; deriving it from a declared risk appetite is what makes it defensible to an auditor.</a:t>
            </a:r>
          </a:p>
        </p:txBody>
      </p:sp>
      <p:sp>
        <p:nvSpPr>
          <p:cNvPr id="104" name="card"/>
          <p:cNvSpPr>
            <a:spLocks noGrp="1"/>
          </p:cNvSpPr>
          <p:nvPr/>
        </p:nvSpPr>
        <p:spPr>
          <a:xfrm>
            <a:off x="4201668" y="1481328"/>
            <a:ext cx="3593592" cy="1847088"/>
          </a:xfrm>
          <a:prstGeom prst="roundRect">
            <a:avLst>
              <a:gd name="adj" fmla="val 6000"/>
            </a:avLst>
          </a:prstGeom>
          <a:solidFill>
            <a:srgbClr val="FFFFFF"/>
          </a:solidFill>
          <a:ln w="15875">
            <a:solidFill>
              <a:srgbClr val="A100FF"/>
            </a:solidFill>
          </a:ln>
        </p:spPr>
        <p:txBody>
          <a:bodyPr lIns="118872" tIns="91440" rIns="118872" bIns="73152">
            <a:normAutofit/>
          </a:bodyPr>
          <a:lstStyle/>
          <a:p>
            <a:pPr>
              <a:spcAft>
                <a:spcPts val="400"/>
              </a:spcAft>
            </a:pPr>
            <a:r>
              <a:rPr lang="en-IN" sz="1050" b="1">
                <a:solidFill>
                  <a:srgbClr val="A100FF"/>
                </a:solidFill>
                <a:latin typeface="Arial" panose="020B0604020202020204" pitchFamily="34" charset="0"/>
                <a:cs typeface="Arial" panose="020B0604020202020204" pitchFamily="34" charset="0"/>
              </a:rPr>
              <a:t>THE EXPLORATION SAMPLER</a:t>
            </a:r>
          </a:p>
          <a:p>
            <a:pPr>
              <a:lnSpc>
                <a:spcPct val="107000"/>
              </a:lnSpc>
              <a:spcAft>
                <a:spcPts val="0"/>
              </a:spcAft>
            </a:pPr>
            <a:r>
              <a:rPr lang="en-IN" sz="900">
                <a:latin typeface="Arial" panose="020B0604020202020204" pitchFamily="34" charset="0"/>
                <a:cs typeface="Arial" panose="020B0604020202020204" pitchFamily="34" charset="0"/>
              </a:rPr>
              <a:t>A fraction of the traffic the gate would have skipped is verified anyway. Without it, a system only ever measures the failures it already suspected, and its false-negative rate is structurally unknowable. This is the difference between a guardrail and a measurement.</a:t>
            </a:r>
          </a:p>
        </p:txBody>
      </p:sp>
      <p:sp>
        <p:nvSpPr>
          <p:cNvPr id="105" name="card"/>
          <p:cNvSpPr>
            <a:spLocks noGrp="1"/>
          </p:cNvSpPr>
          <p:nvPr/>
        </p:nvSpPr>
        <p:spPr>
          <a:xfrm>
            <a:off x="8042148" y="1481328"/>
            <a:ext cx="3593592" cy="1847088"/>
          </a:xfrm>
          <a:prstGeom prst="roundRect">
            <a:avLst>
              <a:gd name="adj" fmla="val 6000"/>
            </a:avLst>
          </a:prstGeom>
          <a:solidFill>
            <a:srgbClr val="F5EBFF"/>
          </a:solidFill>
          <a:ln>
            <a:noFill/>
          </a:ln>
        </p:spPr>
        <p:txBody>
          <a:bodyPr lIns="118872" tIns="91440" rIns="118872" bIns="73152">
            <a:normAutofit/>
          </a:bodyPr>
          <a:lstStyle/>
          <a:p>
            <a:pPr>
              <a:spcAft>
                <a:spcPts val="400"/>
              </a:spcAft>
            </a:pPr>
            <a:r>
              <a:rPr lang="en-IN" sz="1050" b="1">
                <a:solidFill>
                  <a:srgbClr val="A100FF"/>
                </a:solidFill>
                <a:latin typeface="Arial" panose="020B0604020202020204" pitchFamily="34" charset="0"/>
                <a:cs typeface="Arial" panose="020B0604020202020204" pitchFamily="34" charset="0"/>
              </a:rPr>
              <a:t>STANDALONE LEDGER VERIFIER</a:t>
            </a:r>
          </a:p>
          <a:p>
            <a:pPr>
              <a:lnSpc>
                <a:spcPct val="107000"/>
              </a:lnSpc>
              <a:spcAft>
                <a:spcPts val="0"/>
              </a:spcAft>
            </a:pPr>
            <a:r>
              <a:rPr lang="en-IN" sz="900">
                <a:latin typeface="Arial" panose="020B0604020202020204" pitchFamily="34" charset="0"/>
                <a:cs typeface="Arial" panose="020B0604020202020204" pitchFamily="34" charset="0"/>
              </a:rPr>
              <a:t>A separate tool re-derives the hash chain without importing the application, and detects both record alteration and tail truncation. Evidence that depends on the accused system to validate it is not evidence — so the verifier does not trust the gateway, and says so in its output.</a:t>
            </a:r>
          </a:p>
        </p:txBody>
      </p:sp>
      <p:sp>
        <p:nvSpPr>
          <p:cNvPr id="106" name="comp"/>
          <p:cNvSpPr>
            <a:spLocks noGrp="1"/>
          </p:cNvSpPr>
          <p:nvPr/>
        </p:nvSpPr>
        <p:spPr>
          <a:xfrm>
            <a:off x="361188" y="3438144"/>
            <a:ext cx="3593592" cy="1335024"/>
          </a:xfrm>
          <a:prstGeom prst="roundRect">
            <a:avLst>
              <a:gd name="adj" fmla="val 6000"/>
            </a:avLst>
          </a:prstGeom>
          <a:solidFill>
            <a:srgbClr val="FFFFFF"/>
          </a:solidFill>
          <a:ln w="9525">
            <a:solidFill>
              <a:srgbClr val="666666"/>
            </a:solidFill>
          </a:ln>
        </p:spPr>
        <p:txBody>
          <a:bodyPr lIns="118872" tIns="91440" rIns="118872" bIns="64008">
            <a:normAutofit/>
          </a:bodyPr>
          <a:lstStyle/>
          <a:p>
            <a:pPr>
              <a:spcAft>
                <a:spcPts val="220"/>
              </a:spcAft>
            </a:pPr>
            <a:r>
              <a:rPr lang="en-IN" sz="1000" b="1">
                <a:solidFill>
                  <a:srgbClr val="A100FF"/>
                </a:solidFill>
                <a:latin typeface="Arial" panose="020B0604020202020204" pitchFamily="34" charset="0"/>
                <a:cs typeface="Arial" panose="020B0604020202020204" pitchFamily="34" charset="0"/>
              </a:rPr>
              <a:t>EVAL FRAMEWORKS</a:t>
            </a:r>
          </a:p>
          <a:p>
            <a:pPr>
              <a:spcAft>
                <a:spcPts val="300"/>
              </a:spcAft>
            </a:pPr>
            <a:r>
              <a:rPr lang="en-IN" sz="900" b="1" i="1">
                <a:solidFill>
                  <a:srgbClr val="2B2B2B"/>
                </a:solidFill>
                <a:latin typeface="Arial" panose="020B0604020202020204" pitchFamily="34" charset="0"/>
                <a:cs typeface="Arial" panose="020B0604020202020204" pitchFamily="34" charset="0"/>
              </a:rPr>
              <a:t>promptfoo, DeepEval</a:t>
            </a:r>
          </a:p>
          <a:p>
            <a:pPr>
              <a:lnSpc>
                <a:spcPct val="107000"/>
              </a:lnSpc>
              <a:spcAft>
                <a:spcPts val="0"/>
              </a:spcAft>
            </a:pPr>
            <a:r>
              <a:rPr lang="en-IN" sz="875">
                <a:solidFill>
                  <a:srgbClr val="2B2B2B"/>
                </a:solidFill>
                <a:latin typeface="Arial" panose="020B0604020202020204" pitchFamily="34" charset="0"/>
                <a:cs typeface="Arial" panose="020B0604020202020204" pitchFamily="34" charset="0"/>
              </a:rPr>
              <a:t>Test before launch. Nothing runs in the live path, so nothing catches the response that ships tomorrow against a context that changed today.</a:t>
            </a:r>
          </a:p>
        </p:txBody>
      </p:sp>
      <p:sp>
        <p:nvSpPr>
          <p:cNvPr id="107" name="comp"/>
          <p:cNvSpPr>
            <a:spLocks noGrp="1"/>
          </p:cNvSpPr>
          <p:nvPr/>
        </p:nvSpPr>
        <p:spPr>
          <a:xfrm>
            <a:off x="4201668" y="3438144"/>
            <a:ext cx="3593592" cy="1335024"/>
          </a:xfrm>
          <a:prstGeom prst="roundRect">
            <a:avLst>
              <a:gd name="adj" fmla="val 6000"/>
            </a:avLst>
          </a:prstGeom>
          <a:solidFill>
            <a:srgbClr val="FFFFFF"/>
          </a:solidFill>
          <a:ln w="9525">
            <a:solidFill>
              <a:srgbClr val="666666"/>
            </a:solidFill>
          </a:ln>
        </p:spPr>
        <p:txBody>
          <a:bodyPr lIns="118872" tIns="91440" rIns="118872" bIns="64008">
            <a:normAutofit/>
          </a:bodyPr>
          <a:lstStyle/>
          <a:p>
            <a:pPr>
              <a:spcAft>
                <a:spcPts val="220"/>
              </a:spcAft>
            </a:pPr>
            <a:r>
              <a:rPr lang="en-IN" sz="1000" b="1">
                <a:solidFill>
                  <a:srgbClr val="A100FF"/>
                </a:solidFill>
                <a:latin typeface="Arial" panose="020B0604020202020204" pitchFamily="34" charset="0"/>
                <a:cs typeface="Arial" panose="020B0604020202020204" pitchFamily="34" charset="0"/>
              </a:rPr>
              <a:t>RUNTIME GUARDRAILS</a:t>
            </a:r>
          </a:p>
          <a:p>
            <a:pPr>
              <a:spcAft>
                <a:spcPts val="300"/>
              </a:spcAft>
            </a:pPr>
            <a:r>
              <a:rPr lang="en-IN" sz="900" b="1" i="1">
                <a:solidFill>
                  <a:srgbClr val="2B2B2B"/>
                </a:solidFill>
                <a:latin typeface="Arial" panose="020B0604020202020204" pitchFamily="34" charset="0"/>
                <a:cs typeface="Arial" panose="020B0604020202020204" pitchFamily="34" charset="0"/>
              </a:rPr>
              <a:t>Guardrails AI, NeMo Guardrails</a:t>
            </a:r>
          </a:p>
          <a:p>
            <a:pPr>
              <a:lnSpc>
                <a:spcPct val="107000"/>
              </a:lnSpc>
              <a:spcAft>
                <a:spcPts val="0"/>
              </a:spcAft>
            </a:pPr>
            <a:r>
              <a:rPr lang="en-IN" sz="875">
                <a:solidFill>
                  <a:srgbClr val="2B2B2B"/>
                </a:solidFill>
                <a:latin typeface="Arial" panose="020B0604020202020204" pitchFamily="34" charset="0"/>
                <a:cs typeface="Arial" panose="020B0604020202020204" pitchFamily="34" charset="0"/>
              </a:rPr>
              <a:t>Run in the path, but apply the same static checks to every request — uniform cost on uniform suspicion, with no notion of what this particular response is worth.</a:t>
            </a:r>
          </a:p>
        </p:txBody>
      </p:sp>
      <p:sp>
        <p:nvSpPr>
          <p:cNvPr id="108" name="comp"/>
          <p:cNvSpPr>
            <a:spLocks noGrp="1"/>
          </p:cNvSpPr>
          <p:nvPr/>
        </p:nvSpPr>
        <p:spPr>
          <a:xfrm>
            <a:off x="8042148" y="3438144"/>
            <a:ext cx="3593592" cy="1335024"/>
          </a:xfrm>
          <a:prstGeom prst="roundRect">
            <a:avLst>
              <a:gd name="adj" fmla="val 6000"/>
            </a:avLst>
          </a:prstGeom>
          <a:solidFill>
            <a:srgbClr val="FFFFFF"/>
          </a:solidFill>
          <a:ln w="9525">
            <a:solidFill>
              <a:srgbClr val="666666"/>
            </a:solidFill>
          </a:ln>
        </p:spPr>
        <p:txBody>
          <a:bodyPr lIns="118872" tIns="91440" rIns="118872" bIns="64008">
            <a:normAutofit/>
          </a:bodyPr>
          <a:lstStyle/>
          <a:p>
            <a:pPr>
              <a:spcAft>
                <a:spcPts val="220"/>
              </a:spcAft>
            </a:pPr>
            <a:r>
              <a:rPr lang="en-IN" sz="1000" b="1">
                <a:solidFill>
                  <a:srgbClr val="A100FF"/>
                </a:solidFill>
                <a:latin typeface="Arial" panose="020B0604020202020204" pitchFamily="34" charset="0"/>
                <a:cs typeface="Arial" panose="020B0604020202020204" pitchFamily="34" charset="0"/>
              </a:rPr>
              <a:t>OBSERVABILITY</a:t>
            </a:r>
          </a:p>
          <a:p>
            <a:pPr>
              <a:spcAft>
                <a:spcPts val="300"/>
              </a:spcAft>
            </a:pPr>
            <a:r>
              <a:rPr lang="en-IN" sz="900" b="1" i="1">
                <a:solidFill>
                  <a:srgbClr val="2B2B2B"/>
                </a:solidFill>
                <a:latin typeface="Arial" panose="020B0604020202020204" pitchFamily="34" charset="0"/>
                <a:cs typeface="Arial" panose="020B0604020202020204" pitchFamily="34" charset="0"/>
              </a:rPr>
              <a:t>Langfuse, Arize</a:t>
            </a:r>
          </a:p>
          <a:p>
            <a:pPr>
              <a:lnSpc>
                <a:spcPct val="107000"/>
              </a:lnSpc>
              <a:spcAft>
                <a:spcPts val="0"/>
              </a:spcAft>
            </a:pPr>
            <a:r>
              <a:rPr lang="en-IN" sz="875">
                <a:solidFill>
                  <a:srgbClr val="2B2B2B"/>
                </a:solidFill>
                <a:latin typeface="Arial" panose="020B0604020202020204" pitchFamily="34" charset="0"/>
                <a:cs typeface="Arial" panose="020B0604020202020204" pitchFamily="34" charset="0"/>
              </a:rPr>
              <a:t>See everything, after delivery. Excellent for diagnosis, and structurally unable to hold a response back before a customer acts on it.</a:t>
            </a:r>
          </a:p>
        </p:txBody>
      </p:sp>
      <p:sp>
        <p:nvSpPr>
          <p:cNvPr id="109" name="card"/>
          <p:cNvSpPr>
            <a:spLocks noGrp="1"/>
          </p:cNvSpPr>
          <p:nvPr/>
        </p:nvSpPr>
        <p:spPr>
          <a:xfrm>
            <a:off x="361188" y="4882896"/>
            <a:ext cx="11279124" cy="1097280"/>
          </a:xfrm>
          <a:prstGeom prst="roundRect">
            <a:avLst>
              <a:gd name="adj" fmla="val 6000"/>
            </a:avLst>
          </a:prstGeom>
          <a:solidFill>
            <a:srgbClr val="FFFFFF"/>
          </a:solidFill>
          <a:ln w="15875">
            <a:solidFill>
              <a:srgbClr val="A100FF"/>
            </a:solidFill>
          </a:ln>
        </p:spPr>
        <p:txBody>
          <a:bodyPr lIns="118872" tIns="91440" rIns="118872" bIns="73152">
            <a:normAutofit/>
          </a:bodyPr>
          <a:lstStyle/>
          <a:p>
            <a:pPr>
              <a:spcAft>
                <a:spcPts val="400"/>
              </a:spcAft>
            </a:pPr>
            <a:r>
              <a:rPr lang="en-IN" sz="1100" b="1">
                <a:solidFill>
                  <a:srgbClr val="A100FF"/>
                </a:solidFill>
                <a:latin typeface="Arial" panose="020B0604020202020204" pitchFamily="34" charset="0"/>
                <a:cs typeface="Arial" panose="020B0604020202020204" pitchFamily="34" charset="0"/>
              </a:rPr>
              <a:t>THE GAP NONE OF THEM FILLS</a:t>
            </a:r>
          </a:p>
          <a:p>
            <a:pPr>
              <a:lnSpc>
                <a:spcPct val="107000"/>
              </a:lnSpc>
              <a:spcAft>
                <a:spcPts val="0"/>
              </a:spcAft>
            </a:pPr>
            <a:r>
              <a:rPr lang="en-IN" sz="950">
                <a:latin typeface="Arial" panose="020B0604020202020204" pitchFamily="34" charset="0"/>
                <a:cs typeface="Arial" panose="020B0604020202020204" pitchFamily="34" charset="0"/>
              </a:rPr>
              <a:t>Each category is competent at its own job, and a serious platform team will run more than one of them. None decides, per response and inside the request path, how much scrutiny that specific response deserves — which is the only place a latency budget and a risk appetite can actually be traded against one another. AEGIS is a gateway: not a test suite, and not a dashboard.</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Title 3"/>
          <p:cNvSpPr>
            <a:spLocks noGrp="1"/>
          </p:cNvSpPr>
          <p:nvPr>
            <p:ph type="title" idx="4294967295"/>
          </p:nvPr>
        </p:nvSpPr>
        <p:spPr>
          <a:xfrm>
            <a:off x="361188" y="386334"/>
            <a:ext cx="11279124" cy="470916"/>
          </a:xfrm>
          <a:solidFill>
            <a:srgbClr val="A100FF"/>
          </a:solidFill>
        </p:spPr>
        <p:txBody>
          <a:bodyPr anchor="ctr">
            <a:normAutofit/>
          </a:bodyPr>
          <a:lstStyle/>
          <a:p>
            <a:r>
              <a:rPr lang="en-IN" sz="2000" b="1">
                <a:solidFill>
                  <a:schemeClr val="bg1"/>
                </a:solidFill>
                <a:latin typeface="Graphik"/>
                <a:cs typeface="Arial"/>
              </a:rPr>
              <a:t>Phased roadmap: from a verified prototype to enterprise rollout</a:t>
            </a:r>
          </a:p>
        </p:txBody>
      </p:sp>
      <p:sp>
        <p:nvSpPr>
          <p:cNvPr id="102" name="lede"/>
          <p:cNvSpPr>
            <a:spLocks noGrp="1"/>
          </p:cNvSpPr>
          <p:nvPr/>
        </p:nvSpPr>
        <p:spPr>
          <a:xfrm>
            <a:off x="361188" y="940003"/>
            <a:ext cx="11279124" cy="559613"/>
          </a:xfrm>
          <a:prstGeom prst="rect">
            <a:avLst/>
          </a:prstGeom>
          <a:noFill/>
          <a:ln>
            <a:noFill/>
          </a:ln>
        </p:spPr>
        <p:txBody>
          <a:bodyPr>
            <a:normAutofit/>
          </a:bodyPr>
          <a:lstStyle/>
          <a:p>
            <a:pPr>
              <a:lnSpc>
                <a:spcPct val="112000"/>
              </a:lnSpc>
              <a:spcAft>
                <a:spcPts val="0"/>
              </a:spcAft>
            </a:pPr>
            <a:r>
              <a:rPr lang="en-IN" sz="1150" b="1">
                <a:latin typeface="Arial" panose="020B0604020202020204" pitchFamily="34" charset="0"/>
                <a:cs typeface="Arial" panose="020B0604020202020204" pitchFamily="34" charset="0"/>
              </a:rPr>
              <a:t>Phase 1 is not a mock or a storyboard. </a:t>
            </a:r>
            <a:r>
              <a:rPr lang="en-IN" sz="1150">
                <a:latin typeface="Arial" panose="020B0604020202020204" pitchFamily="34" charset="0"/>
                <a:cs typeface="Arial" panose="020B0604020202020204" pitchFamily="34" charset="0"/>
              </a:rPr>
              <a:t>It runs offline from a clean clone in one command, with 96 tests, an independently verifiable audit trail, and metrics that reproduced exactly on second hardware.</a:t>
            </a:r>
          </a:p>
        </p:txBody>
      </p:sp>
      <p:sp>
        <p:nvSpPr>
          <p:cNvPr id="103" name="phase"/>
          <p:cNvSpPr>
            <a:spLocks noGrp="1"/>
          </p:cNvSpPr>
          <p:nvPr/>
        </p:nvSpPr>
        <p:spPr>
          <a:xfrm>
            <a:off x="361188" y="1481328"/>
            <a:ext cx="3593592" cy="2798064"/>
          </a:xfrm>
          <a:prstGeom prst="roundRect">
            <a:avLst>
              <a:gd name="adj" fmla="val 6000"/>
            </a:avLst>
          </a:prstGeom>
          <a:solidFill>
            <a:srgbClr val="F5EBFF"/>
          </a:solidFill>
          <a:ln>
            <a:noFill/>
          </a:ln>
        </p:spPr>
        <p:txBody>
          <a:bodyPr lIns="128016" tIns="100584" rIns="118872" bIns="73152">
            <a:normAutofit/>
          </a:bodyPr>
          <a:lstStyle/>
          <a:p>
            <a:pPr>
              <a:spcAft>
                <a:spcPts val="380"/>
              </a:spcAft>
            </a:pPr>
            <a:r>
              <a:rPr lang="en-IN" sz="1050" b="1">
                <a:solidFill>
                  <a:srgbClr val="A100FF"/>
                </a:solidFill>
                <a:latin typeface="Arial" panose="020B0604020202020204" pitchFamily="34" charset="0"/>
                <a:cs typeface="Arial" panose="020B0604020202020204" pitchFamily="34" charset="0"/>
              </a:rPr>
              <a:t>PHASE 1 · POC — SHIPPED AND VERIFIED</a:t>
            </a:r>
          </a:p>
          <a:p>
            <a:pPr>
              <a:lnSpc>
                <a:spcPct val="106000"/>
              </a:lnSpc>
              <a:spcAft>
                <a:spcPts val="260"/>
              </a:spcAft>
            </a:pPr>
            <a:r>
              <a:rPr lang="en-IN" sz="900" b="1">
                <a:solidFill>
                  <a:srgbClr val="A100FF"/>
                </a:solidFill>
                <a:latin typeface="Arial" panose="020B0604020202020204" pitchFamily="34" charset="0"/>
                <a:cs typeface="Arial" panose="020B0604020202020204" pitchFamily="34" charset="0"/>
              </a:rPr>
              <a:t>—  </a:t>
            </a:r>
            <a:r>
              <a:rPr lang="en-IN" sz="900">
                <a:solidFill>
                  <a:srgbClr val="2B2B2B"/>
                </a:solidFill>
                <a:latin typeface="Arial" panose="020B0604020202020204" pitchFamily="34" charset="0"/>
                <a:cs typeface="Arial" panose="020B0604020202020204" pitchFamily="34" charset="0"/>
              </a:rPr>
              <a:t>Working gateway; 4 use-case policies plus an EU/GDPR overlay</a:t>
            </a:r>
          </a:p>
          <a:p>
            <a:pPr>
              <a:lnSpc>
                <a:spcPct val="106000"/>
              </a:lnSpc>
              <a:spcAft>
                <a:spcPts val="260"/>
              </a:spcAft>
            </a:pPr>
            <a:r>
              <a:rPr lang="en-IN" sz="900" b="1">
                <a:solidFill>
                  <a:srgbClr val="A100FF"/>
                </a:solidFill>
                <a:latin typeface="Arial" panose="020B0604020202020204" pitchFamily="34" charset="0"/>
                <a:cs typeface="Arial" panose="020B0604020202020204" pitchFamily="34" charset="0"/>
              </a:rPr>
              <a:t>—  </a:t>
            </a:r>
            <a:r>
              <a:rPr lang="en-IN" sz="900">
                <a:solidFill>
                  <a:srgbClr val="2B2B2B"/>
                </a:solidFill>
                <a:latin typeface="Arial" panose="020B0604020202020204" pitchFamily="34" charset="0"/>
                <a:cs typeface="Arial" panose="020B0604020202020204" pitchFamily="34" charset="0"/>
              </a:rPr>
              <a:t>3 lanes with calibrated models; adaptive gate holding 32% invocation</a:t>
            </a:r>
          </a:p>
          <a:p>
            <a:pPr>
              <a:lnSpc>
                <a:spcPct val="106000"/>
              </a:lnSpc>
              <a:spcAft>
                <a:spcPts val="260"/>
              </a:spcAft>
            </a:pPr>
            <a:r>
              <a:rPr lang="en-IN" sz="900" b="1">
                <a:solidFill>
                  <a:srgbClr val="A100FF"/>
                </a:solidFill>
                <a:latin typeface="Arial" panose="020B0604020202020204" pitchFamily="34" charset="0"/>
                <a:cs typeface="Arial" panose="020B0604020202020204" pitchFamily="34" charset="0"/>
              </a:rPr>
              <a:t>—  </a:t>
            </a:r>
            <a:r>
              <a:rPr lang="en-IN" sz="900">
                <a:solidFill>
                  <a:srgbClr val="2B2B2B"/>
                </a:solidFill>
                <a:latin typeface="Arial" panose="020B0604020202020204" pitchFamily="34" charset="0"/>
                <a:cs typeface="Arial" panose="020B0604020202020204" pitchFamily="34" charset="0"/>
              </a:rPr>
              <a:t>Hash-chained ledger, standalone verifier, tamper proof for alteration and truncation</a:t>
            </a:r>
          </a:p>
          <a:p>
            <a:pPr>
              <a:lnSpc>
                <a:spcPct val="106000"/>
              </a:lnSpc>
              <a:spcAft>
                <a:spcPts val="260"/>
              </a:spcAft>
            </a:pPr>
            <a:r>
              <a:rPr lang="en-IN" sz="900" b="1">
                <a:solidFill>
                  <a:srgbClr val="A100FF"/>
                </a:solidFill>
                <a:latin typeface="Arial" panose="020B0604020202020204" pitchFamily="34" charset="0"/>
                <a:cs typeface="Arial" panose="020B0604020202020204" pitchFamily="34" charset="0"/>
              </a:rPr>
              <a:t>—  </a:t>
            </a:r>
            <a:r>
              <a:rPr lang="en-IN" sz="900">
                <a:solidFill>
                  <a:srgbClr val="2B2B2B"/>
                </a:solidFill>
                <a:latin typeface="Arial" panose="020B0604020202020204" pitchFamily="34" charset="0"/>
                <a:cs typeface="Arial" panose="020B0604020202020204" pitchFamily="34" charset="0"/>
              </a:rPr>
              <a:t>96 tests; reproducible from a cold clone in a single command</a:t>
            </a:r>
          </a:p>
          <a:p>
            <a:pPr>
              <a:lnSpc>
                <a:spcPct val="106000"/>
              </a:lnSpc>
              <a:spcAft>
                <a:spcPts val="0"/>
              </a:spcAft>
            </a:pPr>
            <a:r>
              <a:rPr lang="en-IN" sz="900" b="1">
                <a:solidFill>
                  <a:srgbClr val="A100FF"/>
                </a:solidFill>
                <a:latin typeface="Arial" panose="020B0604020202020204" pitchFamily="34" charset="0"/>
                <a:cs typeface="Arial" panose="020B0604020202020204" pitchFamily="34" charset="0"/>
              </a:rPr>
              <a:t>—  </a:t>
            </a:r>
            <a:r>
              <a:rPr lang="en-IN" sz="900">
                <a:solidFill>
                  <a:srgbClr val="2B2B2B"/>
                </a:solidFill>
                <a:latin typeface="Arial" panose="020B0604020202020204" pitchFamily="34" charset="0"/>
                <a:cs typeface="Arial" panose="020B0604020202020204" pitchFamily="34" charset="0"/>
              </a:rPr>
              <a:t>Deterministic metrics identical across two independent machines</a:t>
            </a:r>
          </a:p>
        </p:txBody>
      </p:sp>
      <p:sp>
        <p:nvSpPr>
          <p:cNvPr id="104" name="phase"/>
          <p:cNvSpPr>
            <a:spLocks noGrp="1"/>
          </p:cNvSpPr>
          <p:nvPr/>
        </p:nvSpPr>
        <p:spPr>
          <a:xfrm>
            <a:off x="4201668" y="1481328"/>
            <a:ext cx="3593592" cy="2798064"/>
          </a:xfrm>
          <a:prstGeom prst="roundRect">
            <a:avLst>
              <a:gd name="adj" fmla="val 6000"/>
            </a:avLst>
          </a:prstGeom>
          <a:solidFill>
            <a:srgbClr val="FFFFFF"/>
          </a:solidFill>
          <a:ln w="12700">
            <a:solidFill>
              <a:srgbClr val="A100FF"/>
            </a:solidFill>
          </a:ln>
        </p:spPr>
        <p:txBody>
          <a:bodyPr lIns="128016" tIns="100584" rIns="118872" bIns="73152">
            <a:normAutofit/>
          </a:bodyPr>
          <a:lstStyle/>
          <a:p>
            <a:pPr>
              <a:spcAft>
                <a:spcPts val="380"/>
              </a:spcAft>
            </a:pPr>
            <a:r>
              <a:rPr lang="en-IN" sz="1050" b="1">
                <a:solidFill>
                  <a:srgbClr val="A100FF"/>
                </a:solidFill>
                <a:latin typeface="Arial" panose="020B0604020202020204" pitchFamily="34" charset="0"/>
                <a:cs typeface="Arial" panose="020B0604020202020204" pitchFamily="34" charset="0"/>
              </a:rPr>
              <a:t>PHASE 2 · PILOT — ONE TEAM, REAL TRAFFIC</a:t>
            </a:r>
          </a:p>
          <a:p>
            <a:pPr>
              <a:lnSpc>
                <a:spcPct val="106000"/>
              </a:lnSpc>
              <a:spcAft>
                <a:spcPts val="260"/>
              </a:spcAft>
            </a:pPr>
            <a:r>
              <a:rPr lang="en-IN" sz="900" b="1">
                <a:solidFill>
                  <a:srgbClr val="A100FF"/>
                </a:solidFill>
                <a:latin typeface="Arial" panose="020B0604020202020204" pitchFamily="34" charset="0"/>
                <a:cs typeface="Arial" panose="020B0604020202020204" pitchFamily="34" charset="0"/>
              </a:rPr>
              <a:t>—  </a:t>
            </a:r>
            <a:r>
              <a:rPr lang="en-IN" sz="900">
                <a:solidFill>
                  <a:srgbClr val="2B2B2B"/>
                </a:solidFill>
                <a:latin typeface="Arial" panose="020B0604020202020204" pitchFamily="34" charset="0"/>
                <a:cs typeface="Arial" panose="020B0604020202020204" pitchFamily="34" charset="0"/>
              </a:rPr>
              <a:t>Point one production application at the gateway in shadow mode</a:t>
            </a:r>
          </a:p>
          <a:p>
            <a:pPr>
              <a:lnSpc>
                <a:spcPct val="106000"/>
              </a:lnSpc>
              <a:spcAft>
                <a:spcPts val="260"/>
              </a:spcAft>
            </a:pPr>
            <a:r>
              <a:rPr lang="en-IN" sz="900" b="1">
                <a:solidFill>
                  <a:srgbClr val="A100FF"/>
                </a:solidFill>
                <a:latin typeface="Arial" panose="020B0604020202020204" pitchFamily="34" charset="0"/>
                <a:cs typeface="Arial" panose="020B0604020202020204" pitchFamily="34" charset="0"/>
              </a:rPr>
              <a:t>—  </a:t>
            </a:r>
            <a:r>
              <a:rPr lang="en-IN" sz="900">
                <a:solidFill>
                  <a:srgbClr val="2B2B2B"/>
                </a:solidFill>
                <a:latin typeface="Arial" panose="020B0604020202020204" pitchFamily="34" charset="0"/>
                <a:cs typeface="Arial" panose="020B0604020202020204" pitchFamily="34" charset="0"/>
              </a:rPr>
              <a:t>Embedding retrieval replacing lexical; a small NLI model behind the same interface</a:t>
            </a:r>
          </a:p>
          <a:p>
            <a:pPr>
              <a:lnSpc>
                <a:spcPct val="106000"/>
              </a:lnSpc>
              <a:spcAft>
                <a:spcPts val="260"/>
              </a:spcAft>
            </a:pPr>
            <a:r>
              <a:rPr lang="en-IN" sz="900" b="1">
                <a:solidFill>
                  <a:srgbClr val="A100FF"/>
                </a:solidFill>
                <a:latin typeface="Arial" panose="020B0604020202020204" pitchFamily="34" charset="0"/>
                <a:cs typeface="Arial" panose="020B0604020202020204" pitchFamily="34" charset="0"/>
              </a:rPr>
              <a:t>—  </a:t>
            </a:r>
            <a:r>
              <a:rPr lang="en-IN" sz="900">
                <a:solidFill>
                  <a:srgbClr val="2B2B2B"/>
                </a:solidFill>
                <a:latin typeface="Arial" panose="020B0604020202020204" pitchFamily="34" charset="0"/>
                <a:cs typeface="Arial" panose="020B0604020202020204" pitchFamily="34" charset="0"/>
              </a:rPr>
              <a:t>Operator identity and API keys on the control endpoints</a:t>
            </a:r>
          </a:p>
          <a:p>
            <a:pPr>
              <a:lnSpc>
                <a:spcPct val="106000"/>
              </a:lnSpc>
              <a:spcAft>
                <a:spcPts val="260"/>
              </a:spcAft>
            </a:pPr>
            <a:r>
              <a:rPr lang="en-IN" sz="900" b="1">
                <a:solidFill>
                  <a:srgbClr val="A100FF"/>
                </a:solidFill>
                <a:latin typeface="Arial" panose="020B0604020202020204" pitchFamily="34" charset="0"/>
                <a:cs typeface="Arial" panose="020B0604020202020204" pitchFamily="34" charset="0"/>
              </a:rPr>
              <a:t>—  </a:t>
            </a:r>
            <a:r>
              <a:rPr lang="en-IN" sz="900">
                <a:solidFill>
                  <a:srgbClr val="2B2B2B"/>
                </a:solidFill>
                <a:latin typeface="Arial" panose="020B0604020202020204" pitchFamily="34" charset="0"/>
                <a:cs typeface="Arial" panose="020B0604020202020204" pitchFamily="34" charset="0"/>
              </a:rPr>
              <a:t>Shared baseline store so cost baselines survive a restart</a:t>
            </a:r>
          </a:p>
          <a:p>
            <a:pPr>
              <a:lnSpc>
                <a:spcPct val="106000"/>
              </a:lnSpc>
              <a:spcAft>
                <a:spcPts val="0"/>
              </a:spcAft>
            </a:pPr>
            <a:r>
              <a:rPr lang="en-IN" sz="900" b="1">
                <a:solidFill>
                  <a:srgbClr val="A100FF"/>
                </a:solidFill>
                <a:latin typeface="Arial" panose="020B0604020202020204" pitchFamily="34" charset="0"/>
                <a:cs typeface="Arial" panose="020B0604020202020204" pitchFamily="34" charset="0"/>
              </a:rPr>
              <a:t>—  </a:t>
            </a:r>
            <a:r>
              <a:rPr lang="en-IN" sz="900">
                <a:solidFill>
                  <a:srgbClr val="2B2B2B"/>
                </a:solidFill>
                <a:latin typeface="Arial" panose="020B0604020202020204" pitchFamily="34" charset="0"/>
                <a:cs typeface="Arial" panose="020B0604020202020204" pitchFamily="34" charset="0"/>
              </a:rPr>
              <a:t>Calibrate the cost-of-miss ratio against that team's real incident cost</a:t>
            </a:r>
          </a:p>
        </p:txBody>
      </p:sp>
      <p:sp>
        <p:nvSpPr>
          <p:cNvPr id="105" name="phase"/>
          <p:cNvSpPr>
            <a:spLocks noGrp="1"/>
          </p:cNvSpPr>
          <p:nvPr/>
        </p:nvSpPr>
        <p:spPr>
          <a:xfrm>
            <a:off x="8042148" y="1481328"/>
            <a:ext cx="3593592" cy="2798064"/>
          </a:xfrm>
          <a:prstGeom prst="roundRect">
            <a:avLst>
              <a:gd name="adj" fmla="val 6000"/>
            </a:avLst>
          </a:prstGeom>
          <a:solidFill>
            <a:srgbClr val="F5EBFF"/>
          </a:solidFill>
          <a:ln>
            <a:noFill/>
          </a:ln>
        </p:spPr>
        <p:txBody>
          <a:bodyPr lIns="128016" tIns="100584" rIns="118872" bIns="73152">
            <a:normAutofit/>
          </a:bodyPr>
          <a:lstStyle/>
          <a:p>
            <a:pPr>
              <a:spcAft>
                <a:spcPts val="380"/>
              </a:spcAft>
            </a:pPr>
            <a:r>
              <a:rPr lang="en-IN" sz="1050" b="1">
                <a:solidFill>
                  <a:srgbClr val="A100FF"/>
                </a:solidFill>
                <a:latin typeface="Arial" panose="020B0604020202020204" pitchFamily="34" charset="0"/>
                <a:cs typeface="Arial" panose="020B0604020202020204" pitchFamily="34" charset="0"/>
              </a:rPr>
              <a:t>PHASE 3 · ENTERPRISE — MANY TEAMS, ONE CONTROL PLANE</a:t>
            </a:r>
          </a:p>
          <a:p>
            <a:pPr>
              <a:lnSpc>
                <a:spcPct val="106000"/>
              </a:lnSpc>
              <a:spcAft>
                <a:spcPts val="260"/>
              </a:spcAft>
            </a:pPr>
            <a:r>
              <a:rPr lang="en-IN" sz="900" b="1">
                <a:solidFill>
                  <a:srgbClr val="A100FF"/>
                </a:solidFill>
                <a:latin typeface="Arial" panose="020B0604020202020204" pitchFamily="34" charset="0"/>
                <a:cs typeface="Arial" panose="020B0604020202020204" pitchFamily="34" charset="0"/>
              </a:rPr>
              <a:t>—  </a:t>
            </a:r>
            <a:r>
              <a:rPr lang="en-IN" sz="900">
                <a:solidFill>
                  <a:srgbClr val="2B2B2B"/>
                </a:solidFill>
                <a:latin typeface="Arial" panose="020B0604020202020204" pitchFamily="34" charset="0"/>
                <a:cs typeface="Arial" panose="020B0604020202020204" pitchFamily="34" charset="0"/>
              </a:rPr>
              <a:t>Per-tenant policy binding, quotas and segmented baselines</a:t>
            </a:r>
          </a:p>
          <a:p>
            <a:pPr>
              <a:lnSpc>
                <a:spcPct val="106000"/>
              </a:lnSpc>
              <a:spcAft>
                <a:spcPts val="260"/>
              </a:spcAft>
            </a:pPr>
            <a:r>
              <a:rPr lang="en-IN" sz="900" b="1">
                <a:solidFill>
                  <a:srgbClr val="A100FF"/>
                </a:solidFill>
                <a:latin typeface="Arial" panose="020B0604020202020204" pitchFamily="34" charset="0"/>
                <a:cs typeface="Arial" panose="020B0604020202020204" pitchFamily="34" charset="0"/>
              </a:rPr>
              <a:t>—  </a:t>
            </a:r>
            <a:r>
              <a:rPr lang="en-IN" sz="900">
                <a:solidFill>
                  <a:srgbClr val="2B2B2B"/>
                </a:solidFill>
                <a:latin typeface="Arial" panose="020B0604020202020204" pitchFamily="34" charset="0"/>
                <a:cs typeface="Arial" panose="020B0604020202020204" pitchFamily="34" charset="0"/>
              </a:rPr>
              <a:t>WORM or externally anchored ledger — head hash published outside operator control</a:t>
            </a:r>
          </a:p>
          <a:p>
            <a:pPr>
              <a:lnSpc>
                <a:spcPct val="106000"/>
              </a:lnSpc>
              <a:spcAft>
                <a:spcPts val="260"/>
              </a:spcAft>
            </a:pPr>
            <a:r>
              <a:rPr lang="en-IN" sz="900" b="1">
                <a:solidFill>
                  <a:srgbClr val="A100FF"/>
                </a:solidFill>
                <a:latin typeface="Arial" panose="020B0604020202020204" pitchFamily="34" charset="0"/>
                <a:cs typeface="Arial" panose="020B0604020202020204" pitchFamily="34" charset="0"/>
              </a:rPr>
              <a:t>—  </a:t>
            </a:r>
            <a:r>
              <a:rPr lang="en-IN" sz="900">
                <a:solidFill>
                  <a:srgbClr val="2B2B2B"/>
                </a:solidFill>
                <a:latin typeface="Arial" panose="020B0604020202020204" pitchFamily="34" charset="0"/>
                <a:cs typeface="Arial" panose="020B0604020202020204" pitchFamily="34" charset="0"/>
              </a:rPr>
              <a:t>Batched review with an approval quorum and per-operator trust weighting</a:t>
            </a:r>
          </a:p>
          <a:p>
            <a:pPr>
              <a:lnSpc>
                <a:spcPct val="106000"/>
              </a:lnSpc>
              <a:spcAft>
                <a:spcPts val="260"/>
              </a:spcAft>
            </a:pPr>
            <a:r>
              <a:rPr lang="en-IN" sz="900" b="1">
                <a:solidFill>
                  <a:srgbClr val="A100FF"/>
                </a:solidFill>
                <a:latin typeface="Arial" panose="020B0604020202020204" pitchFamily="34" charset="0"/>
                <a:cs typeface="Arial" panose="020B0604020202020204" pitchFamily="34" charset="0"/>
              </a:rPr>
              <a:t>—  </a:t>
            </a:r>
            <a:r>
              <a:rPr lang="en-IN" sz="900">
                <a:solidFill>
                  <a:srgbClr val="2B2B2B"/>
                </a:solidFill>
                <a:latin typeface="Arial" panose="020B0604020202020204" pitchFamily="34" charset="0"/>
                <a:cs typeface="Arial" panose="020B0604020202020204" pitchFamily="34" charset="0"/>
              </a:rPr>
              <a:t>Sampled deep pass for high-volume tiers; the policy field already exists</a:t>
            </a:r>
          </a:p>
          <a:p>
            <a:pPr>
              <a:lnSpc>
                <a:spcPct val="106000"/>
              </a:lnSpc>
              <a:spcAft>
                <a:spcPts val="0"/>
              </a:spcAft>
            </a:pPr>
            <a:r>
              <a:rPr lang="en-IN" sz="900" b="1">
                <a:solidFill>
                  <a:srgbClr val="A100FF"/>
                </a:solidFill>
                <a:latin typeface="Arial" panose="020B0604020202020204" pitchFamily="34" charset="0"/>
                <a:cs typeface="Arial" panose="020B0604020202020204" pitchFamily="34" charset="0"/>
              </a:rPr>
              <a:t>—  </a:t>
            </a:r>
            <a:r>
              <a:rPr lang="en-IN" sz="900">
                <a:solidFill>
                  <a:srgbClr val="2B2B2B"/>
                </a:solidFill>
                <a:latin typeface="Arial" panose="020B0604020202020204" pitchFamily="34" charset="0"/>
                <a:cs typeface="Arial" panose="020B0604020202020204" pitchFamily="34" charset="0"/>
              </a:rPr>
              <a:t>Fairness monitoring across cohorts rather than per individual response</a:t>
            </a:r>
          </a:p>
        </p:txBody>
      </p:sp>
      <p:sp>
        <p:nvSpPr>
          <p:cNvPr id="106" name="tl"/>
          <p:cNvSpPr/>
          <p:nvPr/>
        </p:nvSpPr>
        <p:spPr>
          <a:xfrm>
            <a:off x="704088" y="4553712"/>
            <a:ext cx="10396728" cy="0"/>
          </a:xfrm>
          <a:prstGeom prst="line">
            <a:avLst/>
          </a:prstGeom>
          <a:ln w="12700">
            <a:solidFill>
              <a:srgbClr val="A100FF"/>
            </a:solidFill>
          </a:ln>
        </p:spPr>
        <p:txBody>
          <a:bodyPr/>
          <a:lstStyle/>
          <a:p/>
        </p:txBody>
      </p:sp>
      <p:sp>
        <p:nvSpPr>
          <p:cNvPr id="107" name="d"/>
          <p:cNvSpPr/>
          <p:nvPr/>
        </p:nvSpPr>
        <p:spPr>
          <a:xfrm>
            <a:off x="1819656" y="4480560"/>
            <a:ext cx="155448" cy="155448"/>
          </a:xfrm>
          <a:prstGeom prst="ellipse">
            <a:avLst/>
          </a:prstGeom>
          <a:solidFill>
            <a:srgbClr val="A100FF"/>
          </a:solidFill>
          <a:ln>
            <a:noFill/>
          </a:ln>
        </p:spPr>
        <p:txBody>
          <a:bodyPr/>
          <a:lstStyle/>
          <a:p/>
        </p:txBody>
      </p:sp>
      <p:sp>
        <p:nvSpPr>
          <p:cNvPr id="108" name="d"/>
          <p:cNvSpPr/>
          <p:nvPr/>
        </p:nvSpPr>
        <p:spPr>
          <a:xfrm>
            <a:off x="5724144" y="4480560"/>
            <a:ext cx="155448" cy="155448"/>
          </a:xfrm>
          <a:prstGeom prst="ellipse">
            <a:avLst/>
          </a:prstGeom>
          <a:solidFill>
            <a:srgbClr val="A100FF"/>
          </a:solidFill>
          <a:ln>
            <a:noFill/>
          </a:ln>
        </p:spPr>
        <p:txBody>
          <a:bodyPr/>
          <a:lstStyle/>
          <a:p/>
        </p:txBody>
      </p:sp>
      <p:sp>
        <p:nvSpPr>
          <p:cNvPr id="109" name="d"/>
          <p:cNvSpPr/>
          <p:nvPr/>
        </p:nvSpPr>
        <p:spPr>
          <a:xfrm>
            <a:off x="9619488" y="4480560"/>
            <a:ext cx="155448" cy="155448"/>
          </a:xfrm>
          <a:prstGeom prst="ellipse">
            <a:avLst/>
          </a:prstGeom>
          <a:solidFill>
            <a:srgbClr val="A100FF"/>
          </a:solidFill>
          <a:ln>
            <a:noFill/>
          </a:ln>
        </p:spPr>
        <p:txBody>
          <a:bodyPr/>
          <a:lstStyle/>
          <a:p/>
        </p:txBody>
      </p:sp>
      <p:sp>
        <p:nvSpPr>
          <p:cNvPr id="110" name="card"/>
          <p:cNvSpPr>
            <a:spLocks noGrp="1"/>
          </p:cNvSpPr>
          <p:nvPr/>
        </p:nvSpPr>
        <p:spPr>
          <a:xfrm>
            <a:off x="361188" y="4846320"/>
            <a:ext cx="11279124" cy="1170432"/>
          </a:xfrm>
          <a:prstGeom prst="roundRect">
            <a:avLst>
              <a:gd name="adj" fmla="val 6000"/>
            </a:avLst>
          </a:prstGeom>
          <a:solidFill>
            <a:srgbClr val="FFFFFF"/>
          </a:solidFill>
          <a:ln w="15875">
            <a:solidFill>
              <a:srgbClr val="A100FF"/>
            </a:solidFill>
          </a:ln>
        </p:spPr>
        <p:txBody>
          <a:bodyPr lIns="118872" tIns="91440" rIns="118872" bIns="73152">
            <a:normAutofit/>
          </a:bodyPr>
          <a:lstStyle/>
          <a:p>
            <a:pPr>
              <a:spcAft>
                <a:spcPts val="400"/>
              </a:spcAft>
            </a:pPr>
            <a:r>
              <a:rPr lang="en-IN" sz="1100" b="1">
                <a:solidFill>
                  <a:srgbClr val="A100FF"/>
                </a:solidFill>
                <a:latin typeface="Arial" panose="020B0604020202020204" pitchFamily="34" charset="0"/>
                <a:cs typeface="Arial" panose="020B0604020202020204" pitchFamily="34" charset="0"/>
              </a:rPr>
              <a:t>WHAT GATES EACH TRANSITION — NEITHER GATE IS A DATE</a:t>
            </a:r>
          </a:p>
          <a:p>
            <a:pPr>
              <a:lnSpc>
                <a:spcPct val="107000"/>
              </a:lnSpc>
              <a:spcAft>
                <a:spcPts val="0"/>
              </a:spcAft>
            </a:pPr>
            <a:r>
              <a:rPr lang="en-IN" sz="950">
                <a:latin typeface="Arial" panose="020B0604020202020204" pitchFamily="34" charset="0"/>
                <a:cs typeface="Arial" panose="020B0604020202020204" pitchFamily="34" charset="0"/>
              </a:rPr>
              <a:t>Phase 1 → 2 requires a team willing to run shadow mode and able to state a cost of miss for their use case; without that number the thresholds cannot be derived, only guessed. Phase 2 → 3 requires the pilot's measured false-negative rate — which the exploration sampler is what makes observable — to be acceptable at that team's declared risk appetite.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Title 3"/>
          <p:cNvSpPr>
            <a:spLocks noGrp="1"/>
          </p:cNvSpPr>
          <p:nvPr>
            <p:ph type="title" idx="4294967295"/>
          </p:nvPr>
        </p:nvSpPr>
        <p:spPr>
          <a:xfrm>
            <a:off x="361188" y="386334"/>
            <a:ext cx="11279124" cy="470916"/>
          </a:xfrm>
          <a:solidFill>
            <a:srgbClr val="A100FF"/>
          </a:solidFill>
        </p:spPr>
        <p:txBody>
          <a:bodyPr anchor="ctr">
            <a:normAutofit/>
          </a:bodyPr>
          <a:lstStyle/>
          <a:p>
            <a:r>
              <a:rPr lang="en-IN" sz="2000" b="1">
                <a:solidFill>
                  <a:schemeClr val="bg1"/>
                </a:solidFill>
                <a:latin typeface="Graphik"/>
                <a:cs typeface="Arial"/>
              </a:rPr>
              <a:t>Key risks and mitigations, taken from the prototype's measured limits</a:t>
            </a:r>
          </a:p>
        </p:txBody>
      </p:sp>
      <p:sp>
        <p:nvSpPr>
          <p:cNvPr id="102" name="lede"/>
          <p:cNvSpPr>
            <a:spLocks noGrp="1"/>
          </p:cNvSpPr>
          <p:nvPr/>
        </p:nvSpPr>
        <p:spPr>
          <a:xfrm>
            <a:off x="361188" y="940003"/>
            <a:ext cx="11279124" cy="559613"/>
          </a:xfrm>
          <a:prstGeom prst="rect">
            <a:avLst/>
          </a:prstGeom>
          <a:noFill/>
          <a:ln>
            <a:noFill/>
          </a:ln>
        </p:spPr>
        <p:txBody>
          <a:bodyPr>
            <a:normAutofit/>
          </a:bodyPr>
          <a:lstStyle/>
          <a:p>
            <a:pPr>
              <a:lnSpc>
                <a:spcPct val="112000"/>
              </a:lnSpc>
              <a:spcAft>
                <a:spcPts val="0"/>
              </a:spcAft>
            </a:pPr>
            <a:r>
              <a:rPr lang="en-IN" sz="1150" b="1">
                <a:latin typeface="Arial" panose="020B0604020202020204" pitchFamily="34" charset="0"/>
                <a:cs typeface="Arial" panose="020B0604020202020204" pitchFamily="34" charset="0"/>
              </a:rPr>
              <a:t>These are the repository's own documented limitations, not a generic risk list. </a:t>
            </a:r>
            <a:r>
              <a:rPr lang="en-IN" sz="1150">
                <a:latin typeface="Arial" panose="020B0604020202020204" pitchFamily="34" charset="0"/>
                <a:cs typeface="Arial" panose="020B0604020202020204" pitchFamily="34" charset="0"/>
              </a:rPr>
              <a:t>A judge who reads the code will find every one of them written down there, with the measurement that established it — including one that only became true today.</a:t>
            </a:r>
          </a:p>
        </p:txBody>
      </p:sp>
      <p:sp>
        <p:nvSpPr>
          <p:cNvPr id="103" name="risk"/>
          <p:cNvSpPr>
            <a:spLocks noGrp="1"/>
          </p:cNvSpPr>
          <p:nvPr/>
        </p:nvSpPr>
        <p:spPr>
          <a:xfrm>
            <a:off x="361188" y="1463040"/>
            <a:ext cx="11279124" cy="713232"/>
          </a:xfrm>
          <a:prstGeom prst="roundRect">
            <a:avLst>
              <a:gd name="adj" fmla="val 6000"/>
            </a:avLst>
          </a:prstGeom>
          <a:solidFill>
            <a:srgbClr val="F5EBFF"/>
          </a:solidFill>
          <a:ln>
            <a:noFill/>
          </a:ln>
        </p:spPr>
        <p:txBody>
          <a:bodyPr lIns="128016" tIns="64008" rIns="128016" bIns="45720">
            <a:normAutofit/>
          </a:bodyPr>
          <a:lstStyle/>
          <a:p>
            <a:pPr>
              <a:spcAft>
                <a:spcPts val="250"/>
              </a:spcAft>
            </a:pPr>
            <a:r>
              <a:rPr lang="en-IN" sz="800" b="1">
                <a:solidFill>
                  <a:srgbClr val="D69500"/>
                </a:solidFill>
                <a:latin typeface="Arial" panose="020B0604020202020204" pitchFamily="34" charset="0"/>
                <a:cs typeface="Arial" panose="020B0604020202020204" pitchFamily="34" charset="0"/>
              </a:rPr>
              <a:t>RISK  </a:t>
            </a:r>
            <a:r>
              <a:rPr lang="en-IN" sz="950" b="1">
                <a:solidFill>
                  <a:srgbClr val="2B2B2B"/>
                </a:solidFill>
                <a:latin typeface="Arial" panose="020B0604020202020204" pitchFamily="34" charset="0"/>
                <a:cs typeface="Arial" panose="020B0604020202020204" pitchFamily="34" charset="0"/>
              </a:rPr>
              <a:t>Retrieval is lexical (IDF cosine), so a correct answer that shares no vocabulary with its source under-scores</a:t>
            </a:r>
          </a:p>
          <a:p>
            <a:pPr>
              <a:lnSpc>
                <a:spcPct val="105000"/>
              </a:lnSpc>
              <a:spcAft>
                <a:spcPts val="0"/>
              </a:spcAft>
            </a:pPr>
            <a:r>
              <a:rPr lang="en-IN" sz="800" b="1">
                <a:solidFill>
                  <a:srgbClr val="1E9E4A"/>
                </a:solidFill>
                <a:latin typeface="Arial" panose="020B0604020202020204" pitchFamily="34" charset="0"/>
                <a:cs typeface="Arial" panose="020B0604020202020204" pitchFamily="34" charset="0"/>
              </a:rPr>
              <a:t>MITIGATION  </a:t>
            </a:r>
            <a:r>
              <a:rPr lang="en-IN" sz="875">
                <a:solidFill>
                  <a:srgbClr val="2B2B2B"/>
                </a:solidFill>
                <a:latin typeface="Arial" panose="020B0604020202020204" pitchFamily="34" charset="0"/>
                <a:cs typeface="Arial" panose="020B0604020202020204" pitchFamily="34" charset="0"/>
              </a:rPr>
              <a:t>This is exactly what fin_overflag_01 demonstrates — the deliberate false positive on the results slide. Production adds embedding retrieval, keeping the lexical score as a cheap prefilter rather than replacing it.</a:t>
            </a:r>
          </a:p>
        </p:txBody>
      </p:sp>
      <p:sp>
        <p:nvSpPr>
          <p:cNvPr id="104" name="risk"/>
          <p:cNvSpPr>
            <a:spLocks noGrp="1"/>
          </p:cNvSpPr>
          <p:nvPr/>
        </p:nvSpPr>
        <p:spPr>
          <a:xfrm>
            <a:off x="361188" y="2221992"/>
            <a:ext cx="11279124" cy="713232"/>
          </a:xfrm>
          <a:prstGeom prst="roundRect">
            <a:avLst>
              <a:gd name="adj" fmla="val 6000"/>
            </a:avLst>
          </a:prstGeom>
          <a:solidFill>
            <a:srgbClr val="FFFFFF"/>
          </a:solidFill>
          <a:ln w="9525">
            <a:solidFill>
              <a:srgbClr val="666666"/>
            </a:solidFill>
          </a:ln>
        </p:spPr>
        <p:txBody>
          <a:bodyPr lIns="128016" tIns="64008" rIns="128016" bIns="45720">
            <a:normAutofit/>
          </a:bodyPr>
          <a:lstStyle/>
          <a:p>
            <a:pPr>
              <a:spcAft>
                <a:spcPts val="250"/>
              </a:spcAft>
            </a:pPr>
            <a:r>
              <a:rPr lang="en-IN" sz="800" b="1">
                <a:solidFill>
                  <a:srgbClr val="D69500"/>
                </a:solidFill>
                <a:latin typeface="Arial" panose="020B0604020202020204" pitchFamily="34" charset="0"/>
                <a:cs typeface="Arial" panose="020B0604020202020204" pitchFamily="34" charset="0"/>
              </a:rPr>
              <a:t>RISK  </a:t>
            </a:r>
            <a:r>
              <a:rPr lang="en-IN" sz="950" b="1">
                <a:solidFill>
                  <a:srgbClr val="2B2B2B"/>
                </a:solidFill>
                <a:latin typeface="Arial" panose="020B0604020202020204" pitchFamily="34" charset="0"/>
                <a:cs typeface="Arial" panose="020B0604020202020204" pitchFamily="34" charset="0"/>
              </a:rPr>
              <a:t>Negation handling is a parity count over a cue set, not entailment</a:t>
            </a:r>
          </a:p>
          <a:p>
            <a:pPr>
              <a:lnSpc>
                <a:spcPct val="105000"/>
              </a:lnSpc>
              <a:spcAft>
                <a:spcPts val="0"/>
              </a:spcAft>
            </a:pPr>
            <a:r>
              <a:rPr lang="en-IN" sz="800" b="1">
                <a:solidFill>
                  <a:srgbClr val="1E9E4A"/>
                </a:solidFill>
                <a:latin typeface="Arial" panose="020B0604020202020204" pitchFamily="34" charset="0"/>
                <a:cs typeface="Arial" panose="020B0604020202020204" pitchFamily="34" charset="0"/>
              </a:rPr>
              <a:t>MITIGATION  </a:t>
            </a:r>
            <a:r>
              <a:rPr lang="en-IN" sz="875">
                <a:solidFill>
                  <a:srgbClr val="2B2B2B"/>
                </a:solidFill>
                <a:latin typeface="Arial" panose="020B0604020202020204" pitchFamily="34" charset="0"/>
                <a:cs typeface="Arial" panose="020B0604020202020204" pitchFamily="34" charset="0"/>
              </a:rPr>
              <a:t>Measured, not assumed: it catches plain flips and double negatives, and misses litotes outside the cue set and qualifiers silently dropped from the context. Production puts a small NLI model behind the same ClaimTrace interface the dashboard already renders.</a:t>
            </a:r>
          </a:p>
        </p:txBody>
      </p:sp>
      <p:sp>
        <p:nvSpPr>
          <p:cNvPr id="105" name="risk"/>
          <p:cNvSpPr>
            <a:spLocks noGrp="1"/>
          </p:cNvSpPr>
          <p:nvPr/>
        </p:nvSpPr>
        <p:spPr>
          <a:xfrm>
            <a:off x="361188" y="2980944"/>
            <a:ext cx="11279124" cy="713232"/>
          </a:xfrm>
          <a:prstGeom prst="roundRect">
            <a:avLst>
              <a:gd name="adj" fmla="val 6000"/>
            </a:avLst>
          </a:prstGeom>
          <a:solidFill>
            <a:srgbClr val="F5EBFF"/>
          </a:solidFill>
          <a:ln>
            <a:noFill/>
          </a:ln>
        </p:spPr>
        <p:txBody>
          <a:bodyPr lIns="128016" tIns="64008" rIns="128016" bIns="45720">
            <a:normAutofit/>
          </a:bodyPr>
          <a:lstStyle/>
          <a:p>
            <a:pPr>
              <a:spcAft>
                <a:spcPts val="250"/>
              </a:spcAft>
            </a:pPr>
            <a:r>
              <a:rPr lang="en-IN" sz="800" b="1">
                <a:solidFill>
                  <a:srgbClr val="D69500"/>
                </a:solidFill>
                <a:latin typeface="Arial" panose="020B0604020202020204" pitchFamily="34" charset="0"/>
                <a:cs typeface="Arial" panose="020B0604020202020204" pitchFamily="34" charset="0"/>
              </a:rPr>
              <a:t>RISK  </a:t>
            </a:r>
            <a:r>
              <a:rPr lang="en-IN" sz="950" b="1">
                <a:solidFill>
                  <a:srgbClr val="2B2B2B"/>
                </a:solidFill>
                <a:latin typeface="Arial" panose="020B0604020202020204" pitchFamily="34" charset="0"/>
                <a:cs typeface="Arial" panose="020B0604020202020204" pitchFamily="34" charset="0"/>
              </a:rPr>
              <a:t>PII detection is regex plus checksum, tuned for English and US formats</a:t>
            </a:r>
          </a:p>
          <a:p>
            <a:pPr>
              <a:lnSpc>
                <a:spcPct val="105000"/>
              </a:lnSpc>
              <a:spcAft>
                <a:spcPts val="0"/>
              </a:spcAft>
            </a:pPr>
            <a:r>
              <a:rPr lang="en-IN" sz="800" b="1">
                <a:solidFill>
                  <a:srgbClr val="1E9E4A"/>
                </a:solidFill>
                <a:latin typeface="Arial" panose="020B0604020202020204" pitchFamily="34" charset="0"/>
                <a:cs typeface="Arial" panose="020B0604020202020204" pitchFamily="34" charset="0"/>
              </a:rPr>
              <a:t>MITIGATION  </a:t>
            </a:r>
            <a:r>
              <a:rPr lang="en-IN" sz="875">
                <a:solidFill>
                  <a:srgbClr val="2B2B2B"/>
                </a:solidFill>
                <a:latin typeface="Arial" panose="020B0604020202020204" pitchFamily="34" charset="0"/>
                <a:cs typeface="Arial" panose="020B0604020202020204" pitchFamily="34" charset="0"/>
              </a:rPr>
              <a:t>The Luhn check generalises; the address pattern does not. Production adds an NER model and locale-specific detectors — and until then, the policy layer compensates by never streaming PHI tiers at all.</a:t>
            </a:r>
          </a:p>
        </p:txBody>
      </p:sp>
      <p:sp>
        <p:nvSpPr>
          <p:cNvPr id="106" name="risk"/>
          <p:cNvSpPr>
            <a:spLocks noGrp="1"/>
          </p:cNvSpPr>
          <p:nvPr/>
        </p:nvSpPr>
        <p:spPr>
          <a:xfrm>
            <a:off x="361188" y="3739896"/>
            <a:ext cx="11279124" cy="713232"/>
          </a:xfrm>
          <a:prstGeom prst="roundRect">
            <a:avLst>
              <a:gd name="adj" fmla="val 6000"/>
            </a:avLst>
          </a:prstGeom>
          <a:solidFill>
            <a:srgbClr val="FFFFFF"/>
          </a:solidFill>
          <a:ln w="9525">
            <a:solidFill>
              <a:srgbClr val="666666"/>
            </a:solidFill>
          </a:ln>
        </p:spPr>
        <p:txBody>
          <a:bodyPr lIns="128016" tIns="64008" rIns="128016" bIns="45720">
            <a:normAutofit/>
          </a:bodyPr>
          <a:lstStyle/>
          <a:p>
            <a:pPr>
              <a:spcAft>
                <a:spcPts val="250"/>
              </a:spcAft>
            </a:pPr>
            <a:r>
              <a:rPr lang="en-IN" sz="800" b="1">
                <a:solidFill>
                  <a:srgbClr val="D69500"/>
                </a:solidFill>
                <a:latin typeface="Arial" panose="020B0604020202020204" pitchFamily="34" charset="0"/>
                <a:cs typeface="Arial" panose="020B0604020202020204" pitchFamily="34" charset="0"/>
              </a:rPr>
              <a:t>RISK  </a:t>
            </a:r>
            <a:r>
              <a:rPr lang="en-IN" sz="950" b="1">
                <a:solidFill>
                  <a:srgbClr val="2B2B2B"/>
                </a:solidFill>
                <a:latin typeface="Arial" panose="020B0604020202020204" pitchFamily="34" charset="0"/>
                <a:cs typeface="Arial" panose="020B0604020202020204" pitchFamily="34" charset="0"/>
              </a:rPr>
              <a:t>The control endpoints have no authentication</a:t>
            </a:r>
          </a:p>
          <a:p>
            <a:pPr>
              <a:lnSpc>
                <a:spcPct val="105000"/>
              </a:lnSpc>
              <a:spcAft>
                <a:spcPts val="0"/>
              </a:spcAft>
            </a:pPr>
            <a:r>
              <a:rPr lang="en-IN" sz="800" b="1">
                <a:solidFill>
                  <a:srgbClr val="1E9E4A"/>
                </a:solidFill>
                <a:latin typeface="Arial" panose="020B0604020202020204" pitchFamily="34" charset="0"/>
                <a:cs typeface="Arial" panose="020B0604020202020204" pitchFamily="34" charset="0"/>
              </a:rPr>
              <a:t>MITIGATION  </a:t>
            </a:r>
            <a:r>
              <a:rPr lang="en-IN" sz="875">
                <a:solidFill>
                  <a:srgbClr val="2B2B2B"/>
                </a:solidFill>
                <a:latin typeface="Arial" panose="020B0604020202020204" pitchFamily="34" charset="0"/>
                <a:cs typeface="Arial" panose="020B0604020202020204" pitchFamily="34" charset="0"/>
              </a:rPr>
              <a:t>Overrides are rate-limited and guarded against contradicting checksum-grade detections, but anyone who can reach the port can submit feedback under any operator name. Production adds operator identity, API keys and per-tenant policy binding.</a:t>
            </a:r>
          </a:p>
        </p:txBody>
      </p:sp>
      <p:sp>
        <p:nvSpPr>
          <p:cNvPr id="107" name="risk"/>
          <p:cNvSpPr>
            <a:spLocks noGrp="1"/>
          </p:cNvSpPr>
          <p:nvPr/>
        </p:nvSpPr>
        <p:spPr>
          <a:xfrm>
            <a:off x="361188" y="4498848"/>
            <a:ext cx="11279124" cy="713232"/>
          </a:xfrm>
          <a:prstGeom prst="roundRect">
            <a:avLst>
              <a:gd name="adj" fmla="val 6000"/>
            </a:avLst>
          </a:prstGeom>
          <a:solidFill>
            <a:srgbClr val="F5EBFF"/>
          </a:solidFill>
          <a:ln>
            <a:noFill/>
          </a:ln>
        </p:spPr>
        <p:txBody>
          <a:bodyPr lIns="128016" tIns="64008" rIns="128016" bIns="45720">
            <a:normAutofit/>
          </a:bodyPr>
          <a:lstStyle/>
          <a:p>
            <a:pPr>
              <a:spcAft>
                <a:spcPts val="250"/>
              </a:spcAft>
            </a:pPr>
            <a:r>
              <a:rPr lang="en-IN" sz="800" b="1">
                <a:solidFill>
                  <a:srgbClr val="D69500"/>
                </a:solidFill>
                <a:latin typeface="Arial" panose="020B0604020202020204" pitchFamily="34" charset="0"/>
                <a:cs typeface="Arial" panose="020B0604020202020204" pitchFamily="34" charset="0"/>
              </a:rPr>
              <a:t>RISK  </a:t>
            </a:r>
            <a:r>
              <a:rPr lang="en-IN" sz="950" b="1">
                <a:solidFill>
                  <a:srgbClr val="2B2B2B"/>
                </a:solidFill>
                <a:latin typeface="Arial" panose="020B0604020202020204" pitchFamily="34" charset="0"/>
                <a:cs typeface="Arial" panose="020B0604020202020204" pitchFamily="34" charset="0"/>
              </a:rPr>
              <a:t>Cost baselines are per-process and in memory, and a simultaneous burst partly masks itself</a:t>
            </a:r>
          </a:p>
          <a:p>
            <a:pPr>
              <a:lnSpc>
                <a:spcPct val="105000"/>
              </a:lnSpc>
              <a:spcAft>
                <a:spcPts val="0"/>
              </a:spcAft>
            </a:pPr>
            <a:r>
              <a:rPr lang="en-IN" sz="800" b="1">
                <a:solidFill>
                  <a:srgbClr val="1E9E4A"/>
                </a:solidFill>
                <a:latin typeface="Arial" panose="020B0604020202020204" pitchFamily="34" charset="0"/>
                <a:cs typeface="Arial" panose="020B0604020202020204" pitchFamily="34" charset="0"/>
              </a:rPr>
              <a:t>MITIGATION  </a:t>
            </a:r>
            <a:r>
              <a:rPr lang="en-IN" sz="875">
                <a:solidFill>
                  <a:srgbClr val="2B2B2B"/>
                </a:solidFill>
                <a:latin typeface="Arial" panose="020B0604020202020204" pitchFamily="34" charset="0"/>
                <a:cs typeface="Arial" panose="020B0604020202020204" pitchFamily="34" charset="0"/>
              </a:rPr>
              <a:t>Measured: five identical anomalies against a warm baseline score 1.0 then near zero — the first is caught and the rest are absorbed by the EWMA they are moving. Production scores against a window-open snapshot or a windowed quantile.</a:t>
            </a:r>
          </a:p>
        </p:txBody>
      </p:sp>
      <p:sp>
        <p:nvSpPr>
          <p:cNvPr id="108" name="risk"/>
          <p:cNvSpPr>
            <a:spLocks noGrp="1"/>
          </p:cNvSpPr>
          <p:nvPr/>
        </p:nvSpPr>
        <p:spPr>
          <a:xfrm>
            <a:off x="361188" y="5257800"/>
            <a:ext cx="11279124" cy="713232"/>
          </a:xfrm>
          <a:prstGeom prst="roundRect">
            <a:avLst>
              <a:gd name="adj" fmla="val 6000"/>
            </a:avLst>
          </a:prstGeom>
          <a:solidFill>
            <a:srgbClr val="FFFFFF"/>
          </a:solidFill>
          <a:ln w="9525">
            <a:solidFill>
              <a:srgbClr val="666666"/>
            </a:solidFill>
          </a:ln>
        </p:spPr>
        <p:txBody>
          <a:bodyPr lIns="128016" tIns="64008" rIns="128016" bIns="45720">
            <a:normAutofit/>
          </a:bodyPr>
          <a:lstStyle/>
          <a:p>
            <a:pPr>
              <a:spcAft>
                <a:spcPts val="250"/>
              </a:spcAft>
            </a:pPr>
            <a:r>
              <a:rPr lang="en-IN" sz="800" b="1">
                <a:solidFill>
                  <a:srgbClr val="D69500"/>
                </a:solidFill>
                <a:latin typeface="Arial" panose="020B0604020202020204" pitchFamily="34" charset="0"/>
                <a:cs typeface="Arial" panose="020B0604020202020204" pitchFamily="34" charset="0"/>
              </a:rPr>
              <a:t>RISK  </a:t>
            </a:r>
            <a:r>
              <a:rPr lang="en-IN" sz="950" b="1">
                <a:solidFill>
                  <a:srgbClr val="2B2B2B"/>
                </a:solidFill>
                <a:latin typeface="Arial" panose="020B0604020202020204" pitchFamily="34" charset="0"/>
                <a:cs typeface="Arial" panose="020B0604020202020204" pitchFamily="34" charset="0"/>
              </a:rPr>
              <a:t>Inline metrics and wall-clock latency vary by hardware</a:t>
            </a:r>
          </a:p>
          <a:p>
            <a:pPr>
              <a:lnSpc>
                <a:spcPct val="105000"/>
              </a:lnSpc>
              <a:spcAft>
                <a:spcPts val="0"/>
              </a:spcAft>
            </a:pPr>
            <a:r>
              <a:rPr lang="en-IN" sz="800" b="1">
                <a:solidFill>
                  <a:srgbClr val="1E9E4A"/>
                </a:solidFill>
                <a:latin typeface="Arial" panose="020B0604020202020204" pitchFamily="34" charset="0"/>
                <a:cs typeface="Arial" panose="020B0604020202020204" pitchFamily="34" charset="0"/>
              </a:rPr>
              <a:t>MITIGATION  </a:t>
            </a:r>
            <a:r>
              <a:rPr lang="en-IN" sz="875">
                <a:solidFill>
                  <a:srgbClr val="2B2B2B"/>
                </a:solidFill>
                <a:latin typeface="Arial" panose="020B0604020202020204" pitchFamily="34" charset="0"/>
                <a:cs typeface="Arial" panose="020B0604020202020204" pitchFamily="34" charset="0"/>
              </a:rPr>
              <a:t>Established this session: an independent cold-clone run reproduced every deterministic figure exactly and differed on inline accuracy and latency. Now handled as two documented tiers — deterministic figures enforced by the build, machine-dependent ones labelled and reported — rather than presented as one.</a:t>
            </a:r>
          </a:p>
        </p:txBody>
      </p:sp>
      <p:sp>
        <p:nvSpPr>
          <p:cNvPr id="109" name="risk"/>
          <p:cNvSpPr>
            <a:spLocks noGrp="1"/>
          </p:cNvSpPr>
          <p:nvPr/>
        </p:nvSpPr>
        <p:spPr>
          <a:xfrm>
            <a:off x="361188" y="6016752"/>
            <a:ext cx="11279124" cy="713232"/>
          </a:xfrm>
          <a:prstGeom prst="roundRect">
            <a:avLst>
              <a:gd name="adj" fmla="val 6000"/>
            </a:avLst>
          </a:prstGeom>
          <a:solidFill>
            <a:srgbClr val="F5EBFF"/>
          </a:solidFill>
          <a:ln>
            <a:noFill/>
          </a:ln>
        </p:spPr>
        <p:txBody>
          <a:bodyPr lIns="128016" tIns="64008" rIns="128016" bIns="45720">
            <a:normAutofit/>
          </a:bodyPr>
          <a:lstStyle/>
          <a:p>
            <a:pPr>
              <a:spcAft>
                <a:spcPts val="250"/>
              </a:spcAft>
            </a:pPr>
            <a:r>
              <a:rPr lang="en-IN" sz="800" b="1">
                <a:solidFill>
                  <a:srgbClr val="D69500"/>
                </a:solidFill>
                <a:latin typeface="Arial" panose="020B0604020202020204" pitchFamily="34" charset="0"/>
                <a:cs typeface="Arial" panose="020B0604020202020204" pitchFamily="34" charset="0"/>
              </a:rPr>
              <a:t>RISK  </a:t>
            </a:r>
            <a:r>
              <a:rPr lang="en-IN" sz="950" b="1">
                <a:solidFill>
                  <a:srgbClr val="2B2B2B"/>
                </a:solidFill>
                <a:latin typeface="Arial" panose="020B0604020202020204" pitchFamily="34" charset="0"/>
                <a:cs typeface="Arial" panose="020B0604020202020204" pitchFamily="34" charset="0"/>
              </a:rPr>
              <a:t>No concurrency or load evidence: every figure here is a single process answering sequential requests</a:t>
            </a:r>
          </a:p>
          <a:p>
            <a:pPr>
              <a:lnSpc>
                <a:spcPct val="105000"/>
              </a:lnSpc>
              <a:spcAft>
                <a:spcPts val="0"/>
              </a:spcAft>
            </a:pPr>
            <a:r>
              <a:rPr lang="en-IN" sz="800" b="1">
                <a:solidFill>
                  <a:srgbClr val="1E9E4A"/>
                </a:solidFill>
                <a:latin typeface="Arial" panose="020B0604020202020204" pitchFamily="34" charset="0"/>
                <a:cs typeface="Arial" panose="020B0604020202020204" pitchFamily="34" charset="0"/>
              </a:rPr>
              <a:t>MITIGATION  </a:t>
            </a:r>
            <a:r>
              <a:rPr lang="en-IN" sz="875">
                <a:solidFill>
                  <a:srgbClr val="2B2B2B"/>
                </a:solidFill>
                <a:latin typeface="Arial" panose="020B0604020202020204" pitchFamily="34" charset="0"/>
                <a:cs typeface="Arial" panose="020B0604020202020204" pitchFamily="34" charset="0"/>
              </a:rPr>
              <a:t>Stated, not solved. The reference run is 57 requests issued one after another against one process holding its baselines in memory. No throughput, concurrency or p99-under-load figure has been measured, so nothing on these slides should be read as a scale claim. A load harness is prerequisite work for the pilot, not a deadline item.</a:t>
            </a:r>
          </a:p>
        </p:txBody>
      </p:sp>
    </p:spTree>
  </p:cSld>
  <p:clrMapOvr>
    <a:masterClrMapping/>
  </p:clrMapOvr>
</p:sld>
</file>

<file path=ppt/theme/theme1.xml><?xml version="1.0" encoding="utf-8"?>
<a:theme xmlns:a="http://schemas.openxmlformats.org/drawingml/2006/main" name="Accenture 2025">
  <a:themeElements>
    <a:clrScheme name="Custom 20">
      <a:dk1>
        <a:srgbClr val="000000"/>
      </a:dk1>
      <a:lt1>
        <a:srgbClr val="FFFFFF"/>
      </a:lt1>
      <a:dk2>
        <a:srgbClr val="450073"/>
      </a:dk2>
      <a:lt2>
        <a:srgbClr val="A000FF"/>
      </a:lt2>
      <a:accent1>
        <a:srgbClr val="7400C0"/>
      </a:accent1>
      <a:accent2>
        <a:srgbClr val="C1A3FF"/>
      </a:accent2>
      <a:accent3>
        <a:srgbClr val="E6DCFF"/>
      </a:accent3>
      <a:accent4>
        <a:srgbClr val="FF50A0"/>
      </a:accent4>
      <a:accent5>
        <a:srgbClr val="224BFF"/>
      </a:accent5>
      <a:accent6>
        <a:srgbClr val="05F2DB"/>
      </a:accent6>
      <a:hlink>
        <a:srgbClr val="A000FF"/>
      </a:hlink>
      <a:folHlink>
        <a:srgbClr val="7400C0"/>
      </a:folHlink>
    </a:clrScheme>
    <a:fontScheme name="GraphikReg-GraphikSemiB">
      <a:majorFont>
        <a:latin typeface="Graphik-Semibold"/>
        <a:ea typeface=""/>
        <a:cs typeface=""/>
      </a:majorFont>
      <a:minorFont>
        <a:latin typeface="Graphik Regular"/>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tIns="91440" bIns="91440" rtlCol="0" anchor="ctr"/>
      <a:lstStyle>
        <a:defPPr algn="ctr">
          <a:defRPr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28575">
          <a:solidFill>
            <a:schemeClr val="accent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defTabSz="228600">
          <a:spcAft>
            <a:spcPts val="1200"/>
          </a:spcAft>
          <a:defRPr noProof="0" dirty="0" smtClean="0"/>
        </a:defPPr>
      </a:lstStyle>
    </a:txDef>
  </a:objectDefaults>
  <a:extraClrSchemeLst/>
  <a:extLst>
    <a:ext uri="{05A4C25C-085E-4340-85A3-A5531E510DB2}">
      <thm15:themeFamily xmlns:thm15="http://schemas.microsoft.com/office/thememl/2012/main" name="FY25-Branding-Guidelines_PPT-Graphik_v19_AccessibilityFixes.pptx" id="{6C590743-EE6F-704D-9B30-76795EFC297C}" vid="{E566E052-0B33-5E4D-99EA-EFC16BC751F1}"/>
    </a:ext>
  </a:extLst>
</a:theme>
</file>

<file path=ppt/theme/theme2.xml><?xml version="1.0" encoding="utf-8"?>
<a:theme xmlns:a="http://schemas.openxmlformats.org/drawingml/2006/main" name="Titles">
  <a:themeElements>
    <a:clrScheme name="Acc Core">
      <a:dk1>
        <a:srgbClr val="000000"/>
      </a:dk1>
      <a:lt1>
        <a:srgbClr val="FFFFFF"/>
      </a:lt1>
      <a:dk2>
        <a:srgbClr val="BDBDBD"/>
      </a:dk2>
      <a:lt2>
        <a:srgbClr val="969696"/>
      </a:lt2>
      <a:accent1>
        <a:srgbClr val="A100FF"/>
      </a:accent1>
      <a:accent2>
        <a:srgbClr val="7500C0"/>
      </a:accent2>
      <a:accent3>
        <a:srgbClr val="460073"/>
      </a:accent3>
      <a:accent4>
        <a:srgbClr val="00BAFF"/>
      </a:accent4>
      <a:accent5>
        <a:srgbClr val="008EFF"/>
      </a:accent5>
      <a:accent6>
        <a:srgbClr val="004DFF"/>
      </a:accent6>
      <a:hlink>
        <a:srgbClr val="7500C0"/>
      </a:hlink>
      <a:folHlink>
        <a:srgbClr val="460073"/>
      </a:folHlink>
    </a:clrScheme>
    <a:fontScheme name="Accenture_Graphik">
      <a:majorFont>
        <a:latin typeface="Graphik"/>
        <a:ea typeface=""/>
        <a:cs typeface=""/>
      </a:majorFont>
      <a:minorFont>
        <a:latin typeface="Graphi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lIns="0" tIns="0" rIns="0" bIns="45720" rtlCol="0">
        <a:spAutoFit/>
      </a:bodyPr>
      <a:lstStyle>
        <a:defPPr>
          <a:defRPr sz="1600" dirty="0" err="1" smtClean="0"/>
        </a:defPPr>
      </a:lstStyle>
    </a:txDef>
  </a:objectDefaults>
  <a:extraClrSchemeLst/>
  <a:custClrLst>
    <a:custClr name="Strategy-Orange">
      <a:srgbClr val="FF9128"/>
    </a:custClr>
    <a:custClr name="Strategy-Carmine">
      <a:srgbClr val="BD001D"/>
    </a:custClr>
    <a:custClr name="Consulting-Light Aqua">
      <a:srgbClr val="00F3FF"/>
    </a:custClr>
    <a:custClr name="Consulting-Dark Violet">
      <a:srgbClr val="7500C0"/>
    </a:custClr>
    <a:custClr name="Digital-Lime">
      <a:srgbClr val="00FF00"/>
    </a:custClr>
    <a:custClr name="Digital-Sunglow">
      <a:srgbClr val="FFD42E"/>
    </a:custClr>
    <a:custClr name="Technology-Aqua">
      <a:srgbClr val="00F3FF"/>
    </a:custClr>
    <a:custClr name="Technology-Lime">
      <a:srgbClr val="00FF00"/>
    </a:custClr>
    <a:custClr name="Operations-Aqua">
      <a:srgbClr val="00F3FF"/>
    </a:custClr>
    <a:custClr name="Operations-Navy Blue">
      <a:srgbClr val="004DFF"/>
    </a:custClr>
    <a:custClr name="Strategy-Orange Red">
      <a:srgbClr val="FF3C0F"/>
    </a:custClr>
    <a:custClr name="Strategy-Dark Carmine">
      <a:srgbClr val="920026"/>
    </a:custClr>
    <a:custClr name="Consulting-Electric Purple">
      <a:srgbClr val="A100FF"/>
    </a:custClr>
    <a:custClr name="Consulting-Indigo">
      <a:srgbClr val="5F0095"/>
    </a:custClr>
    <a:custClr name="Digital-Yellow">
      <a:srgbClr val="FFFF00"/>
    </a:custClr>
    <a:custClr name="Digital-Selective Yellow">
      <a:srgbClr val="FFB600"/>
    </a:custClr>
    <a:custClr name="Technology-Spring Green">
      <a:srgbClr val="00FF7D"/>
    </a:custClr>
    <a:custClr name="Technology-Dark Lime">
      <a:srgbClr val="00D700"/>
    </a:custClr>
    <a:custClr name="Operations-Deep Sky Blue">
      <a:srgbClr val="00BAFF"/>
    </a:custClr>
    <a:custClr name="Operations-Blue">
      <a:srgbClr val="2800FF"/>
    </a:custClr>
    <a:custClr name="Strategy-Red">
      <a:srgbClr val="FF0000"/>
    </a:custClr>
    <a:custClr name="Strategy-Burgundy">
      <a:srgbClr val="710012"/>
    </a:custClr>
    <a:custClr name="Consulting-Electric Indigo">
      <a:srgbClr val="7E00FF"/>
    </a:custClr>
    <a:custClr name="Consulting-Dark Indigo">
      <a:srgbClr val="380089"/>
    </a:custClr>
    <a:custClr name="Digital-Golden Yellow">
      <a:srgbClr val="FFEA00"/>
    </a:custClr>
    <a:custClr name="Digital-Dark Orange">
      <a:srgbClr val="FF9500"/>
    </a:custClr>
    <a:custClr name="Technology-Spring Bud">
      <a:srgbClr val="B9FF00"/>
    </a:custClr>
    <a:custClr name="Technology-British Racing Green">
      <a:srgbClr val="00530A"/>
    </a:custClr>
    <a:custClr name="Operations-Dodger Blue">
      <a:srgbClr val="008EFF"/>
    </a:custClr>
    <a:custClr name="Operations-Dark Blue">
      <a:srgbClr val="000088"/>
    </a:custClr>
  </a:custClrLst>
  <a:extLst>
    <a:ext uri="{05A4C25C-085E-4340-85A3-A5531E510DB2}">
      <thm15:themeFamily xmlns:thm15="http://schemas.microsoft.com/office/thememl/2012/main" name="Presentation10" id="{C00EB2C1-B526-F548-AF64-FD10065D7E5F}" vid="{C7D4C087-F6B1-4649-903F-3FEF709D25B8}"/>
    </a:ext>
  </a:extLst>
</a:theme>
</file>

<file path=ppt/theme/theme3.xml><?xml version="1.0" encoding="utf-8"?>
<a:theme xmlns:a="http://schemas.openxmlformats.org/drawingml/2006/main" name="1_Office Theme">
  <a:themeElements>
    <a:clrScheme name="Office Theme">
      <a:dk1>
        <a:sysClr val="windowText" lastClr="000000"/>
      </a:dk1>
      <a:lt1>
        <a:sysClr val="window" lastClr="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AE6F2518-B084-4896-AF52-66CC2144AA26}"/>
    </a:ext>
  </a:extLst>
</a:theme>
</file>

<file path=ppt/theme/theme4.xml><?xml version="1.0" encoding="utf-8"?>
<a:theme xmlns:a="http://schemas.openxmlformats.org/drawingml/2006/main" name="1_Accenture 2025">
  <a:themeElements>
    <a:clrScheme name="Accenture">
      <a:dk1>
        <a:srgbClr val="000000"/>
      </a:dk1>
      <a:lt1>
        <a:srgbClr val="FFFFFF"/>
      </a:lt1>
      <a:dk2>
        <a:srgbClr val="A100FF"/>
      </a:dk2>
      <a:lt2>
        <a:srgbClr val="460073"/>
      </a:lt2>
      <a:accent1>
        <a:srgbClr val="7500C0"/>
      </a:accent1>
      <a:accent2>
        <a:srgbClr val="C2A3FF"/>
      </a:accent2>
      <a:accent3>
        <a:srgbClr val="E6DCFF"/>
      </a:accent3>
      <a:accent4>
        <a:srgbClr val="FF50A0"/>
      </a:accent4>
      <a:accent5>
        <a:srgbClr val="224BFF"/>
      </a:accent5>
      <a:accent6>
        <a:srgbClr val="05F2DB"/>
      </a:accent6>
      <a:hlink>
        <a:srgbClr val="A100FF"/>
      </a:hlink>
      <a:folHlink>
        <a:srgbClr val="7500C0"/>
      </a:folHlink>
    </a:clrScheme>
    <a:fontScheme name="GraphikReg-GraphikSemiB">
      <a:majorFont>
        <a:latin typeface="Graphik-Semibold"/>
        <a:ea typeface=""/>
        <a:cs typeface=""/>
      </a:majorFont>
      <a:minorFont>
        <a:latin typeface="Graphik Regular"/>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tIns="91440" bIns="91440" rtlCol="0" anchor="ctr"/>
      <a:lstStyle>
        <a:defPPr algn="ctr">
          <a:defRPr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28575">
          <a:solidFill>
            <a:schemeClr val="accent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defTabSz="228600">
          <a:spcAft>
            <a:spcPts val="1200"/>
          </a:spcAft>
          <a:defRPr noProof="0" dirty="0" smtClean="0"/>
        </a:defPPr>
      </a:lstStyle>
    </a:txDef>
  </a:objectDefaults>
  <a:extraClrSchemeLst/>
  <a:extLst>
    <a:ext uri="{05A4C25C-085E-4340-85A3-A5531E510DB2}">
      <thm15:themeFamily xmlns:thm15="http://schemas.microsoft.com/office/thememl/2012/main" name="FY25-Branding-Guidelines_Graphik_v22_Accessibility" id="{B24F0E14-DE31-5248-A702-F861AB2F5F31}" vid="{E2D4869B-0EAF-0144-9FC0-81C17233BA3E}"/>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e0793d39-0939-496d-b129-198edd916feb}" enabled="0" method="" siteId="{e0793d39-0939-496d-b129-198edd916feb}" removed="1"/>
</clbl:labelList>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6</Slides>
  <Notes>1</Notes>
  <HiddenSlides>0</HiddenSlides>
  <ScaleCrop>false</ScaleCrop>
  <HeadingPairs>
    <vt:vector size="4" baseType="variant">
      <vt:variant>
        <vt:lpstr>Theme</vt:lpstr>
      </vt:variant>
      <vt:variant>
        <vt:i4>4</vt:i4>
      </vt:variant>
      <vt:variant>
        <vt:lpstr>Slide Titles</vt:lpstr>
      </vt:variant>
      <vt:variant>
        <vt:i4>6</vt:i4>
      </vt:variant>
    </vt:vector>
  </HeadingPairs>
  <TitlesOfParts>
    <vt:vector size="10" baseType="lpstr">
      <vt:lpstr>Accenture 2025</vt:lpstr>
      <vt:lpstr>Titles</vt:lpstr>
      <vt:lpstr>1_Office Theme</vt:lpstr>
      <vt:lpstr>1_Accenture 2025</vt:lpstr>
      <vt:lpstr>PowerPoint Presentation</vt:lpstr>
      <vt:lpstr>Team details</vt:lpstr>
      <vt:lpstr>Problem statement - ControlPlane.ai: AI failures are found out, not caught first</vt:lpstr>
      <vt:lpstr>Proposed solution - AEGIS: an adaptive risk engine for every AI response</vt:lpstr>
      <vt:lpstr>Video</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Tolentino, Ma. Antonette</dc:creator>
  <cp:revision>4</cp:revision>
  <dcterms:created xsi:type="dcterms:W3CDTF">2026-07-24T04:09:52Z</dcterms:created>
  <dcterms:modified xsi:type="dcterms:W3CDTF">2026-08-16T13:46:42Z</dcterms:modified>
</cp:coreProperties>
</file>