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4" r:id="rId2"/>
    <p:sldMasterId id="2147483699" r:id="rId3"/>
    <p:sldMasterId id="2147483713" r:id="rId4"/>
  </p:sldMasterIdLst>
  <p:notesMasterIdLst>
    <p:notesMasterId r:id="rId11"/>
  </p:notesMasterIdLst>
  <p:sldIdLst>
    <p:sldId id="820" r:id="rId5"/>
    <p:sldId id="2857" r:id="rId6"/>
    <p:sldId id="1906872563" r:id="rId7"/>
    <p:sldId id="1906872569" r:id="rId8"/>
    <p:sldId id="1906872570" r:id="rId9"/>
    <p:sldId id="26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1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DA3222-9905-5054-72D2-91E34CEC0599}" v="6" dt="2026-08-16T13:35:15.320"/>
    <p1510:client id="{29950C09-E864-1A0D-5DE8-266561E5BC51}" v="6" dt="2026-08-16T10:06:49.649"/>
    <p1510:client id="{3A2B4B16-1AE3-1CE4-9833-748B330E2864}" v="4" dt="2026-08-16T10:06:58.822"/>
    <p1510:client id="{3B08C5A3-4BD2-ADE9-43FE-0DC620A0B611}" v="77" dt="2026-08-16T10:30:56.752"/>
    <p1510:client id="{93ABFBBB-FD22-6E45-6ACF-0285753F3BB7}" v="621" dt="2026-08-16T10:02:24.853"/>
    <p1510:client id="{E8EBEFFF-AEE9-83D5-F10D-774D32D67BF5}" v="31" dt="2026-08-16T13:46:22.196"/>
    <p1510:client id="{F8CEB304-863D-B4EA-39CB-A3BE23B6C37D}" v="3" dt="2026-08-16T10:03:30.7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04694-B363-4D2F-9288-55810FEE4433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F16013-F085-4538-9539-111F70D15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657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681651-9904-804F-8355-78350773C1A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12634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2.png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gradi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ccenture" descr="accenture logo">
            <a:extLst>
              <a:ext uri="{FF2B5EF4-FFF2-40B4-BE49-F238E27FC236}">
                <a16:creationId xmlns:a16="http://schemas.microsoft.com/office/drawing/2014/main" id="{AC43ACC0-AD60-BDF4-2F68-94D9A9F04C6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7605" y="757711"/>
            <a:ext cx="1243822" cy="353083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746E4763-F545-C94B-51CE-F4BC514CB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001" y="3010442"/>
            <a:ext cx="6793920" cy="1329595"/>
          </a:xfrm>
          <a:prstGeom prst="rect">
            <a:avLst/>
          </a:prstGeom>
        </p:spPr>
        <p:txBody>
          <a:bodyPr anchor="b">
            <a:spAutoFit/>
          </a:bodyPr>
          <a:lstStyle>
            <a:lvl1pPr algn="l">
              <a:lnSpc>
                <a:spcPct val="9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BC002026-094D-D1B0-BDA1-62996F24135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0622" y="4464059"/>
            <a:ext cx="6793920" cy="109284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92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36108AED-3E3E-1C9D-6AD6-AB28DC8162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681528" y="6124064"/>
            <a:ext cx="1832894" cy="1969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 defTabSz="731500" rtl="0" eaLnBrk="1" latinLnBrk="0" hangingPunct="1">
              <a:spcAft>
                <a:spcPts val="0"/>
              </a:spcAft>
              <a:buNone/>
              <a:defRPr lang="en-US" sz="128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731500" rtl="0" eaLnBrk="1" latinLnBrk="0" hangingPunct="1">
              <a:spcAft>
                <a:spcPts val="0"/>
              </a:spcAft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731500" rtl="0" eaLnBrk="1" latinLnBrk="0" hangingPunct="1">
              <a:spcAft>
                <a:spcPts val="0"/>
              </a:spcAft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731500" rtl="0" eaLnBrk="1" latinLnBrk="0" hangingPunct="1">
              <a:spcAft>
                <a:spcPts val="0"/>
              </a:spcAft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731500" rtl="0" eaLnBrk="1" latinLnBrk="0" hangingPunct="1">
              <a:spcAft>
                <a:spcPts val="0"/>
              </a:spcAft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</p:spTree>
    <p:extLst>
      <p:ext uri="{BB962C8B-B14F-4D97-AF65-F5344CB8AC3E}">
        <p14:creationId xmlns:p14="http://schemas.microsoft.com/office/powerpoint/2010/main" val="3980020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xt +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7839457" y="3"/>
            <a:ext cx="435254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7529" bIns="97529" rtlCol="0" anchor="ctr"/>
          <a:lstStyle/>
          <a:p>
            <a:pPr algn="ctr"/>
            <a:endParaRPr lang="en-US" sz="1919" err="1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9596D82E-71B7-FF51-B8E9-B259B21B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455" y="572600"/>
            <a:ext cx="6757704" cy="433324"/>
          </a:xfrm>
        </p:spPr>
        <p:txBody>
          <a:bodyPr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47">
            <a:extLst>
              <a:ext uri="{FF2B5EF4-FFF2-40B4-BE49-F238E27FC236}">
                <a16:creationId xmlns:a16="http://schemas.microsoft.com/office/drawing/2014/main" id="{3269863B-5234-38BF-0D34-E538ACE4EA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6469" y="2209172"/>
            <a:ext cx="6757703" cy="734934"/>
          </a:xfrm>
          <a:prstGeom prst="rect">
            <a:avLst/>
          </a:prstGeom>
        </p:spPr>
        <p:txBody>
          <a:bodyPr/>
          <a:lstStyle>
            <a:lvl1pPr>
              <a:defRPr lang="en-US" sz="144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16" name="Text Placeholder 3a">
            <a:extLst>
              <a:ext uri="{FF2B5EF4-FFF2-40B4-BE49-F238E27FC236}">
                <a16:creationId xmlns:a16="http://schemas.microsoft.com/office/drawing/2014/main" id="{FAAE1576-C1B9-0E2B-83B0-F7C54B8589E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56469" y="1403018"/>
            <a:ext cx="6757703" cy="465875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920" b="0" i="0">
                <a:solidFill>
                  <a:schemeClr val="bg2"/>
                </a:solidFill>
                <a:latin typeface="+mn-lt"/>
              </a:defRPr>
            </a:lvl1pPr>
            <a:lvl2pPr marL="365752" indent="0">
              <a:buNone/>
              <a:defRPr sz="1600" b="1"/>
            </a:lvl2pPr>
            <a:lvl3pPr marL="731500" indent="0">
              <a:buNone/>
              <a:defRPr sz="1440" b="1"/>
            </a:lvl3pPr>
            <a:lvl4pPr marL="1097249" indent="0">
              <a:buNone/>
              <a:defRPr sz="1280" b="1"/>
            </a:lvl4pPr>
            <a:lvl5pPr marL="1462999" indent="0">
              <a:buNone/>
              <a:defRPr sz="1280" b="1"/>
            </a:lvl5pPr>
            <a:lvl6pPr marL="1828749" indent="0">
              <a:buNone/>
              <a:defRPr sz="1280" b="1"/>
            </a:lvl6pPr>
            <a:lvl7pPr marL="2194498" indent="0">
              <a:buNone/>
              <a:defRPr sz="1280" b="1"/>
            </a:lvl7pPr>
            <a:lvl8pPr marL="2560249" indent="0">
              <a:buNone/>
              <a:defRPr sz="1280" b="1"/>
            </a:lvl8pPr>
            <a:lvl9pPr marL="2925999" indent="0">
              <a:buNone/>
              <a:defRPr sz="128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1BFF566D-EEFC-0454-54B0-66CBAB8DA700}"/>
              </a:ext>
            </a:extLst>
          </p:cNvPr>
          <p:cNvSpPr txBox="1"/>
          <p:nvPr userDrawn="1"/>
        </p:nvSpPr>
        <p:spPr>
          <a:xfrm>
            <a:off x="9495177" y="6442170"/>
            <a:ext cx="1934825" cy="9848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1828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60"/>
              </a:spcAft>
              <a:buClrTx/>
              <a:buSzTx/>
              <a:buFontTx/>
              <a:buNone/>
              <a:tabLst/>
              <a:defRPr/>
            </a:pPr>
            <a:r>
              <a:rPr lang="en-US" sz="64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08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B0F19C31-6554-B271-0340-EE09C970123A}"/>
              </a:ext>
            </a:extLst>
          </p:cNvPr>
          <p:cNvSpPr txBox="1"/>
          <p:nvPr userDrawn="1"/>
        </p:nvSpPr>
        <p:spPr>
          <a:xfrm>
            <a:off x="11714824" y="6442170"/>
            <a:ext cx="96180" cy="9848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1828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6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64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18287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96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8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684178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7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mplex 1 -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1108" y="13879"/>
            <a:ext cx="12203108" cy="6857999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5652" y="2335980"/>
            <a:ext cx="4850670" cy="239334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5760" spc="-8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5656" y="4880705"/>
            <a:ext cx="4850672" cy="136699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1731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omplex 1 - Light mode Simp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1108" y="0"/>
            <a:ext cx="6074968" cy="6871878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5567" y="3750135"/>
            <a:ext cx="3872092" cy="1108252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001" spc="-8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95566" y="5092433"/>
            <a:ext cx="3872100" cy="136699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DAC0B31-54E2-8C2A-B25C-0569D02C30D8}"/>
              </a:ext>
            </a:extLst>
          </p:cNvPr>
          <p:cNvCxnSpPr>
            <a:cxnSpLocks/>
          </p:cNvCxnSpPr>
          <p:nvPr userDrawn="1"/>
        </p:nvCxnSpPr>
        <p:spPr>
          <a:xfrm flipV="1">
            <a:off x="12030688" y="3"/>
            <a:ext cx="0" cy="686569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CCFC0719-4C3D-0203-D62D-760E4FAE139B}"/>
              </a:ext>
            </a:extLst>
          </p:cNvPr>
          <p:cNvSpPr/>
          <p:nvPr userDrawn="1"/>
        </p:nvSpPr>
        <p:spPr>
          <a:xfrm>
            <a:off x="10493837" y="4"/>
            <a:ext cx="1698166" cy="6871195"/>
          </a:xfrm>
          <a:prstGeom prst="rect">
            <a:avLst/>
          </a:prstGeom>
          <a:solidFill>
            <a:srgbClr val="7500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3147" bIns="73147" rtlCol="0" anchor="ctr"/>
          <a:lstStyle/>
          <a:p>
            <a:pPr algn="ctr"/>
            <a:endParaRPr lang="en-CR" sz="1316" err="1"/>
          </a:p>
        </p:txBody>
      </p:sp>
      <p:sp>
        <p:nvSpPr>
          <p:cNvPr id="10" name="Graphic 17">
            <a:extLst>
              <a:ext uri="{FF2B5EF4-FFF2-40B4-BE49-F238E27FC236}">
                <a16:creationId xmlns:a16="http://schemas.microsoft.com/office/drawing/2014/main" id="{E3871E5A-E0C3-B128-FC59-BD11547FEA55}"/>
              </a:ext>
            </a:extLst>
          </p:cNvPr>
          <p:cNvSpPr/>
          <p:nvPr userDrawn="1"/>
        </p:nvSpPr>
        <p:spPr>
          <a:xfrm>
            <a:off x="11005750" y="5422430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1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</p:spTree>
    <p:extLst>
      <p:ext uri="{BB962C8B-B14F-4D97-AF65-F5344CB8AC3E}">
        <p14:creationId xmlns:p14="http://schemas.microsoft.com/office/powerpoint/2010/main" val="735309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mplex 1 - Light mode Complex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CFC0719-4C3D-0203-D62D-760E4FAE139B}"/>
              </a:ext>
            </a:extLst>
          </p:cNvPr>
          <p:cNvSpPr/>
          <p:nvPr userDrawn="1"/>
        </p:nvSpPr>
        <p:spPr>
          <a:xfrm>
            <a:off x="9927452" y="2976340"/>
            <a:ext cx="2264549" cy="3894855"/>
          </a:xfrm>
          <a:prstGeom prst="rect">
            <a:avLst/>
          </a:prstGeom>
          <a:solidFill>
            <a:srgbClr val="7500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3147" bIns="73147" rtlCol="0" anchor="ctr"/>
          <a:lstStyle/>
          <a:p>
            <a:pPr algn="ctr"/>
            <a:endParaRPr lang="en-CR" sz="1316" err="1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2976341"/>
            <a:ext cx="6772251" cy="3894854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Picture Placeholder 34">
            <a:extLst>
              <a:ext uri="{FF2B5EF4-FFF2-40B4-BE49-F238E27FC236}">
                <a16:creationId xmlns:a16="http://schemas.microsoft.com/office/drawing/2014/main" id="{5E4FE031-9091-8938-4EDF-260DFEFB13C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72250" y="6121"/>
            <a:ext cx="5419750" cy="2970214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982" y="1073592"/>
            <a:ext cx="5521659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 spc="-8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11686" y="3954223"/>
            <a:ext cx="2264549" cy="2305712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  <p:sp>
        <p:nvSpPr>
          <p:cNvPr id="4" name="Graphic 17">
            <a:extLst>
              <a:ext uri="{FF2B5EF4-FFF2-40B4-BE49-F238E27FC236}">
                <a16:creationId xmlns:a16="http://schemas.microsoft.com/office/drawing/2014/main" id="{004BC2F2-E3DC-5CB3-0900-931F6D847B7E}"/>
              </a:ext>
            </a:extLst>
          </p:cNvPr>
          <p:cNvSpPr/>
          <p:nvPr userDrawn="1"/>
        </p:nvSpPr>
        <p:spPr>
          <a:xfrm>
            <a:off x="10787697" y="4602862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1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</p:spTree>
    <p:extLst>
      <p:ext uri="{BB962C8B-B14F-4D97-AF65-F5344CB8AC3E}">
        <p14:creationId xmlns:p14="http://schemas.microsoft.com/office/powerpoint/2010/main" val="20999142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omplex 1 - Gradient mode Simp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-1754"/>
            <a:ext cx="6235504" cy="6858000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8358CE2-3010-CD39-B174-C1F97F9202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5506" y="3"/>
            <a:ext cx="4439498" cy="6858000"/>
          </a:xfrm>
          <a:prstGeom prst="rect">
            <a:avLst/>
          </a:prstGeom>
        </p:spPr>
      </p:pic>
      <p:sp>
        <p:nvSpPr>
          <p:cNvPr id="10" name="Graphic 17">
            <a:extLst>
              <a:ext uri="{FF2B5EF4-FFF2-40B4-BE49-F238E27FC236}">
                <a16:creationId xmlns:a16="http://schemas.microsoft.com/office/drawing/2014/main" id="{E3871E5A-E0C3-B128-FC59-BD11547FEA55}"/>
              </a:ext>
            </a:extLst>
          </p:cNvPr>
          <p:cNvSpPr/>
          <p:nvPr userDrawn="1"/>
        </p:nvSpPr>
        <p:spPr>
          <a:xfrm>
            <a:off x="11156826" y="5684823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2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7817" y="3733230"/>
            <a:ext cx="3919968" cy="1108252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001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07817" y="5065162"/>
            <a:ext cx="3919968" cy="136699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5087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omplex 1 - Gradient mode Complex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2A9A34-82D5-6262-D129-D306B6F55F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40031" y="2976069"/>
            <a:ext cx="3298274" cy="388962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475C44C-8B0B-A1AE-ABDF-0F7C1DE8443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1543" y="-4090"/>
            <a:ext cx="6782996" cy="2980159"/>
          </a:xfrm>
          <a:prstGeom prst="rect">
            <a:avLst/>
          </a:prstGeom>
        </p:spPr>
      </p:pic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976340"/>
            <a:ext cx="6761155" cy="3889353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Picture Placeholder 34">
            <a:extLst>
              <a:ext uri="{FF2B5EF4-FFF2-40B4-BE49-F238E27FC236}">
                <a16:creationId xmlns:a16="http://schemas.microsoft.com/office/drawing/2014/main" id="{5E4FE031-9091-8938-4EDF-260DFEFB13C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61156" y="-4090"/>
            <a:ext cx="5430845" cy="29804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982" y="1073592"/>
            <a:ext cx="5521659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01931" y="3954223"/>
            <a:ext cx="2264549" cy="217302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  <p:sp>
        <p:nvSpPr>
          <p:cNvPr id="10" name="Graphic 17">
            <a:extLst>
              <a:ext uri="{FF2B5EF4-FFF2-40B4-BE49-F238E27FC236}">
                <a16:creationId xmlns:a16="http://schemas.microsoft.com/office/drawing/2014/main" id="{E3871E5A-E0C3-B128-FC59-BD11547FEA55}"/>
              </a:ext>
            </a:extLst>
          </p:cNvPr>
          <p:cNvSpPr/>
          <p:nvPr userDrawn="1"/>
        </p:nvSpPr>
        <p:spPr>
          <a:xfrm>
            <a:off x="10787697" y="4593205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2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</p:spTree>
    <p:extLst>
      <p:ext uri="{BB962C8B-B14F-4D97-AF65-F5344CB8AC3E}">
        <p14:creationId xmlns:p14="http://schemas.microsoft.com/office/powerpoint/2010/main" val="14313596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omplex 1 - Gradient mode Complex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B764AF4-DC76-040F-7F3B-393C800CFFE6}"/>
              </a:ext>
            </a:extLst>
          </p:cNvPr>
          <p:cNvSpPr/>
          <p:nvPr userDrawn="1"/>
        </p:nvSpPr>
        <p:spPr>
          <a:xfrm>
            <a:off x="6730950" y="2976067"/>
            <a:ext cx="3207355" cy="3881932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7536" bIns="97536" rtlCol="0" anchor="ctr"/>
          <a:lstStyle/>
          <a:p>
            <a:pPr algn="ctr"/>
            <a:endParaRPr lang="en-US" sz="2339" err="1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813D5C-B200-03E1-0309-707A457AA933}"/>
              </a:ext>
            </a:extLst>
          </p:cNvPr>
          <p:cNvSpPr/>
          <p:nvPr userDrawn="1"/>
        </p:nvSpPr>
        <p:spPr>
          <a:xfrm>
            <a:off x="0" y="1"/>
            <a:ext cx="6771453" cy="2974598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7536" bIns="97536" rtlCol="0" anchor="ctr"/>
          <a:lstStyle/>
          <a:p>
            <a:pPr algn="ctr"/>
            <a:endParaRPr lang="en-US" sz="2339" err="1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034" y="2976341"/>
            <a:ext cx="6740122" cy="3875539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Picture Placeholder 34">
            <a:extLst>
              <a:ext uri="{FF2B5EF4-FFF2-40B4-BE49-F238E27FC236}">
                <a16:creationId xmlns:a16="http://schemas.microsoft.com/office/drawing/2014/main" id="{5E4FE031-9091-8938-4EDF-260DFEFB13C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72250" y="6121"/>
            <a:ext cx="5398719" cy="2970214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982" y="1073592"/>
            <a:ext cx="5521659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10" name="Graphic 17">
            <a:extLst>
              <a:ext uri="{FF2B5EF4-FFF2-40B4-BE49-F238E27FC236}">
                <a16:creationId xmlns:a16="http://schemas.microsoft.com/office/drawing/2014/main" id="{E3871E5A-E0C3-B128-FC59-BD11547FEA55}"/>
              </a:ext>
            </a:extLst>
          </p:cNvPr>
          <p:cNvSpPr/>
          <p:nvPr userDrawn="1"/>
        </p:nvSpPr>
        <p:spPr>
          <a:xfrm>
            <a:off x="10787697" y="4593205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2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4F08984-5A5F-2074-4481-4456FF81316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01931" y="3954223"/>
            <a:ext cx="2264549" cy="217302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0074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alutation: gradi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1E54F49D-2B2F-7CDD-DC94-B6FF9A694B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2" name="copyright">
            <a:extLst>
              <a:ext uri="{FF2B5EF4-FFF2-40B4-BE49-F238E27FC236}">
                <a16:creationId xmlns:a16="http://schemas.microsoft.com/office/drawing/2014/main" id="{8F090878-FDCB-E32E-7E4D-4A1D113FA508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tx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DD78C6E-A2CA-C7D3-D53E-97A08AAAEAD8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72D35A-1963-BF72-AA80-2201D2B01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348" y="3429000"/>
            <a:ext cx="6046527" cy="984885"/>
          </a:xfrm>
          <a:prstGeom prst="rect">
            <a:avLst/>
          </a:prstGeom>
        </p:spPr>
        <p:txBody>
          <a:bodyPr wrap="none" anchor="ctr"/>
          <a:lstStyle>
            <a:lvl1pPr algn="l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GTS_WH">
            <a:extLst>
              <a:ext uri="{FF2B5EF4-FFF2-40B4-BE49-F238E27FC236}">
                <a16:creationId xmlns:a16="http://schemas.microsoft.com/office/drawing/2014/main" id="{79093C77-020A-31D2-4F4F-DA77DEFA8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7266075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56F1F-FA65-4EEB-BDF1-3ABAA12E2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9222" y="240215"/>
            <a:ext cx="10515600" cy="306635"/>
          </a:xfrm>
        </p:spPr>
        <p:txBody>
          <a:bodyPr lIns="0" tIns="0" rIns="0" bIns="0" anchor="t">
            <a:normAutofit/>
          </a:bodyPr>
          <a:lstStyle>
            <a:lvl1pPr>
              <a:defRPr sz="2400">
                <a:solidFill>
                  <a:srgbClr val="33CC33"/>
                </a:solidFill>
                <a:latin typeface="Graphik Black" panose="020B0A0303020206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18A67-9B80-412E-9A41-C4F91B547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3647" y="6356350"/>
            <a:ext cx="2743200" cy="365125"/>
          </a:xfrm>
        </p:spPr>
        <p:txBody>
          <a:bodyPr/>
          <a:lstStyle/>
          <a:p>
            <a:fld id="{63FC6494-8DB7-494F-83AE-7187FC8A4273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5E9138-10C8-4D5C-96AF-BA283019769A}"/>
              </a:ext>
            </a:extLst>
          </p:cNvPr>
          <p:cNvSpPr txBox="1"/>
          <p:nvPr userDrawn="1"/>
        </p:nvSpPr>
        <p:spPr>
          <a:xfrm>
            <a:off x="3470816" y="6629400"/>
            <a:ext cx="5250368" cy="22859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lvl="0" algn="ctr">
              <a:defRPr/>
            </a:pPr>
            <a:r>
              <a:rPr lang="en-US" sz="800" kern="0">
                <a:solidFill>
                  <a:srgbClr val="000000">
                    <a:lumMod val="65000"/>
                    <a:lumOff val="35000"/>
                  </a:srgbClr>
                </a:solidFill>
                <a:latin typeface="Graphik" panose="020B0503030202060203" pitchFamily="34" charset="0"/>
                <a:cs typeface="Arial" panose="020B0604020202020204" pitchFamily="34" charset="0"/>
              </a:rPr>
              <a:t>Copyright 2022 Accenture. All rights reserved. Accenture Confidential Information. Internal Use Only</a:t>
            </a:r>
            <a:endParaRPr kumimoji="0" lang="en-US" sz="80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 panose="020B0503030202060203" pitchFamily="34" charset="0"/>
              <a:cs typeface="Arial" panose="020B06040202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4CDE97-5B21-4B58-93AF-0B6CCB281B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9075" y="600260"/>
            <a:ext cx="10515600" cy="422275"/>
          </a:xfrm>
        </p:spPr>
        <p:txBody>
          <a:bodyPr vert="horz" lIns="0" tIns="0" rIns="0" bIns="0" rtlCol="0" anchor="t">
            <a:normAutofit/>
          </a:bodyPr>
          <a:lstStyle>
            <a:lvl1pPr>
              <a:defRPr lang="en-US" sz="1600" dirty="0" smtClean="0">
                <a:solidFill>
                  <a:srgbClr val="0070C0"/>
                </a:solidFill>
                <a:latin typeface="Graphik Black" panose="020B0A03030202060203" pitchFamily="34" charset="0"/>
                <a:ea typeface="+mj-ea"/>
                <a:cs typeface="+mj-cs"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1646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laybook/Le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B9DB20E-402F-4429-B44A-BCDD110E2DF6}"/>
              </a:ext>
            </a:extLst>
          </p:cNvPr>
          <p:cNvGrpSpPr/>
          <p:nvPr userDrawn="1"/>
        </p:nvGrpSpPr>
        <p:grpSpPr>
          <a:xfrm>
            <a:off x="1" y="-4488"/>
            <a:ext cx="12191065" cy="6862488"/>
            <a:chOff x="0" y="-3366"/>
            <a:chExt cx="9143299" cy="5146866"/>
          </a:xfrm>
        </p:grpSpPr>
        <p:sp>
          <p:nvSpPr>
            <p:cNvPr id="3" name="Rectangle">
              <a:extLst>
                <a:ext uri="{FF2B5EF4-FFF2-40B4-BE49-F238E27FC236}">
                  <a16:creationId xmlns:a16="http://schemas.microsoft.com/office/drawing/2014/main" id="{C6B6D226-A844-B141-A337-85FFBCFDE485}"/>
                </a:ext>
              </a:extLst>
            </p:cNvPr>
            <p:cNvSpPr/>
            <p:nvPr userDrawn="1"/>
          </p:nvSpPr>
          <p:spPr>
            <a:xfrm>
              <a:off x="0" y="-3366"/>
              <a:ext cx="9143299" cy="5146866"/>
            </a:xfrm>
            <a:prstGeom prst="rect">
              <a:avLst/>
            </a:prstGeom>
            <a:solidFill>
              <a:srgbClr val="F5F7F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l">
                <a:defRPr sz="3200" b="0">
                  <a:solidFill>
                    <a:srgbClr val="5E5E5E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lang="en-US" sz="1600" noProof="0"/>
            </a:p>
          </p:txBody>
        </p:sp>
        <p:sp>
          <p:nvSpPr>
            <p:cNvPr id="4" name="Rectangle">
              <a:extLst>
                <a:ext uri="{FF2B5EF4-FFF2-40B4-BE49-F238E27FC236}">
                  <a16:creationId xmlns:a16="http://schemas.microsoft.com/office/drawing/2014/main" id="{D989BA39-7EC6-294F-AF53-B7142E5CDB12}"/>
                </a:ext>
              </a:extLst>
            </p:cNvPr>
            <p:cNvSpPr/>
            <p:nvPr userDrawn="1"/>
          </p:nvSpPr>
          <p:spPr>
            <a:xfrm>
              <a:off x="189491" y="197168"/>
              <a:ext cx="8794630" cy="4593579"/>
            </a:xfrm>
            <a:prstGeom prst="rect">
              <a:avLst/>
            </a:prstGeom>
            <a:solidFill>
              <a:srgbClr val="FFFFFF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l"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lang="en-US" sz="1600" noProof="0"/>
            </a:p>
          </p:txBody>
        </p:sp>
      </p:grpSp>
      <p:sp>
        <p:nvSpPr>
          <p:cNvPr id="6" name="Copyright Ⓒ 2018 Accenture  All rights reserved">
            <a:extLst>
              <a:ext uri="{FF2B5EF4-FFF2-40B4-BE49-F238E27FC236}">
                <a16:creationId xmlns:a16="http://schemas.microsoft.com/office/drawing/2014/main" id="{8CACBDDE-75CD-C644-9B17-36349A723C74}"/>
              </a:ext>
            </a:extLst>
          </p:cNvPr>
          <p:cNvSpPr txBox="1"/>
          <p:nvPr/>
        </p:nvSpPr>
        <p:spPr>
          <a:xfrm>
            <a:off x="5688980" y="6565842"/>
            <a:ext cx="2324354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0" tIns="0" rIns="0" bIns="0" numCol="1" anchor="t">
            <a:spAutoFit/>
          </a:bodyPr>
          <a:lstStyle>
            <a:lvl1pPr algn="l" defTabSz="1828800">
              <a:defRPr sz="1600" b="0">
                <a:solidFill>
                  <a:srgbClr val="5E5E5E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r>
              <a:rPr lang="en-US" sz="800" noProof="0"/>
              <a:t>Copyright Ⓒ 2022 Accenture  All rights reserved</a:t>
            </a:r>
          </a:p>
        </p:txBody>
      </p:sp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C198B9B7-3351-804E-9791-0F86BB11B9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3757" y="515602"/>
            <a:ext cx="5880705" cy="1828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kumimoji="0" lang="en-US" sz="1051" b="0" i="0" u="none" strike="noStrike" cap="none" spc="0" normalizeH="0" baseline="0" dirty="0">
                <a:ln>
                  <a:noFill/>
                </a:ln>
                <a:solidFill>
                  <a:srgbClr val="313131"/>
                </a:solidFill>
                <a:effectLst/>
                <a:uFillTx/>
                <a:latin typeface="Graphik Medium"/>
                <a:ea typeface="Graphik Medium"/>
                <a:cs typeface="Graphik Medium"/>
                <a:sym typeface="Helvetica Neue"/>
              </a:defRPr>
            </a:lvl1pPr>
          </a:lstStyle>
          <a:p>
            <a:endParaRPr lang="en-US" noProof="0"/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8B591B01-1140-A446-97B6-CB7450ED42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758" y="726500"/>
            <a:ext cx="11058137" cy="120115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 dirty="0">
                <a:ln>
                  <a:noFill/>
                </a:ln>
                <a:solidFill>
                  <a:srgbClr val="313131"/>
                </a:solidFill>
                <a:effectLst/>
                <a:uFillTx/>
                <a:latin typeface="Graphik Extralight"/>
                <a:ea typeface="Graphik Extralight"/>
                <a:cs typeface="Graphik Extralight"/>
                <a:sym typeface="Helvetica Neue"/>
              </a:defRPr>
            </a:lvl1pPr>
          </a:lstStyle>
          <a:p>
            <a:endParaRPr lang="en-US" noProof="0"/>
          </a:p>
        </p:txBody>
      </p:sp>
      <p:sp>
        <p:nvSpPr>
          <p:cNvPr id="70" name="Textfeld 69">
            <a:extLst>
              <a:ext uri="{FF2B5EF4-FFF2-40B4-BE49-F238E27FC236}">
                <a16:creationId xmlns:a16="http://schemas.microsoft.com/office/drawing/2014/main" id="{74F9075F-C7D3-C945-95B7-DC8B159B600D}"/>
              </a:ext>
            </a:extLst>
          </p:cNvPr>
          <p:cNvSpPr txBox="1"/>
          <p:nvPr userDrawn="1"/>
        </p:nvSpPr>
        <p:spPr>
          <a:xfrm>
            <a:off x="11641895" y="6555881"/>
            <a:ext cx="411480" cy="17440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ctr" defTabSz="4127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62C197D3-294B-0846-B7D0-AC071D2CBE2F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" panose="020B0503030202060203" pitchFamily="34" charset="77"/>
                <a:ea typeface="Helvetica Neue Light"/>
                <a:cs typeface="Helvetica Neue"/>
                <a:sym typeface="Helvetica Neue"/>
              </a:rPr>
              <a:pPr marL="0" marR="0" indent="0" algn="ctr" defTabSz="41274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Graphik" panose="020B0503030202060203" pitchFamily="34" charset="77"/>
              <a:ea typeface="Helvetica Neue Light"/>
              <a:cs typeface="Helvetica Neue"/>
              <a:sym typeface="Helvetica Neue"/>
            </a:endParaRP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31462AE7-3669-354B-9330-98F8761FD9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6914" y="6465311"/>
            <a:ext cx="733863" cy="314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9733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1033">
          <p15:clr>
            <a:srgbClr val="FBAE40"/>
          </p15:clr>
        </p15:guide>
        <p15:guide id="2" orient="horz" pos="2938">
          <p15:clr>
            <a:srgbClr val="FBAE40"/>
          </p15:clr>
        </p15:guide>
        <p15:guide id="3" pos="269">
          <p15:clr>
            <a:srgbClr val="FBAE40"/>
          </p15:clr>
        </p15:guide>
        <p15:guide id="4" pos="5499">
          <p15:clr>
            <a:srgbClr val="FBAE40"/>
          </p15:clr>
        </p15:guide>
        <p15:guide id="5" pos="288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s Op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104290A-1E04-4AF8-82EA-4BADC57478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72643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36477557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1AFBD-8268-6E4E-B726-58CFB16052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F82312-3184-8349-A074-E375B37B54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512A5-A4BF-F04E-9728-A4BCE2E07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56AAA-2B22-9448-A19B-5118FC26E10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1ACDA-90AD-DF4E-B1C9-3175F6A31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C3B2B-4BD8-8B4A-A487-317A72600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C613-4EEB-CC4B-B0A4-9C18D7586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9299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04694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48671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19031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22114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89233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74737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67462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935882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80285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217269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8465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DA81FCAA-64D2-4A9C-B16E-9C4E3BB431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29748" y="3813288"/>
            <a:ext cx="3087667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 Surname</a:t>
            </a:r>
            <a:endParaRPr lang="en-GB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03CDC117-35F2-47B2-85B2-29CB8EE7E0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29748" y="4055931"/>
            <a:ext cx="3087667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Job Title to go here</a:t>
            </a:r>
            <a:endParaRPr lang="en-GB"/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id="{00A15EA9-2372-4E06-83C2-1E13AB1FA62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19820" y="3578084"/>
            <a:ext cx="778554" cy="778959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620110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B47B586-CFEE-4C32-8227-001B5A89C3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</a:t>
            </a:r>
          </a:p>
        </p:txBody>
      </p:sp>
    </p:spTree>
    <p:extLst>
      <p:ext uri="{BB962C8B-B14F-4D97-AF65-F5344CB8AC3E}">
        <p14:creationId xmlns:p14="http://schemas.microsoft.com/office/powerpoint/2010/main" val="3162796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gradi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46E4763-F545-C94B-51CE-F4BC514CB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969" y="3010439"/>
            <a:ext cx="6793919" cy="1329595"/>
          </a:xfrm>
          <a:prstGeom prst="rect">
            <a:avLst/>
          </a:prstGeom>
        </p:spPr>
        <p:txBody>
          <a:bodyPr anchor="b">
            <a:spAutoFit/>
          </a:bodyPr>
          <a:lstStyle>
            <a:lvl1pPr algn="l">
              <a:lnSpc>
                <a:spcPct val="9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BC002026-094D-D1B0-BDA1-62996F24135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4969" y="4464055"/>
            <a:ext cx="6793919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pic>
        <p:nvPicPr>
          <p:cNvPr id="3" name="accenture" descr="accenture logo">
            <a:extLst>
              <a:ext uri="{FF2B5EF4-FFF2-40B4-BE49-F238E27FC236}">
                <a16:creationId xmlns:a16="http://schemas.microsoft.com/office/drawing/2014/main" id="{FF7A765D-4682-9084-D606-70A59390D7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3822" cy="328510"/>
          </a:xfrm>
          <a:prstGeom prst="rect">
            <a:avLst/>
          </a:prstGeom>
        </p:spPr>
      </p:pic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21E81FC3-5B5A-36F1-7992-060E05D477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674232"/>
            <a:ext cx="3816000" cy="634494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36108AED-3E3E-1C9D-6AD6-AB28DC8162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58956" y="6124059"/>
            <a:ext cx="183289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</p:spTree>
    <p:extLst>
      <p:ext uri="{BB962C8B-B14F-4D97-AF65-F5344CB8AC3E}">
        <p14:creationId xmlns:p14="http://schemas.microsoft.com/office/powerpoint/2010/main" val="4489203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951" y="3008948"/>
            <a:ext cx="6795392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71951" y="4475703"/>
            <a:ext cx="6795392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349A45E5-70FE-79EB-8E7A-1A2061B62B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674232"/>
            <a:ext cx="3816000" cy="634494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57A6BE55-E9EF-68A2-0448-87EF125B2B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58956" y="6124059"/>
            <a:ext cx="1832894" cy="184666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 algn="r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pic>
        <p:nvPicPr>
          <p:cNvPr id="2" name="accenture" descr="accenture logo">
            <a:extLst>
              <a:ext uri="{FF2B5EF4-FFF2-40B4-BE49-F238E27FC236}">
                <a16:creationId xmlns:a16="http://schemas.microsoft.com/office/drawing/2014/main" id="{B93529DF-12F1-3D03-117A-86D7C5AD9A1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7506" cy="32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0172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Song">
    <p:bg>
      <p:bgPr>
        <a:solidFill>
          <a:schemeClr val="tx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2F82E940-E7B0-A119-28B0-041715DCE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invGray">
          <a:xfrm rot="5400000">
            <a:off x="2667739" y="-2666263"/>
            <a:ext cx="6857999" cy="1219052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878D30E-951E-72C4-5535-66637753B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970" y="2952671"/>
            <a:ext cx="8931530" cy="664797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775FD5F-4D58-7741-C57A-08997F3E1DD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4970" y="3741489"/>
            <a:ext cx="893153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EA105FD1-CA09-BDBB-C408-AB40400DB3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71950" y="5176580"/>
            <a:ext cx="3655291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D266AB3E-F8D9-4648-CDC8-BDA8246735A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401494"/>
            <a:ext cx="3655291" cy="184666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E43744-0C39-A052-7487-659CA9C80B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63638" y="6170081"/>
            <a:ext cx="1514051" cy="180050"/>
          </a:xfrm>
          <a:prstGeom prst="rect">
            <a:avLst/>
          </a:prstGeom>
        </p:spPr>
      </p:pic>
      <p:pic>
        <p:nvPicPr>
          <p:cNvPr id="7" name="accenture" descr="accenture logo">
            <a:extLst>
              <a:ext uri="{FF2B5EF4-FFF2-40B4-BE49-F238E27FC236}">
                <a16:creationId xmlns:a16="http://schemas.microsoft.com/office/drawing/2014/main" id="{145CAD81-7743-A093-B6F5-E98233328E5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3822" cy="32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8699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ient &amp; acquisition cover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 descr="Image placeholder for client logo">
            <a:extLst>
              <a:ext uri="{FF2B5EF4-FFF2-40B4-BE49-F238E27FC236}">
                <a16:creationId xmlns:a16="http://schemas.microsoft.com/office/drawing/2014/main" id="{C5FB3CF4-DD64-BD63-23C6-97F8FC097F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3003" y="821769"/>
            <a:ext cx="1884233" cy="985085"/>
          </a:xfrm>
          <a:prstGeom prst="rect">
            <a:avLst/>
          </a:prstGeom>
        </p:spPr>
        <p:txBody>
          <a:bodyPr anchor="ctr"/>
          <a:lstStyle>
            <a:lvl1pPr algn="ctr">
              <a:buFont typeface="Graphik" panose="020B0604020202020204" pitchFamily="34" charset="0"/>
              <a:buNone/>
              <a:defRPr sz="1400" b="0" i="0">
                <a:solidFill>
                  <a:sysClr val="windowText" lastClr="000000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41759CF-E2D4-0A80-7950-4AF5952D5985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3524589"/>
            <a:ext cx="8813534" cy="66479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1313E0C-79AC-2382-CFF0-C1879E03CA7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4302038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EF8263C3-A1F7-3492-0FC4-3EB7054D3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78689" y="5495715"/>
            <a:ext cx="282565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36794D19-B699-311B-25DD-C0D60FC788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1182796" y="5781214"/>
            <a:ext cx="5714999" cy="530687"/>
          </a:xfrm>
          <a:prstGeom prst="rect">
            <a:avLst/>
          </a:prstGeom>
        </p:spPr>
        <p:txBody>
          <a:bodyPr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7" name="accenture" descr="accenture logo">
            <a:extLst>
              <a:ext uri="{FF2B5EF4-FFF2-40B4-BE49-F238E27FC236}">
                <a16:creationId xmlns:a16="http://schemas.microsoft.com/office/drawing/2014/main" id="{B644DD64-75F6-CAA6-3062-5DD0649C1338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36000" y="6022800"/>
            <a:ext cx="1044000" cy="273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0974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ient &amp; acquisition cover: gradi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dient">
            <a:extLst>
              <a:ext uri="{FF2B5EF4-FFF2-40B4-BE49-F238E27FC236}">
                <a16:creationId xmlns:a16="http://schemas.microsoft.com/office/drawing/2014/main" id="{50E1CD4C-93E5-0BD5-6237-D39D310F8C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invGray">
          <a:xfrm rot="5400000">
            <a:off x="2667738" y="-2666262"/>
            <a:ext cx="6857999" cy="1219052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441759CF-E2D4-0A80-7950-4AF5952D5985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2425701"/>
            <a:ext cx="8813534" cy="1763686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1313E0C-79AC-2382-CFF0-C1879E03CA7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4302038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Picture Placeholder 11" descr="Image placeholder for client logo">
            <a:extLst>
              <a:ext uri="{FF2B5EF4-FFF2-40B4-BE49-F238E27FC236}">
                <a16:creationId xmlns:a16="http://schemas.microsoft.com/office/drawing/2014/main" id="{C5FB3CF4-DD64-BD63-23C6-97F8FC097F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3003" y="821769"/>
            <a:ext cx="1884233" cy="985085"/>
          </a:xfrm>
          <a:prstGeom prst="rect">
            <a:avLst/>
          </a:prstGeom>
        </p:spPr>
        <p:txBody>
          <a:bodyPr anchor="ctr"/>
          <a:lstStyle>
            <a:lvl1pPr algn="ctr">
              <a:buFont typeface="Graphik" panose="020B0604020202020204" pitchFamily="34" charset="0"/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EF8263C3-A1F7-3492-0FC4-3EB7054D3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78689" y="5495715"/>
            <a:ext cx="282565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6794D19-B699-311B-25DD-C0D60FC788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1182796" y="5781214"/>
            <a:ext cx="5714999" cy="530687"/>
          </a:xfrm>
          <a:prstGeom prst="rect">
            <a:avLst/>
          </a:prstGeom>
        </p:spPr>
        <p:txBody>
          <a:bodyPr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2" name="accenture" descr="accenture logo">
            <a:extLst>
              <a:ext uri="{FF2B5EF4-FFF2-40B4-BE49-F238E27FC236}">
                <a16:creationId xmlns:a16="http://schemas.microsoft.com/office/drawing/2014/main" id="{F9A1CCE7-7706-F83F-4541-BDA00F682BF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19196" y="6016340"/>
            <a:ext cx="1082581" cy="285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7572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dark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8DFF95F-BC04-BCE4-81EC-25C099CB74A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AR" sz="240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0" y="2187403"/>
            <a:ext cx="3091443" cy="393954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accent2"/>
                </a:solidFill>
              </a:defRPr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4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7" name="Text Placeholder 6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4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9" name="Text Placeholder 8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4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4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3" name="Text Placeholder 12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4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5" name="Text Placeholder 14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4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7" name="Text Placeholder 16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4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9" name="Text Placeholder 18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4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9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6" name="Text Placeholder 20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63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5" name="Text Placeholder 21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7" name="Text Placeholder 22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63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6" name="Text Placeholder 23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8" name="Text Placeholder 24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63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7" name="Text Placeholder 25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63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8" name="Text Placeholder 2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0" name="Text Placeholder 28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63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9" name="Text Placeholder 29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1" name="Text Placeholder 30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63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0" name="Text Placeholder 31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2" name="Text Placeholder 32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63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1" name="Text Placeholder 33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3" name="Text Placeholder 34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63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045241" y="1371603"/>
            <a:ext cx="0" cy="4719487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TS_WH">
            <a:extLst>
              <a:ext uri="{FF2B5EF4-FFF2-40B4-BE49-F238E27FC236}">
                <a16:creationId xmlns:a16="http://schemas.microsoft.com/office/drawing/2014/main" id="{042F1CA7-6A9E-5C2F-F3C0-78D6AFD6C7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01AB161-4BFB-138B-C93C-DFFFE563CF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1600" y="2745679"/>
            <a:ext cx="3091443" cy="24154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0" indent="0">
              <a:buNone/>
              <a:defRPr sz="1800"/>
            </a:lvl2pPr>
            <a:lvl3pPr marL="228594">
              <a:buFont typeface="Graphik" panose="020B0604020202020204" pitchFamily="34" charset="0"/>
              <a:buChar char="•"/>
              <a:defRPr sz="1800"/>
            </a:lvl3pPr>
            <a:lvl4pPr marL="457189">
              <a:buFont typeface="Graphik"/>
              <a:buChar char="–"/>
              <a:defRPr sz="1600"/>
            </a:lvl4pPr>
            <a:lvl5pPr marL="685783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95F63345-6C3E-8981-5F6D-DF2B3FF6475C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EA0A3F89-649C-BCA9-F69D-4791BE39CE26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4456803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FA4FF600-954F-A932-EB0A-7C9AF337B5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848" y="2187404"/>
            <a:ext cx="3098568" cy="393954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5D79A3D-AC3D-4EB4-AFB4-D6CEFA4231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9948" y="2745679"/>
            <a:ext cx="3093440" cy="24154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6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0" indent="0">
              <a:buNone/>
              <a:defRPr sz="1800"/>
            </a:lvl2pPr>
            <a:lvl3pPr marL="228594">
              <a:buFont typeface="Graphik" panose="020B0604020202020204" pitchFamily="34" charset="0"/>
              <a:buChar char="•"/>
              <a:defRPr sz="1800"/>
            </a:lvl3pPr>
            <a:lvl4pPr marL="457189">
              <a:buFont typeface="Graphik"/>
              <a:buChar char="–"/>
              <a:defRPr sz="1600"/>
            </a:lvl4pPr>
            <a:lvl5pPr marL="685783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4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7" name="Text Placeholder 6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4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9" name="Text Placeholder 8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4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4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3" name="Text Placeholder 12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4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5" name="Text Placeholder 14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4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7" name="Text Placeholder 16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4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9" name="Text Placeholder 18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4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9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6" name="Text Placeholder 20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63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5" name="Text Placeholder 21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7" name="Text Placeholder 22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63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6" name="Text Placeholder 23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8" name="Text Placeholder 24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63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7" name="Text Placeholder 25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63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8" name="Text Placeholder 2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0" name="Text Placeholder 28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63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9" name="Text Placeholder 29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1" name="Text Placeholder 30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63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0" name="Text Placeholder 31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2" name="Text Placeholder 32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63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1" name="Text Placeholder 33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3" name="Text Placeholder 34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63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045241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758184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798FE22-CDE6-88FF-ACBC-FD9C36E03DF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349" y="1341439"/>
            <a:ext cx="2329381" cy="47879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7CBA93D-A16D-15A7-59FB-5DA53C303FE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759509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59F85972-AC4E-08A3-B374-8C2AF42D54FD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080176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C21799C-032C-A3F2-FCE9-D7BE2B106CC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406324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solidFill>
                  <a:schemeClr val="tx2"/>
                </a:solidFill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E563D9-F425-062E-85B6-BFD1ECBB98D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726991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439FCDF-0209-75C7-EEFD-72F454BE9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558086"/>
            <a:ext cx="11075678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6063D68-A744-CDD7-FA67-D2E3EBBCDB1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59508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8764EE2-7F2F-45E2-82F3-AAF71D3EB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2562457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591D4CA2-E2F2-5487-46F9-665130B94BE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080175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B5359CD-D0A3-6EBD-72CC-C75E6319F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883124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414973FE-1A5A-4784-BBEF-55CFBBF298D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406323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EC62542-3EC7-23B4-6810-D7943AD8A2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09272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E4DD7065-8DBD-BB8F-6299-198F246266B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726990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78B4AEA-422E-5B9F-1050-B102C345D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529939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632383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7204A-4462-2F62-F226-525C35783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558086"/>
            <a:ext cx="11075678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9ACF502-3E74-91C2-B945-4A140A77E48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350" y="1331548"/>
            <a:ext cx="3130551" cy="481230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6ED4F0B-36A9-C1D2-C829-FDA15A800F9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26296" y="1399117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40A9406-C547-1F85-E71D-853495CEBBB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48043" y="1398093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F21C5D35-2D9B-01B4-73C2-EF565E27FB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26296" y="2376037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79B9814-F84A-3469-40B8-1C61FBBE11E2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148043" y="2375233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731C7DC5-DAD9-9025-120D-FBB8C142A6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26296" y="3350384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BE139AE-63B6-C2C1-4D09-17C298F69AB6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148043" y="3352372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8EA33AE2-AAF8-CAB9-E244-AD70E24C3EB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26296" y="4335521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7111FC3-B91A-E597-25A2-DCDF58B1DF3D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148043" y="4329511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8EC9E534-1AD8-73C5-C5AC-15F48DA342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26296" y="5307673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1702F099-923C-04BF-8A6D-959AE146329A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148043" y="5306651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</p:spTree>
    <p:extLst>
      <p:ext uri="{BB962C8B-B14F-4D97-AF65-F5344CB8AC3E}">
        <p14:creationId xmlns:p14="http://schemas.microsoft.com/office/powerpoint/2010/main" val="208052121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: gradi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id="{87111667-186F-DD25-9A4B-3608F196AB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2B28B826-EFF3-117E-A205-62F240EBE2CC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3776810"/>
            <a:ext cx="5715000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31547BE7-16A3-D21E-ADAC-48D17CDF30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5219056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56C59DBC-B2E5-1892-B37B-68897D16197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89497" y="2433053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>
                <a:latin typeface="+mj-lt"/>
              </a:defRPr>
            </a:lvl1pPr>
          </a:lstStyle>
          <a:p>
            <a:pPr lvl="0"/>
            <a:r>
              <a:rPr lang="pt-BR"/>
              <a:t>##</a:t>
            </a:r>
            <a:endParaRPr lang="en-AR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08C622A3-6AC3-418E-A8AE-75B117754C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white">
          <a:xfrm>
            <a:off x="10499353" y="5752334"/>
            <a:ext cx="509851" cy="559567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48947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: image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352" y="4020089"/>
            <a:ext cx="4205323" cy="787908"/>
          </a:xfrm>
          <a:prstGeom prst="rect">
            <a:avLst/>
          </a:prstGeom>
        </p:spPr>
        <p:txBody>
          <a:bodyPr anchor="b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1462BA77-FAF3-D3DC-18C0-2C2257012A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4352" y="2576447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>
                <a:latin typeface="+mj-lt"/>
              </a:defRPr>
            </a:lvl1pPr>
          </a:lstStyle>
          <a:p>
            <a:pPr lvl="0"/>
            <a:r>
              <a:rPr lang="pt-BR"/>
              <a:t>##</a:t>
            </a:r>
            <a:endParaRPr lang="en-AR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772726BC-B615-3428-7DAF-2FCAE36D30B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4352" y="5080829"/>
            <a:ext cx="4205324" cy="78790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>
                <a:solidFill>
                  <a:schemeClr val="accent2"/>
                </a:solidFill>
                <a:latin typeface="Graphik" panose="020B0503030202060203" pitchFamily="34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2807" y="549275"/>
            <a:ext cx="6278331" cy="5759449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6" name="GTS_WH">
            <a:extLst>
              <a:ext uri="{FF2B5EF4-FFF2-40B4-BE49-F238E27FC236}">
                <a16:creationId xmlns:a16="http://schemas.microsoft.com/office/drawing/2014/main" id="{B99510A1-6B22-EF9F-A1BE-64088860C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4" name="copyright">
            <a:extLst>
              <a:ext uri="{FF2B5EF4-FFF2-40B4-BE49-F238E27FC236}">
                <a16:creationId xmlns:a16="http://schemas.microsoft.com/office/drawing/2014/main" id="{3BFEEF07-2489-1DF1-A61D-F05EF6756806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89017E74-C690-EF85-4C2D-25D3ED0FF55F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390880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: image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F18E800-DE3F-7813-356B-5ABD49133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352" y="4020089"/>
            <a:ext cx="4205323" cy="787908"/>
          </a:xfrm>
          <a:prstGeom prst="rect">
            <a:avLst/>
          </a:prstGeom>
        </p:spPr>
        <p:txBody>
          <a:bodyPr anchor="b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11" name="Picture Placeholder 18">
            <a:extLst>
              <a:ext uri="{FF2B5EF4-FFF2-40B4-BE49-F238E27FC236}">
                <a16:creationId xmlns:a16="http://schemas.microsoft.com/office/drawing/2014/main" id="{C1C7CFCC-2C79-7017-C82B-A74A2328517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2807" y="549275"/>
            <a:ext cx="6278331" cy="575944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A631764B-7AB2-0534-6571-AAD04310DA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4352" y="5080829"/>
            <a:ext cx="4205324" cy="78790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2823CF50-4615-0652-00EC-47F06086B3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4352" y="2576447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>
                <a:latin typeface="+mj-lt"/>
              </a:defRPr>
            </a:lvl1pPr>
          </a:lstStyle>
          <a:p>
            <a:pPr lvl="0"/>
            <a:r>
              <a:rPr lang="pt-BR"/>
              <a:t>##</a:t>
            </a:r>
            <a:endParaRPr lang="en-AR"/>
          </a:p>
        </p:txBody>
      </p:sp>
    </p:spTree>
    <p:extLst>
      <p:ext uri="{BB962C8B-B14F-4D97-AF65-F5344CB8AC3E}">
        <p14:creationId xmlns:p14="http://schemas.microsoft.com/office/powerpoint/2010/main" val="376501052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215616-27C6-76EE-5488-166BFD012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5642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itle only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TS_WH">
            <a:extLst>
              <a:ext uri="{FF2B5EF4-FFF2-40B4-BE49-F238E27FC236}">
                <a16:creationId xmlns:a16="http://schemas.microsoft.com/office/drawing/2014/main" id="{5B94EC14-19BD-4059-DC76-FAB415316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7088337-B770-9033-B18E-F20E290B6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5404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numbered bullets dark mode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TS_WH">
            <a:extLst>
              <a:ext uri="{FF2B5EF4-FFF2-40B4-BE49-F238E27FC236}">
                <a16:creationId xmlns:a16="http://schemas.microsoft.com/office/drawing/2014/main" id="{5B94EC14-19BD-4059-DC76-FAB415316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solidFill>
                <a:schemeClr val="accent5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7088337-B770-9033-B18E-F20E290B6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B399DA3F-4572-D252-06D8-F77FDA3E4F3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68842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6325E3FE-E322-E468-99F4-AB54161673A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7213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05F341DC-1615-BF26-3E11-E7C93BBCA3B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65208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346A6073-19DD-BFEA-265B-416448C27FF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53579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C817BB1-741A-B4D2-8998-7808F772A72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68842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81E65BC6-F788-3A86-EAB2-5E9C6AA562A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57213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78A59011-034B-A4E1-6C3C-7B8CC2C9083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65208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2995DA47-C5B7-57CE-BB2F-D8DF22C66EE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53579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3791AE70-D198-977B-3194-D99863B9AF2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68842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55334FA3-2E0A-0615-2560-B2DC41B4690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57213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5F5DE397-D6A0-D7D6-85BF-7FE7AFED826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765208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1" name="Text Placeholder 9">
            <a:extLst>
              <a:ext uri="{FF2B5EF4-FFF2-40B4-BE49-F238E27FC236}">
                <a16:creationId xmlns:a16="http://schemas.microsoft.com/office/drawing/2014/main" id="{E93286B5-3D1C-B060-1798-83F5D175BF0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353579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B84C73AF-390F-770C-CE5B-5193037C14B1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968842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3" name="Text Placeholder 9">
            <a:extLst>
              <a:ext uri="{FF2B5EF4-FFF2-40B4-BE49-F238E27FC236}">
                <a16:creationId xmlns:a16="http://schemas.microsoft.com/office/drawing/2014/main" id="{C7D3162B-A725-7B11-308B-B829F919CAF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57213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F1036F6C-1EB0-4671-DED0-7D383AB6A05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765208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5" name="Text Placeholder 9">
            <a:extLst>
              <a:ext uri="{FF2B5EF4-FFF2-40B4-BE49-F238E27FC236}">
                <a16:creationId xmlns:a16="http://schemas.microsoft.com/office/drawing/2014/main" id="{0C635698-D554-679D-6A5E-E4E69ABF662E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353579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38445449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numbered bullets light mo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215616-27C6-76EE-5488-166BFD012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77491F38-EA5D-D7B9-CAB2-157B785C36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68842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62419F48-27CD-9483-1EC7-3FB199CA40D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7213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08345CBF-50C2-FB65-17ED-3D6DA4271AC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65208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4AFE20C7-1104-B877-56C6-12779547D57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53579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888AF1FA-5C2F-7A4F-3490-6716382D7C6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68842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70E8484-BCCD-6724-FC4D-BC84FAAE73C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57213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0F859FF9-60D5-2DBD-4D3D-49BD3A4EC22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65208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698D04DC-A35C-18BC-A09D-06ED6125A3F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53579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7AC48787-061F-65B7-CA0E-CA985E032C3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68842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6" name="Text Placeholder 9">
            <a:extLst>
              <a:ext uri="{FF2B5EF4-FFF2-40B4-BE49-F238E27FC236}">
                <a16:creationId xmlns:a16="http://schemas.microsoft.com/office/drawing/2014/main" id="{40C38646-2C59-7604-F628-AACD4C03C39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57213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08AF3CEC-3718-6D4C-CF1D-F7582BAC713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765208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9BE62818-1BA0-8973-B3E1-B2AA7A6835E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353579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11860888-916F-055D-8C9B-DC5AE56B0E7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968842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6" name="Text Placeholder 9">
            <a:extLst>
              <a:ext uri="{FF2B5EF4-FFF2-40B4-BE49-F238E27FC236}">
                <a16:creationId xmlns:a16="http://schemas.microsoft.com/office/drawing/2014/main" id="{6C40C10B-9AA5-FB91-4468-195612A4AAB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57213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E87FBBF5-4C4B-2BA9-7671-182C65D1DBA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765208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8" name="Text Placeholder 9">
            <a:extLst>
              <a:ext uri="{FF2B5EF4-FFF2-40B4-BE49-F238E27FC236}">
                <a16:creationId xmlns:a16="http://schemas.microsoft.com/office/drawing/2014/main" id="{E3CD5EEB-45B3-CF04-96A5-62C5367B83C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353579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133044225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5E6475EA-05F8-881F-8077-6C5A70245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3D344E3-E54F-25F8-2F2F-980511EB6BD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2" y="1371601"/>
            <a:ext cx="11077726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latin typeface="Graphik" panose="020B0503030202060203" pitchFamily="34" charset="77"/>
              </a:defRPr>
            </a:lvl1pPr>
            <a:lvl2pPr>
              <a:defRPr sz="1400" b="0" i="0">
                <a:latin typeface="Graphik" panose="020B0503030202060203" pitchFamily="34" charset="77"/>
              </a:defRPr>
            </a:lvl2pPr>
            <a:lvl3pPr>
              <a:defRPr sz="1400" b="0" i="0">
                <a:latin typeface="Graphik" panose="020B0503030202060203" pitchFamily="34" charset="77"/>
              </a:defRPr>
            </a:lvl3pPr>
            <a:lvl4pPr>
              <a:defRPr sz="1050" b="0" i="0">
                <a:latin typeface="Graphik" panose="020B0503030202060203" pitchFamily="34" charset="77"/>
              </a:defRPr>
            </a:lvl4pPr>
            <a:lvl5pPr>
              <a:defRPr sz="105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  <a:lvl7pPr>
              <a:defRPr sz="1100" b="0" i="0">
                <a:latin typeface="Graphik" panose="020B0503030202060203" pitchFamily="34" charset="77"/>
              </a:defRPr>
            </a:lvl7pPr>
            <a:lvl9pPr>
              <a:defRPr sz="11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</p:spTree>
    <p:extLst>
      <p:ext uri="{BB962C8B-B14F-4D97-AF65-F5344CB8AC3E}">
        <p14:creationId xmlns:p14="http://schemas.microsoft.com/office/powerpoint/2010/main" val="202251960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: purple">
    <p:bg>
      <p:bgPr>
        <a:solidFill>
          <a:srgbClr val="4500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TS_WH">
            <a:extLst>
              <a:ext uri="{FF2B5EF4-FFF2-40B4-BE49-F238E27FC236}">
                <a16:creationId xmlns:a16="http://schemas.microsoft.com/office/drawing/2014/main" id="{5EFDEB3F-4743-43EA-A121-ED3CB6054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341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2BD5E18-7BA8-5728-2FF2-876642FDAD1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371601"/>
            <a:ext cx="11077727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2pPr>
            <a:lvl3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>
              <a:defRPr sz="105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defRPr sz="1050" b="0" i="0">
                <a:solidFill>
                  <a:schemeClr val="tx1"/>
                </a:solidFill>
                <a:latin typeface="Graphik" panose="020B0503030202060203" pitchFamily="34" charset="77"/>
              </a:defRPr>
            </a:lvl5pPr>
            <a:lvl6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6pPr>
            <a:lvl7pPr>
              <a:defRPr sz="1100" b="0" i="0">
                <a:solidFill>
                  <a:schemeClr val="tx1"/>
                </a:solidFill>
                <a:latin typeface="Graphik" panose="020B0503030202060203" pitchFamily="34" charset="77"/>
              </a:defRPr>
            </a:lvl7pPr>
            <a:lvl9pPr>
              <a:defRPr sz="1100" b="0" i="0">
                <a:solidFill>
                  <a:schemeClr val="tx1"/>
                </a:solidFill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5C11A26-2DA7-C2CB-5CA4-C2226E694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77728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5605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1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198A5B9C-C3DA-AD99-4E28-C97B8A81C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3D344E3-E54F-25F8-2F2F-980511EB6BD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371601"/>
            <a:ext cx="11084673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1pPr>
            <a:lvl2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2pPr>
            <a:lvl3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3pPr>
            <a:lvl4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4pPr>
            <a:lvl5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5pPr>
            <a:lvl6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6pPr>
            <a:lvl7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7pPr>
            <a:lvl9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4" name="GTS_WH">
            <a:extLst>
              <a:ext uri="{FF2B5EF4-FFF2-40B4-BE49-F238E27FC236}">
                <a16:creationId xmlns:a16="http://schemas.microsoft.com/office/drawing/2014/main" id="{7F75177E-60CD-488F-76CA-383DF4BA8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29760677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C6DC0A-3CA3-F5A5-5E70-94036764C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EC44ACB-E461-9710-1A88-433105BDF5D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013B68F-B365-32C6-C8B6-66516407E2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684021"/>
            <a:ext cx="11077727" cy="444531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latin typeface="Graphik" panose="020B0503030202060203" pitchFamily="34" charset="77"/>
              </a:defRPr>
            </a:lvl1pPr>
            <a:lvl2pPr>
              <a:defRPr sz="1400" b="0" i="0">
                <a:latin typeface="Graphik" panose="020B0503030202060203" pitchFamily="34" charset="77"/>
              </a:defRPr>
            </a:lvl2pPr>
            <a:lvl3pPr>
              <a:defRPr sz="1400" b="0" i="0">
                <a:latin typeface="Graphik" panose="020B0503030202060203" pitchFamily="34" charset="77"/>
              </a:defRPr>
            </a:lvl3pPr>
            <a:lvl4pPr>
              <a:defRPr sz="1050" b="0" i="0">
                <a:latin typeface="Graphik" panose="020B0503030202060203" pitchFamily="34" charset="77"/>
              </a:defRPr>
            </a:lvl4pPr>
            <a:lvl5pPr>
              <a:defRPr sz="105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  <a:lvl7pPr>
              <a:defRPr sz="1100" b="0" i="0">
                <a:latin typeface="Graphik" panose="020B0503030202060203" pitchFamily="34" charset="77"/>
              </a:defRPr>
            </a:lvl7pPr>
            <a:lvl9pPr>
              <a:defRPr sz="11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</p:spTree>
    <p:extLst>
      <p:ext uri="{BB962C8B-B14F-4D97-AF65-F5344CB8AC3E}">
        <p14:creationId xmlns:p14="http://schemas.microsoft.com/office/powerpoint/2010/main" val="5467193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9">
          <p15:clr>
            <a:srgbClr val="547EBF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2">
            <a:extLst>
              <a:ext uri="{FF2B5EF4-FFF2-40B4-BE49-F238E27FC236}">
                <a16:creationId xmlns:a16="http://schemas.microsoft.com/office/drawing/2014/main" id="{DB73B016-14F1-76F3-AF33-93292F228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C3F8CBC-7C73-A273-514B-A95005E2DFE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013B68F-B365-32C6-C8B6-66516407E2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684021"/>
            <a:ext cx="11077727" cy="444531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1pPr>
            <a:lvl2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2pPr>
            <a:lvl3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3pPr>
            <a:lvl4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4pPr>
            <a:lvl5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5pPr>
            <a:lvl6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6pPr>
            <a:lvl7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7pPr>
            <a:lvl9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4" name="GTS_WH">
            <a:extLst>
              <a:ext uri="{FF2B5EF4-FFF2-40B4-BE49-F238E27FC236}">
                <a16:creationId xmlns:a16="http://schemas.microsoft.com/office/drawing/2014/main" id="{BDF14360-0E2D-7FE6-A174-E8EA0610C6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44716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9">
          <p15:clr>
            <a:srgbClr val="547EBF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2 colum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48701463-9442-1142-516A-464964799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9917C584-C28F-B584-7B0F-55FA025AE20A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371600"/>
            <a:ext cx="5366829" cy="475773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6042C45C-90BD-45D8-3274-EC8F9C34884E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6274309" y="1371600"/>
            <a:ext cx="5366829" cy="475773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363652716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2 columns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4ADD1F44-0234-2D57-4413-4FC6C13C9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3A63DC6-F1D4-F48E-63CC-C7FB269035D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D1F96AC0-D13D-0E71-5754-A36D3204D2CE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844675"/>
            <a:ext cx="5366829" cy="4284663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32746C65-211F-F944-7DC6-636860898795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6274309" y="1844675"/>
            <a:ext cx="5366829" cy="4284663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197667958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1 column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2E7AEC39-79BA-E7A3-BBD2-6D1623631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6" y="572600"/>
            <a:ext cx="4958430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6AA3A1C-64F6-5ED3-5870-9290D090DB5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609787"/>
            <a:ext cx="4958430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9" name="Text Placeholder 3a">
            <a:extLst>
              <a:ext uri="{FF2B5EF4-FFF2-40B4-BE49-F238E27FC236}">
                <a16:creationId xmlns:a16="http://schemas.microsoft.com/office/drawing/2014/main" id="{5D9B6009-93F7-0EA3-7688-ED060527BD22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563411" y="2168501"/>
            <a:ext cx="4951564" cy="632327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DD884840-889C-7E2B-A21E-B460E6632A5E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2857534"/>
            <a:ext cx="4951564" cy="3247991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0AA4D52-B7EF-3A7F-8F6B-EE17D2CD81D7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103368" y="549275"/>
            <a:ext cx="6092648" cy="575945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592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1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BE54C0EC-61DC-B59E-7818-7970359D5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829CD64B-978B-B166-4177-22D54438A49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4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3a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4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61424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408212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408212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3" name="Content Placeholder 7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408212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lang="en-US" sz="11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11113" lvl="5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lang="en-US" sz="11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11113" lvl="5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3041270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DE0ACE9-87AB-DC33-60CB-7857735C0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10921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6979C23-8BE9-7323-535F-C9F3337F59E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77727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7" y="1844800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7" y="2302000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561427" y="3124961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B5BFA1F-5247-B9BC-754B-6AAF3E525A0B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403235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97F6A55-E927-3DDC-C6BC-9E4F7D33849E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3403235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E79F7D08-14C4-9387-451B-BF223111972A}"/>
              </a:ext>
            </a:extLst>
          </p:cNvPr>
          <p:cNvSpPr>
            <a:spLocks noGrp="1"/>
          </p:cNvSpPr>
          <p:nvPr>
            <p:ph sz="half" idx="36" hasCustomPrompt="1"/>
          </p:nvPr>
        </p:nvSpPr>
        <p:spPr>
          <a:xfrm>
            <a:off x="3403235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96A48BF3-8AA9-50DC-49B0-265A2B870BD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6245043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6CA89A9C-8BF9-8CDF-3629-2C1B8ED659BD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6245043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AD7E4C39-2249-402B-D65E-2FB4E6A324A7}"/>
              </a:ext>
            </a:extLst>
          </p:cNvPr>
          <p:cNvSpPr>
            <a:spLocks noGrp="1"/>
          </p:cNvSpPr>
          <p:nvPr>
            <p:ph sz="half" idx="39" hasCustomPrompt="1"/>
          </p:nvPr>
        </p:nvSpPr>
        <p:spPr>
          <a:xfrm>
            <a:off x="6245043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DC7DFE68-FFE1-E798-3629-CF0323B2195E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9086850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0A5C4BB7-F326-497E-84F9-02B889C225A4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9086850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36" name="Content Placeholder 5">
            <a:extLst>
              <a:ext uri="{FF2B5EF4-FFF2-40B4-BE49-F238E27FC236}">
                <a16:creationId xmlns:a16="http://schemas.microsoft.com/office/drawing/2014/main" id="{D4259B04-F910-6FD9-9F42-BCED33ECAEA9}"/>
              </a:ext>
            </a:extLst>
          </p:cNvPr>
          <p:cNvSpPr>
            <a:spLocks noGrp="1"/>
          </p:cNvSpPr>
          <p:nvPr>
            <p:ph sz="half" idx="42" hasCustomPrompt="1"/>
          </p:nvPr>
        </p:nvSpPr>
        <p:spPr>
          <a:xfrm>
            <a:off x="9086850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 </a:t>
            </a:r>
          </a:p>
        </p:txBody>
      </p:sp>
    </p:spTree>
    <p:extLst>
      <p:ext uri="{BB962C8B-B14F-4D97-AF65-F5344CB8AC3E}">
        <p14:creationId xmlns:p14="http://schemas.microsoft.com/office/powerpoint/2010/main" val="3626589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5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0743A-ADC6-831B-B51D-02359B5DA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R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E89688D-4CDD-6E55-2855-3448FFAECBE1}"/>
              </a:ext>
            </a:extLst>
          </p:cNvPr>
          <p:cNvCxnSpPr>
            <a:cxnSpLocks/>
          </p:cNvCxnSpPr>
          <p:nvPr userDrawn="1"/>
        </p:nvCxnSpPr>
        <p:spPr>
          <a:xfrm>
            <a:off x="550863" y="2386126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3AD4217-E551-509C-58B9-B95944CCB63E}"/>
              </a:ext>
            </a:extLst>
          </p:cNvPr>
          <p:cNvCxnSpPr>
            <a:cxnSpLocks/>
          </p:cNvCxnSpPr>
          <p:nvPr userDrawn="1"/>
        </p:nvCxnSpPr>
        <p:spPr>
          <a:xfrm>
            <a:off x="550863" y="3393857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13E1FBEF-5FF1-E9BB-F6B9-7326BB5CB80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609787"/>
            <a:ext cx="4958430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8" name="Text Placeholder 3a">
            <a:extLst>
              <a:ext uri="{FF2B5EF4-FFF2-40B4-BE49-F238E27FC236}">
                <a16:creationId xmlns:a16="http://schemas.microsoft.com/office/drawing/2014/main" id="{B9824907-86E3-1531-50ED-112E1C8CF38B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563411" y="2527859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F08F731E-CEF1-4878-3FD0-FAD6C27FD39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43153" y="2525284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50" name="Text Placeholder 3a">
            <a:extLst>
              <a:ext uri="{FF2B5EF4-FFF2-40B4-BE49-F238E27FC236}">
                <a16:creationId xmlns:a16="http://schemas.microsoft.com/office/drawing/2014/main" id="{26505188-6359-30FA-BD41-1EE3AE7460F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9948122" y="2527859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52" name="Text Placeholder 3a">
            <a:extLst>
              <a:ext uri="{FF2B5EF4-FFF2-40B4-BE49-F238E27FC236}">
                <a16:creationId xmlns:a16="http://schemas.microsoft.com/office/drawing/2014/main" id="{2F8B0EA0-CACA-263A-C93F-CBC13D1410B5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75960" y="3541109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C42FCDB-4459-39E5-63C4-5DCECB1F820C}"/>
              </a:ext>
            </a:extLst>
          </p:cNvPr>
          <p:cNvCxnSpPr>
            <a:cxnSpLocks/>
          </p:cNvCxnSpPr>
          <p:nvPr userDrawn="1"/>
        </p:nvCxnSpPr>
        <p:spPr>
          <a:xfrm>
            <a:off x="563412" y="4412630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 Placeholder 47">
            <a:extLst>
              <a:ext uri="{FF2B5EF4-FFF2-40B4-BE49-F238E27FC236}">
                <a16:creationId xmlns:a16="http://schemas.microsoft.com/office/drawing/2014/main" id="{D9BC5705-EC9D-D2BB-D13E-6DCF41A2CFB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55702" y="3538534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55" name="Text Placeholder 3a">
            <a:extLst>
              <a:ext uri="{FF2B5EF4-FFF2-40B4-BE49-F238E27FC236}">
                <a16:creationId xmlns:a16="http://schemas.microsoft.com/office/drawing/2014/main" id="{63F87C57-352F-9F6B-1FEC-F82F24A89FD5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9960671" y="3541109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691468D-335A-5F09-ECAE-A20FF3432172}"/>
              </a:ext>
            </a:extLst>
          </p:cNvPr>
          <p:cNvCxnSpPr>
            <a:cxnSpLocks/>
          </p:cNvCxnSpPr>
          <p:nvPr userDrawn="1"/>
        </p:nvCxnSpPr>
        <p:spPr>
          <a:xfrm>
            <a:off x="563411" y="5409319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3a">
            <a:extLst>
              <a:ext uri="{FF2B5EF4-FFF2-40B4-BE49-F238E27FC236}">
                <a16:creationId xmlns:a16="http://schemas.microsoft.com/office/drawing/2014/main" id="{6A205F7E-A1D0-35BC-AC88-4EDB1ABA180C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575959" y="4543321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60" name="Text Placeholder 47">
            <a:extLst>
              <a:ext uri="{FF2B5EF4-FFF2-40B4-BE49-F238E27FC236}">
                <a16:creationId xmlns:a16="http://schemas.microsoft.com/office/drawing/2014/main" id="{976843C5-C03A-A8D3-E5FA-0F07BFBDD7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755701" y="4540746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61" name="Text Placeholder 3a">
            <a:extLst>
              <a:ext uri="{FF2B5EF4-FFF2-40B4-BE49-F238E27FC236}">
                <a16:creationId xmlns:a16="http://schemas.microsoft.com/office/drawing/2014/main" id="{99F72155-DC8E-FD59-347A-8E42F7539245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9960670" y="4543321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62" name="Text Placeholder 3a">
            <a:extLst>
              <a:ext uri="{FF2B5EF4-FFF2-40B4-BE49-F238E27FC236}">
                <a16:creationId xmlns:a16="http://schemas.microsoft.com/office/drawing/2014/main" id="{46463B47-CA2F-FBD9-29CC-24F465D0AE42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588508" y="5556571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64" name="Text Placeholder 47">
            <a:extLst>
              <a:ext uri="{FF2B5EF4-FFF2-40B4-BE49-F238E27FC236}">
                <a16:creationId xmlns:a16="http://schemas.microsoft.com/office/drawing/2014/main" id="{AE0584A6-3ABE-9106-5EC5-8BBE05F01F0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768250" y="5553996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65" name="Text Placeholder 3a">
            <a:extLst>
              <a:ext uri="{FF2B5EF4-FFF2-40B4-BE49-F238E27FC236}">
                <a16:creationId xmlns:a16="http://schemas.microsoft.com/office/drawing/2014/main" id="{670F6FAD-5A3C-11EB-6E81-8B16B52F81EF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973219" y="5556571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</p:spTree>
    <p:extLst>
      <p:ext uri="{BB962C8B-B14F-4D97-AF65-F5344CB8AC3E}">
        <p14:creationId xmlns:p14="http://schemas.microsoft.com/office/powerpoint/2010/main" val="26044672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pli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0" y="0"/>
            <a:ext cx="4876801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9596D82E-71B7-FF51-B8E9-B259B21B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8" y="572600"/>
            <a:ext cx="3984536" cy="78790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6" name="Text Placeholder 3a">
            <a:extLst>
              <a:ext uri="{FF2B5EF4-FFF2-40B4-BE49-F238E27FC236}">
                <a16:creationId xmlns:a16="http://schemas.microsoft.com/office/drawing/2014/main" id="{FAAE1576-C1B9-0E2B-83B0-F7C54B8589E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56468" y="1887912"/>
            <a:ext cx="3148429" cy="55048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accent2"/>
                </a:solidFill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15" name="Text Placeholder 47">
            <a:extLst>
              <a:ext uri="{FF2B5EF4-FFF2-40B4-BE49-F238E27FC236}">
                <a16:creationId xmlns:a16="http://schemas.microsoft.com/office/drawing/2014/main" id="{3269863B-5234-38BF-0D34-E538ACE4EA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6468" y="2598336"/>
            <a:ext cx="3148429" cy="3512832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id="{CE15062E-1BE5-ECEF-BF47-4CDD412B3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341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89597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lis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7" y="3998977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7" y="4456176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5B306C-DA4C-EE64-1727-749659F0A79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3411" y="2472896"/>
            <a:ext cx="5171607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lang="en-US" sz="1800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marL="0" lvl="0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endParaRPr lang="en-US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B5BFA1F-5247-B9BC-754B-6AAF3E525A0B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2843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97F6A55-E927-3DDC-C6BC-9E4F7D33849E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2843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96A48BF3-8AA9-50DC-49B0-265A2B870BD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5118171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6CA89A9C-8BF9-8CDF-3629-2C1B8ED659BD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5125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DC7DFE68-FFE1-E798-3629-CF0323B2195E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7407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0A5C4BB7-F326-497E-84F9-02B889C225A4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7407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8000A6-6DCD-FF31-392B-5CD7870A0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568" y="1515429"/>
            <a:ext cx="5175672" cy="886396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783FD05-DB3B-FD57-46A5-ACA36397CBF3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6692901" y="0"/>
            <a:ext cx="5499100" cy="3429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36E3600-1199-1547-D313-449C38319BD9}"/>
              </a:ext>
            </a:extLst>
          </p:cNvPr>
          <p:cNvSpPr>
            <a:spLocks noGrp="1"/>
          </p:cNvSpPr>
          <p:nvPr>
            <p:ph type="body" idx="43" hasCustomPrompt="1"/>
          </p:nvPr>
        </p:nvSpPr>
        <p:spPr>
          <a:xfrm>
            <a:off x="9689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3D84B231-1D63-35B5-7ECE-7094A7C3BD42}"/>
              </a:ext>
            </a:extLst>
          </p:cNvPr>
          <p:cNvSpPr>
            <a:spLocks noGrp="1"/>
          </p:cNvSpPr>
          <p:nvPr>
            <p:ph type="body" idx="44" hasCustomPrompt="1"/>
          </p:nvPr>
        </p:nvSpPr>
        <p:spPr>
          <a:xfrm>
            <a:off x="9689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</p:spTree>
    <p:extLst>
      <p:ext uri="{BB962C8B-B14F-4D97-AF65-F5344CB8AC3E}">
        <p14:creationId xmlns:p14="http://schemas.microsoft.com/office/powerpoint/2010/main" val="8959258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5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xt +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7839456" y="0"/>
            <a:ext cx="435254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9596D82E-71B7-FF51-B8E9-B259B21B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6757704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Text Placeholder 47">
            <a:extLst>
              <a:ext uri="{FF2B5EF4-FFF2-40B4-BE49-F238E27FC236}">
                <a16:creationId xmlns:a16="http://schemas.microsoft.com/office/drawing/2014/main" id="{3269863B-5234-38BF-0D34-E538ACE4EA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6468" y="2330533"/>
            <a:ext cx="3148429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16" name="Text Placeholder 3a">
            <a:extLst>
              <a:ext uri="{FF2B5EF4-FFF2-40B4-BE49-F238E27FC236}">
                <a16:creationId xmlns:a16="http://schemas.microsoft.com/office/drawing/2014/main" id="{FAAE1576-C1B9-0E2B-83B0-F7C54B8589E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56468" y="1887912"/>
            <a:ext cx="3148429" cy="25619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17" name="Text Placeholder 47">
            <a:extLst>
              <a:ext uri="{FF2B5EF4-FFF2-40B4-BE49-F238E27FC236}">
                <a16:creationId xmlns:a16="http://schemas.microsoft.com/office/drawing/2014/main" id="{8ED52606-50DB-73E6-95EA-D88B274B22C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5240" y="2330533"/>
            <a:ext cx="3148429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18" name="Text Placeholder 3a">
            <a:extLst>
              <a:ext uri="{FF2B5EF4-FFF2-40B4-BE49-F238E27FC236}">
                <a16:creationId xmlns:a16="http://schemas.microsoft.com/office/drawing/2014/main" id="{AA248D68-4226-2C8B-DAF1-EBBE3A60A940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4135240" y="1887912"/>
            <a:ext cx="3148429" cy="25619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1BFF566D-EEFC-0454-54B0-66CBAB8DA700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B0F19C31-6554-B271-0340-EE09C970123A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55828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1 column +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9917C584-C28F-B584-7B0F-55FA025AE20A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871331"/>
            <a:ext cx="6898434" cy="4258007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7839456" y="0"/>
            <a:ext cx="435254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5D3D732C-3732-CD02-EAC3-668BD05D5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6898434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47">
            <a:extLst>
              <a:ext uri="{FF2B5EF4-FFF2-40B4-BE49-F238E27FC236}">
                <a16:creationId xmlns:a16="http://schemas.microsoft.com/office/drawing/2014/main" id="{48660C5F-04AB-D437-8D1D-398DD42B665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492709" y="2254789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AR"/>
          </a:p>
        </p:txBody>
      </p:sp>
      <p:sp>
        <p:nvSpPr>
          <p:cNvPr id="9" name="Text Placeholder 47">
            <a:extLst>
              <a:ext uri="{FF2B5EF4-FFF2-40B4-BE49-F238E27FC236}">
                <a16:creationId xmlns:a16="http://schemas.microsoft.com/office/drawing/2014/main" id="{87445057-4F7B-3130-60F5-D78783A2220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492709" y="3223267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AR"/>
          </a:p>
        </p:txBody>
      </p:sp>
      <p:sp>
        <p:nvSpPr>
          <p:cNvPr id="10" name="Text Placeholder 47">
            <a:extLst>
              <a:ext uri="{FF2B5EF4-FFF2-40B4-BE49-F238E27FC236}">
                <a16:creationId xmlns:a16="http://schemas.microsoft.com/office/drawing/2014/main" id="{7153D109-A742-E656-63F7-1203E6EBAA1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492709" y="4191745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AR"/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C773503D-16B0-06FF-353B-F4C73BE165A6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11" name="slide number automatic">
            <a:extLst>
              <a:ext uri="{FF2B5EF4-FFF2-40B4-BE49-F238E27FC236}">
                <a16:creationId xmlns:a16="http://schemas.microsoft.com/office/drawing/2014/main" id="{922D4837-A73E-8289-1E8F-AD0D5C3080D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9245088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white mo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85F087B1-CDA4-427D-C33A-06F752C0B04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9351" y="549276"/>
            <a:ext cx="6091200" cy="575945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550722-1BF3-D08F-D5F2-F357EE4FD5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3033307"/>
            <a:ext cx="4489017" cy="398699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tx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</p:spTree>
    <p:extLst>
      <p:ext uri="{BB962C8B-B14F-4D97-AF65-F5344CB8AC3E}">
        <p14:creationId xmlns:p14="http://schemas.microsoft.com/office/powerpoint/2010/main" val="11232220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85F087B1-CDA4-427D-C33A-06F752C0B04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9351" y="549276"/>
            <a:ext cx="6091200" cy="575945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0BE08F-518C-6621-8CFD-4A6B4150BC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1244185"/>
            <a:ext cx="4489017" cy="397694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bg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CDD1F25F-57C8-B39C-4928-D5758551C5BE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5E3D15D-8C37-9915-8ED3-632625C6F4D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9120509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id="{A383F73A-0DDB-6544-ADBF-6FC2D5357A9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176B75E-8527-3123-1BF5-5C5B849F38C1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103368" y="549275"/>
            <a:ext cx="6092648" cy="575945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9A332159-0514-2C2D-4B40-662BCE968BE7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2250694F-F294-16BF-824E-C65B31D7824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7292A3-796A-5092-2636-A42C4142BA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1319135"/>
            <a:ext cx="4489017" cy="382704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bg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</p:spTree>
    <p:extLst>
      <p:ext uri="{BB962C8B-B14F-4D97-AF65-F5344CB8AC3E}">
        <p14:creationId xmlns:p14="http://schemas.microsoft.com/office/powerpoint/2010/main" val="227284203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2838703"/>
            <a:ext cx="5098087" cy="787908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  <p:sp>
        <p:nvSpPr>
          <p:cNvPr id="3" name="Picture Placeholder 18">
            <a:extLst>
              <a:ext uri="{FF2B5EF4-FFF2-40B4-BE49-F238E27FC236}">
                <a16:creationId xmlns:a16="http://schemas.microsoft.com/office/drawing/2014/main" id="{65F763E4-6449-FB61-1EC3-49C208D39CB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181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id="{9BD1E420-1BB8-094F-77D8-F027430B17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10" name="Picture Placeholder 18">
            <a:extLst>
              <a:ext uri="{FF2B5EF4-FFF2-40B4-BE49-F238E27FC236}">
                <a16:creationId xmlns:a16="http://schemas.microsoft.com/office/drawing/2014/main" id="{9AA3B26C-CA7F-B4DF-EE34-75C3462C65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8D5BD53D-6FAE-CF38-36EC-5B6A69250BA2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0F9A526-39EE-8272-4753-D784C27C5191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761EBD1-EAAC-E1FA-6310-1DCDC89C84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2005263"/>
            <a:ext cx="5098087" cy="2454788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</p:spTree>
    <p:extLst>
      <p:ext uri="{BB962C8B-B14F-4D97-AF65-F5344CB8AC3E}">
        <p14:creationId xmlns:p14="http://schemas.microsoft.com/office/powerpoint/2010/main" val="214552621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pyright">
            <a:extLst>
              <a:ext uri="{FF2B5EF4-FFF2-40B4-BE49-F238E27FC236}">
                <a16:creationId xmlns:a16="http://schemas.microsoft.com/office/drawing/2014/main" id="{54E44863-5E53-DDCD-5FA5-173816802E74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8" name="slide number automatic">
            <a:extLst>
              <a:ext uri="{FF2B5EF4-FFF2-40B4-BE49-F238E27FC236}">
                <a16:creationId xmlns:a16="http://schemas.microsoft.com/office/drawing/2014/main" id="{4F03B290-6E83-1A46-D0DD-7EDFE2CF4967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39540C7-90CF-ACE6-34AE-174CDEB461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1941095"/>
            <a:ext cx="5098087" cy="2583124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  <p:sp>
        <p:nvSpPr>
          <p:cNvPr id="5" name="Picture Placeholder 18">
            <a:extLst>
              <a:ext uri="{FF2B5EF4-FFF2-40B4-BE49-F238E27FC236}">
                <a16:creationId xmlns:a16="http://schemas.microsoft.com/office/drawing/2014/main" id="{0E1008B6-7792-F7C1-448D-E26EBA7F66E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14493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9538720-5D87-005C-9D54-D7F07F69BE61}"/>
              </a:ext>
            </a:extLst>
          </p:cNvPr>
          <p:cNvSpPr txBox="1">
            <a:spLocks/>
          </p:cNvSpPr>
          <p:nvPr userDrawn="1"/>
        </p:nvSpPr>
        <p:spPr>
          <a:xfrm>
            <a:off x="7315200" y="6384001"/>
            <a:ext cx="4114800" cy="19831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594">
              <a:spcAft>
                <a:spcPts val="1200"/>
              </a:spcAft>
              <a:defRPr/>
            </a:pPr>
            <a:r>
              <a:rPr lang="en-US" sz="800" b="0" i="0">
                <a:solidFill>
                  <a:schemeClr val="bg1"/>
                </a:solidFill>
                <a:latin typeface="Graphik" panose="020B0503030202060203" pitchFamily="34" charset="77"/>
              </a:rPr>
              <a:t>Copyright © 2025 Accenture. All rights reserved.</a:t>
            </a:r>
          </a:p>
        </p:txBody>
      </p:sp>
      <p:sp>
        <p:nvSpPr>
          <p:cNvPr id="8" name="Slide number automatic">
            <a:extLst>
              <a:ext uri="{FF2B5EF4-FFF2-40B4-BE49-F238E27FC236}">
                <a16:creationId xmlns:a16="http://schemas.microsoft.com/office/drawing/2014/main" id="{4FE121F1-B169-11A8-1F63-C705FECD0AAA}"/>
              </a:ext>
            </a:extLst>
          </p:cNvPr>
          <p:cNvSpPr txBox="1">
            <a:spLocks/>
          </p:cNvSpPr>
          <p:nvPr userDrawn="1"/>
        </p:nvSpPr>
        <p:spPr>
          <a:xfrm>
            <a:off x="11484000" y="6384001"/>
            <a:ext cx="327600" cy="19831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r" defTabSz="914377" rtl="0" eaLnBrk="1" latinLnBrk="0" hangingPunct="1">
              <a:spcAft>
                <a:spcPts val="1200"/>
              </a:spcAft>
              <a:defRPr/>
            </a:pPr>
            <a:fld id="{73F1C454-A9D8-014C-8BFC-BAC2D203B5DF}" type="slidenum">
              <a:rPr lang="en-US" sz="800" b="0" i="0" kern="120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rPr>
              <a:pPr marL="0" algn="r" defTabSz="914377" rtl="0" eaLnBrk="1" latinLnBrk="0" hangingPunct="1">
                <a:spcAft>
                  <a:spcPts val="1200"/>
                </a:spcAft>
                <a:defRPr/>
              </a:pPr>
              <a:t>‹#›</a:t>
            </a:fld>
            <a:endParaRPr lang="en-US" sz="800" b="0" i="0" kern="1200">
              <a:solidFill>
                <a:schemeClr val="bg1"/>
              </a:solidFill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274A5B-9D05-0703-63C7-382088724F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3179796"/>
            <a:ext cx="7200000" cy="498406"/>
          </a:xfrm>
          <a:prstGeom prst="rect">
            <a:avLst/>
          </a:prstGeom>
        </p:spPr>
        <p:txBody>
          <a:bodyPr anchor="ctr"/>
          <a:lstStyle>
            <a:lvl1pPr algn="l" defTabSz="914377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4000" b="0" i="0" kern="1200">
                <a:solidFill>
                  <a:srgbClr val="000000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key message style</a:t>
            </a:r>
          </a:p>
        </p:txBody>
      </p:sp>
    </p:spTree>
    <p:extLst>
      <p:ext uri="{BB962C8B-B14F-4D97-AF65-F5344CB8AC3E}">
        <p14:creationId xmlns:p14="http://schemas.microsoft.com/office/powerpoint/2010/main" val="11438017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  <p15:guide id="2" pos="2880">
          <p15:clr>
            <a:srgbClr val="C35EA4"/>
          </p15:clr>
        </p15:guide>
        <p15:guide id="3" orient="horz" pos="2707">
          <p15:clr>
            <a:srgbClr val="C35EA4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4E36F867-B36A-BD05-3724-F673E9B7FF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2037347"/>
            <a:ext cx="7200000" cy="2783304"/>
          </a:xfrm>
          <a:prstGeom prst="rect">
            <a:avLst/>
          </a:prstGeom>
        </p:spPr>
        <p:txBody>
          <a:bodyPr anchor="ctr"/>
          <a:lstStyle>
            <a:lvl1pPr algn="l" defTabSz="914377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4000" b="0" i="0" kern="1200">
                <a:solidFill>
                  <a:schemeClr val="tx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key message style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EEB57D04-C7D4-5631-C9F1-4248B61F9522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6D94838E-FC9B-7D11-0B27-05F3B48DF76D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  <p:sp>
        <p:nvSpPr>
          <p:cNvPr id="2" name="GTS_WH">
            <a:extLst>
              <a:ext uri="{FF2B5EF4-FFF2-40B4-BE49-F238E27FC236}">
                <a16:creationId xmlns:a16="http://schemas.microsoft.com/office/drawing/2014/main" id="{881075DF-C9D3-AF39-7015-D15BA74DC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352469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: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C386F6A9-4F1A-3944-E7D3-E26B3E55A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34D946-575C-A63A-1F36-F73012F28CC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341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4122B155-BA05-874A-7587-FD87E46FA21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6341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9" name="Picture Placeholder 4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92543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530D0-8A8F-68C0-4E3A-39EE60F2A54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92543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0" name="Picture Placeholder 6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28745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220583F-078A-E528-E802-2F888AD1F0C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8745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64947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54AA6FC-4B12-B058-1F73-83023D3E1DF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64947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Picture Placeholder 10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011492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DE7585F8-AF83-86FE-9FDC-FCBB8F0FDCB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011492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33324191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564646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4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3569554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6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6574462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8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 noChangeAspect="1"/>
          </p:cNvSpPr>
          <p:nvPr>
            <p:ph type="pic" sz="quarter" idx="29" hasCustomPrompt="1"/>
          </p:nvPr>
        </p:nvSpPr>
        <p:spPr>
          <a:xfrm>
            <a:off x="9579372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E190AA3D-F653-7DE3-E814-C735080B2FC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64645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845C65E-741B-B706-0B82-1C81A0F6B5D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569554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20C257B-A255-A185-7414-40904B81A8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574463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6CCAA45-3EAB-F22C-1634-630066DF8C2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579371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1017757-DC7D-283B-40ED-71A3ADDFA6E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63944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31352EF7-C8C2-5E64-698B-A2C388CB7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6" y="572600"/>
            <a:ext cx="11070889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9114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8934D7-8F0E-DAC2-009E-72AA89D1034C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66FFCC06-23AF-63BD-C570-7D17CA07D430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12A42FC0-DC57-2DAF-9A2D-A7CC2A4D2438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75D1459B-043F-093D-F414-47A4829412A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F83C65DB-7D3F-C47F-0688-6ED36B4BC359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4C9ABC01-5EC3-7241-7C4A-88F421331E70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44690F9A-3FD8-58C2-C4B6-728AA0AC2DB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8B4CF385-9FC6-70A9-2E90-C43EAE77F58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A8CE1B5A-4E28-77C8-EB90-DDA864C98EE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D17BC01F-7509-B7D1-2FF2-419E3035A67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B5E87864-3492-16F6-7D53-F48ECFF71B6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0882B210-0FE9-9013-3A4F-EBDFFF0F91F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67959CF-959A-6AC4-94D1-25F08AB1C4F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1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BC12817E-BFFB-996F-0414-D71850F8B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1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8250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TS_WH">
            <a:extLst>
              <a:ext uri="{FF2B5EF4-FFF2-40B4-BE49-F238E27FC236}">
                <a16:creationId xmlns:a16="http://schemas.microsoft.com/office/drawing/2014/main" id="{B49891DC-D80E-4D1B-961E-1B567E0E4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C79C29FA-AFA2-CB0C-7716-CE3754DCAD2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50" name="Title 2">
            <a:extLst>
              <a:ext uri="{FF2B5EF4-FFF2-40B4-BE49-F238E27FC236}">
                <a16:creationId xmlns:a16="http://schemas.microsoft.com/office/drawing/2014/main" id="{D9DE4A47-B387-28A0-0CCF-3D113159B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3" name="Picture Placeholder 2">
            <a:extLst>
              <a:ext uri="{FF2B5EF4-FFF2-40B4-BE49-F238E27FC236}">
                <a16:creationId xmlns:a16="http://schemas.microsoft.com/office/drawing/2014/main" id="{B6B30F3E-6876-0883-BD26-A4FC5D74BFEB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64" name="Picture Placeholder 4">
            <a:extLst>
              <a:ext uri="{FF2B5EF4-FFF2-40B4-BE49-F238E27FC236}">
                <a16:creationId xmlns:a16="http://schemas.microsoft.com/office/drawing/2014/main" id="{68CBCB53-EDC2-430A-6091-471E4A3C0E69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5" name="Picture Placeholder 6">
            <a:extLst>
              <a:ext uri="{FF2B5EF4-FFF2-40B4-BE49-F238E27FC236}">
                <a16:creationId xmlns:a16="http://schemas.microsoft.com/office/drawing/2014/main" id="{637BE686-D971-81F4-FECC-526CEF4F381E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6" name="Picture Placeholder 8">
            <a:extLst>
              <a:ext uri="{FF2B5EF4-FFF2-40B4-BE49-F238E27FC236}">
                <a16:creationId xmlns:a16="http://schemas.microsoft.com/office/drawing/2014/main" id="{BA07AFEE-DC74-E7A8-BDBA-BFFE9BF24CD9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Picture Placeholder 10">
            <a:extLst>
              <a:ext uri="{FF2B5EF4-FFF2-40B4-BE49-F238E27FC236}">
                <a16:creationId xmlns:a16="http://schemas.microsoft.com/office/drawing/2014/main" id="{90E75D7F-D480-7A96-4F8E-3631E15DA2AD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8" name="Picture Placeholder 12">
            <a:extLst>
              <a:ext uri="{FF2B5EF4-FFF2-40B4-BE49-F238E27FC236}">
                <a16:creationId xmlns:a16="http://schemas.microsoft.com/office/drawing/2014/main" id="{183F93F6-A09B-A2EF-64C2-4902846E2410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9" name="Text Placeholder 3">
            <a:extLst>
              <a:ext uri="{FF2B5EF4-FFF2-40B4-BE49-F238E27FC236}">
                <a16:creationId xmlns:a16="http://schemas.microsoft.com/office/drawing/2014/main" id="{678182CD-97A5-B632-A606-E290F2E8F00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tx1"/>
                </a:solidFill>
                <a:latin typeface="Graphik Semibold" panose="020B0503030202060203" pitchFamily="34" charset="77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0" name="Text Placeholder 4">
            <a:extLst>
              <a:ext uri="{FF2B5EF4-FFF2-40B4-BE49-F238E27FC236}">
                <a16:creationId xmlns:a16="http://schemas.microsoft.com/office/drawing/2014/main" id="{BC20362B-D8E4-FBCA-BA42-83663531AA4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1" name="Text Placeholder 5">
            <a:extLst>
              <a:ext uri="{FF2B5EF4-FFF2-40B4-BE49-F238E27FC236}">
                <a16:creationId xmlns:a16="http://schemas.microsoft.com/office/drawing/2014/main" id="{27B74B01-5E96-C593-2AE8-1AC067D6CF5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2" name="Text Placeholder 6">
            <a:extLst>
              <a:ext uri="{FF2B5EF4-FFF2-40B4-BE49-F238E27FC236}">
                <a16:creationId xmlns:a16="http://schemas.microsoft.com/office/drawing/2014/main" id="{77DA96FA-342F-3709-1656-B7FC6C905DF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3" name="Text Placeholder 7">
            <a:extLst>
              <a:ext uri="{FF2B5EF4-FFF2-40B4-BE49-F238E27FC236}">
                <a16:creationId xmlns:a16="http://schemas.microsoft.com/office/drawing/2014/main" id="{DED6B8B6-1CF0-A57B-C39A-E87D9D3570E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4" name="Text Placeholder 8">
            <a:extLst>
              <a:ext uri="{FF2B5EF4-FFF2-40B4-BE49-F238E27FC236}">
                <a16:creationId xmlns:a16="http://schemas.microsoft.com/office/drawing/2014/main" id="{0A4ACC4B-F1AD-98A5-3F4F-0528E81C50E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1035112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2">
            <a:extLst>
              <a:ext uri="{FF2B5EF4-FFF2-40B4-BE49-F238E27FC236}">
                <a16:creationId xmlns:a16="http://schemas.microsoft.com/office/drawing/2014/main" id="{EE96B902-DA40-F453-88BF-C5A865B07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7" name="Text Placeholder 3">
            <a:extLst>
              <a:ext uri="{FF2B5EF4-FFF2-40B4-BE49-F238E27FC236}">
                <a16:creationId xmlns:a16="http://schemas.microsoft.com/office/drawing/2014/main" id="{BAE735C4-1315-5604-E715-00812A74737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61" name="Picture Placeholder 2">
            <a:extLst>
              <a:ext uri="{FF2B5EF4-FFF2-40B4-BE49-F238E27FC236}">
                <a16:creationId xmlns:a16="http://schemas.microsoft.com/office/drawing/2014/main" id="{F0E9B0EE-00BA-77AC-391E-0B1F0E1E8A9C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62" name="Picture Placeholder 4">
            <a:extLst>
              <a:ext uri="{FF2B5EF4-FFF2-40B4-BE49-F238E27FC236}">
                <a16:creationId xmlns:a16="http://schemas.microsoft.com/office/drawing/2014/main" id="{8A6DE4FC-AD43-5522-F3DC-8CCFCDC5C1AC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3" name="Picture Placeholder 6">
            <a:extLst>
              <a:ext uri="{FF2B5EF4-FFF2-40B4-BE49-F238E27FC236}">
                <a16:creationId xmlns:a16="http://schemas.microsoft.com/office/drawing/2014/main" id="{1BD069D5-BE5E-6066-FCA3-0DF229CA234F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4" name="Picture Placeholder 8">
            <a:extLst>
              <a:ext uri="{FF2B5EF4-FFF2-40B4-BE49-F238E27FC236}">
                <a16:creationId xmlns:a16="http://schemas.microsoft.com/office/drawing/2014/main" id="{9411D50B-1629-1008-57E7-75FEA9042E4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5" name="Picture Placeholder 10">
            <a:extLst>
              <a:ext uri="{FF2B5EF4-FFF2-40B4-BE49-F238E27FC236}">
                <a16:creationId xmlns:a16="http://schemas.microsoft.com/office/drawing/2014/main" id="{ADF38582-16D1-8220-29AD-F720575DB7C5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6" name="Picture Placeholder 12">
            <a:extLst>
              <a:ext uri="{FF2B5EF4-FFF2-40B4-BE49-F238E27FC236}">
                <a16:creationId xmlns:a16="http://schemas.microsoft.com/office/drawing/2014/main" id="{97C37837-0060-AD69-31D2-1F8111CE8665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Text Placeholder 3">
            <a:extLst>
              <a:ext uri="{FF2B5EF4-FFF2-40B4-BE49-F238E27FC236}">
                <a16:creationId xmlns:a16="http://schemas.microsoft.com/office/drawing/2014/main" id="{E38C952C-69EF-B109-2D9A-0E1226273D9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accent2"/>
                </a:solidFill>
                <a:latin typeface="Graphik Semibold" panose="020B0503030202060203" pitchFamily="34" charset="77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8" name="Text Placeholder 4">
            <a:extLst>
              <a:ext uri="{FF2B5EF4-FFF2-40B4-BE49-F238E27FC236}">
                <a16:creationId xmlns:a16="http://schemas.microsoft.com/office/drawing/2014/main" id="{DE8A2EE3-FD03-89B1-82A0-A678E022E3D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9" name="Text Placeholder 5">
            <a:extLst>
              <a:ext uri="{FF2B5EF4-FFF2-40B4-BE49-F238E27FC236}">
                <a16:creationId xmlns:a16="http://schemas.microsoft.com/office/drawing/2014/main" id="{F179A0E0-1EF9-E854-A005-C3FFC783DAD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0" name="Text Placeholder 6">
            <a:extLst>
              <a:ext uri="{FF2B5EF4-FFF2-40B4-BE49-F238E27FC236}">
                <a16:creationId xmlns:a16="http://schemas.microsoft.com/office/drawing/2014/main" id="{98575771-F64F-E2C2-0963-4F7DA15F533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1" name="Text Placeholder 7">
            <a:extLst>
              <a:ext uri="{FF2B5EF4-FFF2-40B4-BE49-F238E27FC236}">
                <a16:creationId xmlns:a16="http://schemas.microsoft.com/office/drawing/2014/main" id="{6067F82A-448D-AF56-DCF9-8FC95A5EA87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2" name="Text Placeholder 8">
            <a:extLst>
              <a:ext uri="{FF2B5EF4-FFF2-40B4-BE49-F238E27FC236}">
                <a16:creationId xmlns:a16="http://schemas.microsoft.com/office/drawing/2014/main" id="{C90D0832-8997-2CF3-4C1C-76EC7DBBE37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GTS_WH">
            <a:extLst>
              <a:ext uri="{FF2B5EF4-FFF2-40B4-BE49-F238E27FC236}">
                <a16:creationId xmlns:a16="http://schemas.microsoft.com/office/drawing/2014/main" id="{B49891DC-D80E-4D1B-961E-1B567E0E4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781824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: team + column Content: team + column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63409" y="1355292"/>
            <a:ext cx="3540355" cy="47579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Graphik" panose="020B0503030202060203" pitchFamily="34" charset="77"/>
              </a:defRPr>
            </a:lvl1pPr>
            <a:lvl2pPr>
              <a:defRPr sz="1600" b="0" i="0">
                <a:latin typeface="Graphik" panose="020B0503030202060203" pitchFamily="34" charset="77"/>
              </a:defRPr>
            </a:lvl2pPr>
            <a:lvl3pPr>
              <a:defRPr sz="1600" b="0" i="0">
                <a:latin typeface="Graphik" panose="020B0503030202060203" pitchFamily="34" charset="77"/>
              </a:defRPr>
            </a:lvl3pPr>
            <a:lvl4pPr>
              <a:defRPr sz="1400" b="0" i="0">
                <a:latin typeface="Graphik" panose="020B0503030202060203" pitchFamily="34" charset="77"/>
              </a:defRPr>
            </a:lvl4pPr>
            <a:lvl5pPr>
              <a:defRPr sz="14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67B8B3ED-3C30-8209-EC37-30BECCCAC6DF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750100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DC7F0577-7039-34CE-9E81-1E1B5179E19A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532027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389183D5-43A1-CED9-DE7A-152AD40F1DB9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8313954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DC001A2-2BC9-E92E-1900-07D1D55C8448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0095882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D6DEAA1-1809-9174-41B2-A167C7EF0B6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51160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EEA45CAC-A034-EBF8-A42A-D240A01CA2B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32027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4B252BC-9982-2E12-F243-0ED078DBC2F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313954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C6F0EDA-C6BC-1437-B68C-8779352D0B2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095882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29" name="Title 2">
            <a:extLst>
              <a:ext uri="{FF2B5EF4-FFF2-40B4-BE49-F238E27FC236}">
                <a16:creationId xmlns:a16="http://schemas.microsoft.com/office/drawing/2014/main" id="{B87DF950-8C59-5635-493B-47BF5B6B0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6" name="Picture Placeholder 6">
            <a:extLst>
              <a:ext uri="{FF2B5EF4-FFF2-40B4-BE49-F238E27FC236}">
                <a16:creationId xmlns:a16="http://schemas.microsoft.com/office/drawing/2014/main" id="{A515A847-B8F1-0835-FEF9-D0644A3666A3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4750100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7" name="Picture Placeholder 8">
            <a:extLst>
              <a:ext uri="{FF2B5EF4-FFF2-40B4-BE49-F238E27FC236}">
                <a16:creationId xmlns:a16="http://schemas.microsoft.com/office/drawing/2014/main" id="{AFFDAEDA-7A67-EFF8-97FE-53895BDD7346}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6532027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8" name="Picture Placeholder 10">
            <a:extLst>
              <a:ext uri="{FF2B5EF4-FFF2-40B4-BE49-F238E27FC236}">
                <a16:creationId xmlns:a16="http://schemas.microsoft.com/office/drawing/2014/main" id="{CDEC200D-4F91-75FF-B3FC-CC83B1D2B426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8313954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9" name="Picture Placeholder 12">
            <a:extLst>
              <a:ext uri="{FF2B5EF4-FFF2-40B4-BE49-F238E27FC236}">
                <a16:creationId xmlns:a16="http://schemas.microsoft.com/office/drawing/2014/main" id="{0C873EF1-166E-2DEB-DEA4-F4E92E72812A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0095882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EE6421DF-C4CF-347F-3F9F-B7C15DD342DB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751160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33C744BB-1061-9BD7-2063-D4FC3BA87A04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532027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FB23E977-71EF-1003-3CEF-A8A4D0D7990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313954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3" name="Text Placeholder 8">
            <a:extLst>
              <a:ext uri="{FF2B5EF4-FFF2-40B4-BE49-F238E27FC236}">
                <a16:creationId xmlns:a16="http://schemas.microsoft.com/office/drawing/2014/main" id="{3B567A05-2B76-107C-E1AA-BD5AA1C1C532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095882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</p:spTree>
    <p:extLst>
      <p:ext uri="{BB962C8B-B14F-4D97-AF65-F5344CB8AC3E}">
        <p14:creationId xmlns:p14="http://schemas.microsoft.com/office/powerpoint/2010/main" val="345632511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+ column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2">
            <a:extLst>
              <a:ext uri="{FF2B5EF4-FFF2-40B4-BE49-F238E27FC236}">
                <a16:creationId xmlns:a16="http://schemas.microsoft.com/office/drawing/2014/main" id="{AF158A12-E108-974D-4A28-D2DDBC9F2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A02CBC2-D34A-FE3B-A3F7-4E4A194F266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63409" y="1355292"/>
            <a:ext cx="3540355" cy="47579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Graphik" panose="020B0503030202060203" pitchFamily="34" charset="77"/>
              </a:defRPr>
            </a:lvl1pPr>
            <a:lvl2pPr>
              <a:defRPr sz="1600" b="0" i="0">
                <a:latin typeface="Graphik" panose="020B0503030202060203" pitchFamily="34" charset="77"/>
              </a:defRPr>
            </a:lvl2pPr>
            <a:lvl3pPr>
              <a:defRPr sz="1600" b="0" i="0">
                <a:latin typeface="Graphik" panose="020B0503030202060203" pitchFamily="34" charset="77"/>
              </a:defRPr>
            </a:lvl3pPr>
            <a:lvl4pPr>
              <a:defRPr sz="1400" b="0" i="0">
                <a:latin typeface="Graphik" panose="020B0503030202060203" pitchFamily="34" charset="77"/>
              </a:defRPr>
            </a:lvl4pPr>
            <a:lvl5pPr>
              <a:defRPr sz="14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59" name="Picture Placeholder 6">
            <a:extLst>
              <a:ext uri="{FF2B5EF4-FFF2-40B4-BE49-F238E27FC236}">
                <a16:creationId xmlns:a16="http://schemas.microsoft.com/office/drawing/2014/main" id="{D9BDCE52-89A2-2B74-090A-1C2EF4190943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750100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0" name="Picture Placeholder 8">
            <a:extLst>
              <a:ext uri="{FF2B5EF4-FFF2-40B4-BE49-F238E27FC236}">
                <a16:creationId xmlns:a16="http://schemas.microsoft.com/office/drawing/2014/main" id="{719A3D27-6186-F931-9BF2-812767B56DF4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532027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1" name="Picture Placeholder 10">
            <a:extLst>
              <a:ext uri="{FF2B5EF4-FFF2-40B4-BE49-F238E27FC236}">
                <a16:creationId xmlns:a16="http://schemas.microsoft.com/office/drawing/2014/main" id="{221FD96F-56ED-3F4E-D5EC-ECE899136886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8313954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2" name="Picture Placeholder 12">
            <a:extLst>
              <a:ext uri="{FF2B5EF4-FFF2-40B4-BE49-F238E27FC236}">
                <a16:creationId xmlns:a16="http://schemas.microsoft.com/office/drawing/2014/main" id="{BE2DD9EE-FBA3-C33C-873A-4515866F5D79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0095882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Picture Placeholder 6">
            <a:extLst>
              <a:ext uri="{FF2B5EF4-FFF2-40B4-BE49-F238E27FC236}">
                <a16:creationId xmlns:a16="http://schemas.microsoft.com/office/drawing/2014/main" id="{B77582B8-1D1F-CACA-D550-1CD5A949EEA4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4750100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8" name="Picture Placeholder 8">
            <a:extLst>
              <a:ext uri="{FF2B5EF4-FFF2-40B4-BE49-F238E27FC236}">
                <a16:creationId xmlns:a16="http://schemas.microsoft.com/office/drawing/2014/main" id="{17E0A0A0-43CE-5971-7C1E-E8F5AFA224E0}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6532027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9" name="Picture Placeholder 10">
            <a:extLst>
              <a:ext uri="{FF2B5EF4-FFF2-40B4-BE49-F238E27FC236}">
                <a16:creationId xmlns:a16="http://schemas.microsoft.com/office/drawing/2014/main" id="{40572D3B-08EC-27FB-6A1E-C67DB00074BA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8313954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70" name="Picture Placeholder 12">
            <a:extLst>
              <a:ext uri="{FF2B5EF4-FFF2-40B4-BE49-F238E27FC236}">
                <a16:creationId xmlns:a16="http://schemas.microsoft.com/office/drawing/2014/main" id="{D5EF76A9-F22D-ED1F-C0F0-815EF85BAB71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0095882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CEDE1E1C-A17A-6673-F251-3E95D2B9A94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51160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EB75AE2-2832-8C3E-9FFF-A5DFC859EF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32027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89767B47-D047-556C-4306-FDB23A31369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313954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5FA34033-541B-ACBB-7450-5B6532CB8D0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095882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8C7EC0A-DE98-38CE-AFC3-B90030BE5ED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751160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90A955C-7D16-1E89-F214-1FE4ABD4D8D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532027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2562963-2880-9DF0-CBA4-3B8CB37B8C6B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313954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61BD90B-C753-B163-80B8-1E78E44062C3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095882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1" name="GTS_Purple">
            <a:extLst>
              <a:ext uri="{FF2B5EF4-FFF2-40B4-BE49-F238E27FC236}">
                <a16:creationId xmlns:a16="http://schemas.microsoft.com/office/drawing/2014/main" id="{B69C02E9-D221-652D-E7A0-F40E48E0A7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553175" y="6390824"/>
            <a:ext cx="183203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5148558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column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4567" y="1608762"/>
            <a:ext cx="4684835" cy="46999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549276"/>
            <a:ext cx="5541431" cy="57594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raphik" panose="020B0604020202020204" pitchFamily="34" charset="0"/>
              <a:buNone/>
              <a:defRPr lang="en-US" sz="14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GB"/>
              <a:t>Drag picture to placeholder or click icon to add, then ‘Send to Back’</a:t>
            </a:r>
            <a:endParaRPr lang="en-US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5DA1A25-51CF-5AD1-5E56-0DCBF1E1C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599"/>
            <a:ext cx="4684836" cy="91683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32412D-AD03-BACB-C691-EC79CDF8A06A}"/>
              </a:ext>
            </a:extLst>
          </p:cNvPr>
          <p:cNvSpPr txBox="1"/>
          <p:nvPr userDrawn="1"/>
        </p:nvSpPr>
        <p:spPr>
          <a:xfrm>
            <a:off x="5618375" y="268663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238254043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column + image,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C6C9FFF-540B-B570-4E7C-61946F9149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3256" y="1354138"/>
            <a:ext cx="4595950" cy="1034129"/>
          </a:xfrm>
          <a:prstGeom prst="rect">
            <a:avLst/>
          </a:prstGeom>
        </p:spPr>
        <p:txBody>
          <a:bodyPr anchor="b"/>
          <a:lstStyle>
            <a:lvl1pPr>
              <a:defRPr sz="4200"/>
            </a:lvl1pPr>
          </a:lstStyle>
          <a:p>
            <a:r>
              <a:rPr lang="en-GB"/>
              <a:t>Click to edit Section title style</a:t>
            </a:r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549275"/>
            <a:ext cx="6007099" cy="5561126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0" tIns="210312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45230204-CC18-5C95-0BFC-9C8E11430B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33256" y="2662862"/>
            <a:ext cx="4684835" cy="35982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id="{717D1E3E-BD53-CBF3-62AF-19504EE81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2474523B-1F34-A604-B640-C5B887005C9D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28236719-F299-27AE-8104-D07B5280084D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513283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column + image,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E89B75D-7DDF-ED09-FE69-8B56D6AED9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3256" y="1354138"/>
            <a:ext cx="4595950" cy="1034129"/>
          </a:xfrm>
          <a:prstGeom prst="rect">
            <a:avLst/>
          </a:prstGeom>
        </p:spPr>
        <p:txBody>
          <a:bodyPr anchor="b"/>
          <a:lstStyle>
            <a:lvl1pPr>
              <a:defRPr sz="4200"/>
            </a:lvl1pPr>
          </a:lstStyle>
          <a:p>
            <a:r>
              <a:rPr lang="en-GB"/>
              <a:t>Click to edit Section title style</a:t>
            </a:r>
            <a:endParaRPr lang="en-US"/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B4655C9C-EA3F-C392-C162-DB5AFB91842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33256" y="2662862"/>
            <a:ext cx="4684835" cy="35982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4" name="Picture Placeholder 35">
            <a:extLst>
              <a:ext uri="{FF2B5EF4-FFF2-40B4-BE49-F238E27FC236}">
                <a16:creationId xmlns:a16="http://schemas.microsoft.com/office/drawing/2014/main" id="{E30B0B1B-B70F-0FD3-F9A3-B0EE6C801E7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549275"/>
            <a:ext cx="6007100" cy="5561126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0" tIns="210312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id="{717D1E3E-BD53-CBF3-62AF-19504EE81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71CDECC6-DEE3-D5F7-A7C8-D4473D9F4F71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829128A2-7647-DB1F-6198-C2A2C402A7BC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085899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custo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9BDC0A4D-E346-3CCE-788C-9669BEFC9B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9" y="1351442"/>
            <a:ext cx="4118519" cy="1772793"/>
          </a:xfrm>
          <a:prstGeom prst="rect">
            <a:avLst/>
          </a:prstGeo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18" name="Picture Placeholder 18">
            <a:extLst>
              <a:ext uri="{FF2B5EF4-FFF2-40B4-BE49-F238E27FC236}">
                <a16:creationId xmlns:a16="http://schemas.microsoft.com/office/drawing/2014/main" id="{D9945356-3D82-526D-F3EC-EF9A544BCDC7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 bwMode="gray">
          <a:xfrm>
            <a:off x="5040827" y="554497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4602F9E-5DF1-F42B-7D21-8791F0ABAE8F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068197" y="2302697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043D01E8-2D14-8582-D392-AC17CD2A419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 bwMode="gray">
          <a:xfrm>
            <a:off x="8516471" y="554497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286CD00-6CFB-20C2-A09E-D720E0360520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8516471" y="2302697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0" name="Picture Placeholder 18">
            <a:extLst>
              <a:ext uri="{FF2B5EF4-FFF2-40B4-BE49-F238E27FC236}">
                <a16:creationId xmlns:a16="http://schemas.microsoft.com/office/drawing/2014/main" id="{5552C60D-F6B3-15A8-3518-C6B4BC2F4D3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040827" y="3650689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0C3EB0FF-A89F-1F16-2674-8CA149E690B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5068197" y="5404111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8BB12B5F-02FD-86E4-33E5-F8118970C9C9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8516471" y="3650689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2CFC039C-2FE3-6F68-1711-363159A29E21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516471" y="5404111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66821285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tatistics + image, light and pur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B918B6-32FF-4857-A645-C1032AFAEF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1" y="1085532"/>
            <a:ext cx="5292575" cy="984885"/>
          </a:xfrm>
          <a:prstGeom prst="rect">
            <a:avLst/>
          </a:prstGeom>
        </p:spPr>
        <p:txBody>
          <a:bodyPr anchor="ctr"/>
          <a:lstStyle>
            <a:lvl1pPr>
              <a:defRPr sz="4000"/>
            </a:lvl1pPr>
          </a:lstStyle>
          <a:p>
            <a:r>
              <a:rPr lang="en-US"/>
              <a:t>Place headline in </a:t>
            </a:r>
            <a:r>
              <a:rPr lang="en-US" err="1"/>
              <a:t>Graphik</a:t>
            </a:r>
            <a:r>
              <a:rPr lang="en-US"/>
              <a:t> Semibold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76" y="0"/>
            <a:ext cx="3048024" cy="30894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5" y="319269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0E13751C-7DFF-BC74-C2E3-F873D7210D7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525004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089456"/>
            <a:ext cx="3048000" cy="30398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marL="228594" lvl="0" indent="-228594" algn="ctr"/>
            <a:r>
              <a:rPr lang="en-GB"/>
              <a:t>Drag picture to placeholder </a:t>
            </a:r>
          </a:p>
          <a:p>
            <a:pPr marL="228594" lvl="0" indent="-228594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3048000" y="3089456"/>
            <a:ext cx="3047968" cy="30398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solidFill>
                <a:srgbClr val="FFFFFF"/>
              </a:solidFill>
              <a:latin typeface="Graphik" panose="020B0503030202060203" pitchFamily="34" charset="77"/>
            </a:endParaRP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0" i="0" kern="1200" dirty="0">
                <a:solidFill>
                  <a:schemeClr val="bg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CEAEA-C612-CFB5-8548-FA7A606FA78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28948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0" name="Text Placeholder 9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C15EB609-6106-F616-161A-9233408C623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476916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9144056" y="3089456"/>
            <a:ext cx="3047944" cy="30398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5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DB439E6-E715-1347-EEE3-DF2D5F246A0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525004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8" name="Bottom tag">
            <a:extLst>
              <a:ext uri="{FF2B5EF4-FFF2-40B4-BE49-F238E27FC236}">
                <a16:creationId xmlns:a16="http://schemas.microsoft.com/office/drawing/2014/main" id="{F77F3A03-358C-60D3-DCF9-8A5F83118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2" name="GTS_WH">
            <a:extLst>
              <a:ext uri="{FF2B5EF4-FFF2-40B4-BE49-F238E27FC236}">
                <a16:creationId xmlns:a16="http://schemas.microsoft.com/office/drawing/2014/main" id="{DBC74FCB-98B7-4709-AC5F-5575E6BA2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281AFB62-DF00-C781-B194-BA35B5F26EDD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5A95B4E2-055A-BEE2-36E8-45DD70D13404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57141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tatistics + image, dark and purpl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B918B6-32FF-4857-A645-C1032AFAEF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1" y="1085532"/>
            <a:ext cx="5312727" cy="984885"/>
          </a:xfrm>
          <a:prstGeom prst="rect">
            <a:avLst/>
          </a:prstGeom>
        </p:spPr>
        <p:txBody>
          <a:bodyPr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Place headline in </a:t>
            </a:r>
            <a:r>
              <a:rPr lang="en-US" err="1"/>
              <a:t>Graphik</a:t>
            </a:r>
            <a:r>
              <a:rPr lang="en-US"/>
              <a:t> Semibold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6032" y="-1"/>
            <a:ext cx="3048024" cy="30740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10" y="303835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202CA0A6-65B9-D658-1AEC-00085854F84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525004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074022"/>
            <a:ext cx="3048000" cy="30553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marL="228594" lvl="0" indent="-228594" algn="ctr"/>
            <a:r>
              <a:rPr lang="en-GB"/>
              <a:t>Drag picture to placeholder </a:t>
            </a:r>
          </a:p>
          <a:p>
            <a:pPr marL="228594" lvl="0" indent="-228594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3048000" y="3074022"/>
            <a:ext cx="3047968" cy="30553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0" i="0" kern="1200" dirty="0">
                <a:solidFill>
                  <a:schemeClr val="bg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FC923C6-9E63-5C37-D6CE-0C0C7F31BA1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28948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0" name="Text Placeholder 9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8E3ED24E-CC9B-F99D-ABD2-271CAAC31C7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476916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9144056" y="3074022"/>
            <a:ext cx="3047944" cy="30553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5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rgbClr val="FFFFFF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AB939A4D-3841-382E-4112-16375BBF9CD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525004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GTS_WH">
            <a:extLst>
              <a:ext uri="{FF2B5EF4-FFF2-40B4-BE49-F238E27FC236}">
                <a16:creationId xmlns:a16="http://schemas.microsoft.com/office/drawing/2014/main" id="{E60B30CA-91CE-53D4-4E41-25E962661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12" name="copyright">
            <a:extLst>
              <a:ext uri="{FF2B5EF4-FFF2-40B4-BE49-F238E27FC236}">
                <a16:creationId xmlns:a16="http://schemas.microsoft.com/office/drawing/2014/main" id="{C6DCEC7C-94EF-9488-4BC9-3AC6108281E8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13" name="slide number automatic">
            <a:extLst>
              <a:ext uri="{FF2B5EF4-FFF2-40B4-BE49-F238E27FC236}">
                <a16:creationId xmlns:a16="http://schemas.microsoft.com/office/drawing/2014/main" id="{DFF01EE3-5EDD-45BD-F1D7-076E2C959DD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210808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statistics light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9">
            <a:extLst>
              <a:ext uri="{FF2B5EF4-FFF2-40B4-BE49-F238E27FC236}">
                <a16:creationId xmlns:a16="http://schemas.microsoft.com/office/drawing/2014/main" id="{DD3BC9E6-13A7-8817-A32A-4CC03E873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376463"/>
            <a:ext cx="2285999" cy="931437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5330">
                <a:solidFill>
                  <a:schemeClr val="bg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C27019-ACF1-C483-EFEB-3CC77DD9EFC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71503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5" y="381002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 fontAlgn="ctr" hangingPunct="0">
              <a:spcAft>
                <a:spcPts val="0"/>
              </a:spcAft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9A7B63BD-36F9-7F57-E2CF-44D615E0F8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428995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1503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 algn="l" fontAlgn="ctr" hangingPunct="0">
              <a:spcAft>
                <a:spcPts val="0"/>
              </a:spcAft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F970BA5E-9C63-BA7D-B45C-5186452F240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1503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5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 algn="l" fontAlgn="ctr" hangingPunct="0">
              <a:spcAft>
                <a:spcPts val="0"/>
              </a:spcAft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3FAE69D-63C7-3796-16D2-0EA82AB2766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28995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3076800"/>
            <a:ext cx="609600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143247" y="-1"/>
            <a:ext cx="0" cy="619200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35">
            <a:extLst>
              <a:ext uri="{FF2B5EF4-FFF2-40B4-BE49-F238E27FC236}">
                <a16:creationId xmlns:a16="http://schemas.microsoft.com/office/drawing/2014/main" id="{EF1A1C24-C0B7-DF19-B492-C0ED29CE9AF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129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572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4" name="Bottom tag">
            <a:extLst>
              <a:ext uri="{FF2B5EF4-FFF2-40B4-BE49-F238E27FC236}">
                <a16:creationId xmlns:a16="http://schemas.microsoft.com/office/drawing/2014/main" id="{5F2E67CA-5DA7-3CD1-C175-808A139DD2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B51A4FC9-6DF5-ABE3-94E1-8598B7A527EA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C826E34F-821D-D174-AEA1-2830AED1A7A3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13" name="GTS_WH">
            <a:extLst>
              <a:ext uri="{FF2B5EF4-FFF2-40B4-BE49-F238E27FC236}">
                <a16:creationId xmlns:a16="http://schemas.microsoft.com/office/drawing/2014/main" id="{8F51FE85-6E94-3AD8-FB82-A8BAB773D7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394758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statistics dark 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0352A97-ED89-7C2F-0063-10DA374CB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376463"/>
            <a:ext cx="2285999" cy="931437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5330">
                <a:solidFill>
                  <a:schemeClr val="accent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F6B6460F-92C4-7868-A99F-7C747B39009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71503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5" y="381002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spcAft>
                <a:spcPts val="0"/>
              </a:spcAft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EAF65655-CFF6-96F8-B90D-8BE8496D680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428995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1503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spcAft>
                <a:spcPts val="0"/>
              </a:spcAft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4F0D47A-40F3-3312-FD52-DB56907BD07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1503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5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spcAft>
                <a:spcPts val="0"/>
              </a:spcAft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C6AFAE1-C867-607D-7626-06B37DD8931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28995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129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572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3076800"/>
            <a:ext cx="609600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143247" y="-1"/>
            <a:ext cx="0" cy="619200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Bottom tag">
            <a:extLst>
              <a:ext uri="{FF2B5EF4-FFF2-40B4-BE49-F238E27FC236}">
                <a16:creationId xmlns:a16="http://schemas.microsoft.com/office/drawing/2014/main" id="{C7D43BFE-04FF-915B-AF75-EF92EB85E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50DFD68-7311-16D8-3418-1A322FD33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124800"/>
            <a:ext cx="1219200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pyright">
            <a:extLst>
              <a:ext uri="{FF2B5EF4-FFF2-40B4-BE49-F238E27FC236}">
                <a16:creationId xmlns:a16="http://schemas.microsoft.com/office/drawing/2014/main" id="{6F38CEE2-3D5C-A0E3-1BE3-09AB0AC25463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6" name="slide number automatic">
            <a:extLst>
              <a:ext uri="{FF2B5EF4-FFF2-40B4-BE49-F238E27FC236}">
                <a16:creationId xmlns:a16="http://schemas.microsoft.com/office/drawing/2014/main" id="{FC53484B-EB21-70B6-32DD-8344CAE70A1C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12" name="GTS_WH">
            <a:extLst>
              <a:ext uri="{FF2B5EF4-FFF2-40B4-BE49-F238E27FC236}">
                <a16:creationId xmlns:a16="http://schemas.microsoft.com/office/drawing/2014/main" id="{2DFC2805-A4A5-BE1F-72EF-71C8FE15AD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628324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alutation: gradi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1E54F49D-2B2F-7CDD-DC94-B6FF9A694B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2" name="copyright">
            <a:extLst>
              <a:ext uri="{FF2B5EF4-FFF2-40B4-BE49-F238E27FC236}">
                <a16:creationId xmlns:a16="http://schemas.microsoft.com/office/drawing/2014/main" id="{8F090878-FDCB-E32E-7E4D-4A1D113FA508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DD78C6E-A2CA-C7D3-D53E-97A08AAAEAD8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72D35A-1963-BF72-AA80-2201D2B01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348" y="3429000"/>
            <a:ext cx="6046527" cy="984885"/>
          </a:xfrm>
          <a:prstGeom prst="rect">
            <a:avLst/>
          </a:prstGeom>
        </p:spPr>
        <p:txBody>
          <a:bodyPr wrap="none" anchor="ctr"/>
          <a:lstStyle>
            <a:lvl1pPr algn="l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GTS_WH">
            <a:extLst>
              <a:ext uri="{FF2B5EF4-FFF2-40B4-BE49-F238E27FC236}">
                <a16:creationId xmlns:a16="http://schemas.microsoft.com/office/drawing/2014/main" id="{79093C77-020A-31D2-4F4F-DA77DEFA8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720609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: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406901E-2FDA-B887-CCF5-FADFC0C3B9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599460"/>
            <a:ext cx="4895849" cy="984885"/>
          </a:xfrm>
          <a:prstGeom prst="rect">
            <a:avLst/>
          </a:prstGeom>
        </p:spPr>
        <p:txBody>
          <a:bodyPr anchor="ctr"/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salutation style</a:t>
            </a:r>
            <a:endParaRPr lang="en-US"/>
          </a:p>
        </p:txBody>
      </p:sp>
      <p:pic>
        <p:nvPicPr>
          <p:cNvPr id="2" name="GT white">
            <a:extLst>
              <a:ext uri="{FF2B5EF4-FFF2-40B4-BE49-F238E27FC236}">
                <a16:creationId xmlns:a16="http://schemas.microsoft.com/office/drawing/2014/main" id="{64951822-2C90-C040-C685-A9310D236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3638" y="5459982"/>
            <a:ext cx="609857" cy="669356"/>
          </a:xfrm>
          <a:prstGeom prst="rect">
            <a:avLst/>
          </a:prstGeom>
        </p:spPr>
      </p:pic>
      <p:sp>
        <p:nvSpPr>
          <p:cNvPr id="4" name="copyright">
            <a:extLst>
              <a:ext uri="{FF2B5EF4-FFF2-40B4-BE49-F238E27FC236}">
                <a16:creationId xmlns:a16="http://schemas.microsoft.com/office/drawing/2014/main" id="{5D5952F7-6C63-8F87-4E22-999BB41F26C3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540D3C9F-6433-4B02-3A65-24CE972551FF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569190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8953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9.xml"/><Relationship Id="rId18" Type="http://schemas.openxmlformats.org/officeDocument/2006/relationships/slideLayout" Target="../slideLayouts/slideLayout44.xml"/><Relationship Id="rId26" Type="http://schemas.openxmlformats.org/officeDocument/2006/relationships/slideLayout" Target="../slideLayouts/slideLayout52.xml"/><Relationship Id="rId39" Type="http://schemas.openxmlformats.org/officeDocument/2006/relationships/slideLayout" Target="../slideLayouts/slideLayout65.xml"/><Relationship Id="rId21" Type="http://schemas.openxmlformats.org/officeDocument/2006/relationships/slideLayout" Target="../slideLayouts/slideLayout47.xml"/><Relationship Id="rId34" Type="http://schemas.openxmlformats.org/officeDocument/2006/relationships/slideLayout" Target="../slideLayouts/slideLayout60.xml"/><Relationship Id="rId42" Type="http://schemas.openxmlformats.org/officeDocument/2006/relationships/slideLayout" Target="../slideLayouts/slideLayout68.xml"/><Relationship Id="rId47" Type="http://schemas.openxmlformats.org/officeDocument/2006/relationships/slideLayout" Target="../slideLayouts/slideLayout73.xml"/><Relationship Id="rId50" Type="http://schemas.openxmlformats.org/officeDocument/2006/relationships/slideLayout" Target="../slideLayouts/slideLayout76.xml"/><Relationship Id="rId55" Type="http://schemas.openxmlformats.org/officeDocument/2006/relationships/slideLayout" Target="../slideLayouts/slideLayout81.xml"/><Relationship Id="rId7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42.xml"/><Relationship Id="rId29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37.xml"/><Relationship Id="rId24" Type="http://schemas.openxmlformats.org/officeDocument/2006/relationships/slideLayout" Target="../slideLayouts/slideLayout50.xml"/><Relationship Id="rId32" Type="http://schemas.openxmlformats.org/officeDocument/2006/relationships/slideLayout" Target="../slideLayouts/slideLayout58.xml"/><Relationship Id="rId37" Type="http://schemas.openxmlformats.org/officeDocument/2006/relationships/slideLayout" Target="../slideLayouts/slideLayout63.xml"/><Relationship Id="rId40" Type="http://schemas.openxmlformats.org/officeDocument/2006/relationships/slideLayout" Target="../slideLayouts/slideLayout66.xml"/><Relationship Id="rId45" Type="http://schemas.openxmlformats.org/officeDocument/2006/relationships/slideLayout" Target="../slideLayouts/slideLayout71.xml"/><Relationship Id="rId53" Type="http://schemas.openxmlformats.org/officeDocument/2006/relationships/slideLayout" Target="../slideLayouts/slideLayout79.xml"/><Relationship Id="rId58" Type="http://schemas.openxmlformats.org/officeDocument/2006/relationships/theme" Target="../theme/theme4.xml"/><Relationship Id="rId5" Type="http://schemas.openxmlformats.org/officeDocument/2006/relationships/slideLayout" Target="../slideLayouts/slideLayout31.xml"/><Relationship Id="rId19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40.xml"/><Relationship Id="rId22" Type="http://schemas.openxmlformats.org/officeDocument/2006/relationships/slideLayout" Target="../slideLayouts/slideLayout48.xml"/><Relationship Id="rId27" Type="http://schemas.openxmlformats.org/officeDocument/2006/relationships/slideLayout" Target="../slideLayouts/slideLayout53.xml"/><Relationship Id="rId30" Type="http://schemas.openxmlformats.org/officeDocument/2006/relationships/slideLayout" Target="../slideLayouts/slideLayout56.xml"/><Relationship Id="rId35" Type="http://schemas.openxmlformats.org/officeDocument/2006/relationships/slideLayout" Target="../slideLayouts/slideLayout61.xml"/><Relationship Id="rId43" Type="http://schemas.openxmlformats.org/officeDocument/2006/relationships/slideLayout" Target="../slideLayouts/slideLayout69.xml"/><Relationship Id="rId48" Type="http://schemas.openxmlformats.org/officeDocument/2006/relationships/slideLayout" Target="../slideLayouts/slideLayout74.xml"/><Relationship Id="rId56" Type="http://schemas.openxmlformats.org/officeDocument/2006/relationships/slideLayout" Target="../slideLayouts/slideLayout82.xml"/><Relationship Id="rId8" Type="http://schemas.openxmlformats.org/officeDocument/2006/relationships/slideLayout" Target="../slideLayouts/slideLayout34.xml"/><Relationship Id="rId51" Type="http://schemas.openxmlformats.org/officeDocument/2006/relationships/slideLayout" Target="../slideLayouts/slideLayout77.xml"/><Relationship Id="rId3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8.xml"/><Relationship Id="rId17" Type="http://schemas.openxmlformats.org/officeDocument/2006/relationships/slideLayout" Target="../slideLayouts/slideLayout43.xml"/><Relationship Id="rId25" Type="http://schemas.openxmlformats.org/officeDocument/2006/relationships/slideLayout" Target="../slideLayouts/slideLayout51.xml"/><Relationship Id="rId33" Type="http://schemas.openxmlformats.org/officeDocument/2006/relationships/slideLayout" Target="../slideLayouts/slideLayout59.xml"/><Relationship Id="rId38" Type="http://schemas.openxmlformats.org/officeDocument/2006/relationships/slideLayout" Target="../slideLayouts/slideLayout64.xml"/><Relationship Id="rId46" Type="http://schemas.openxmlformats.org/officeDocument/2006/relationships/slideLayout" Target="../slideLayouts/slideLayout72.xml"/><Relationship Id="rId20" Type="http://schemas.openxmlformats.org/officeDocument/2006/relationships/slideLayout" Target="../slideLayouts/slideLayout46.xml"/><Relationship Id="rId41" Type="http://schemas.openxmlformats.org/officeDocument/2006/relationships/slideLayout" Target="../slideLayouts/slideLayout67.xml"/><Relationship Id="rId54" Type="http://schemas.openxmlformats.org/officeDocument/2006/relationships/slideLayout" Target="../slideLayouts/slideLayout80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41.xml"/><Relationship Id="rId23" Type="http://schemas.openxmlformats.org/officeDocument/2006/relationships/slideLayout" Target="../slideLayouts/slideLayout49.xml"/><Relationship Id="rId28" Type="http://schemas.openxmlformats.org/officeDocument/2006/relationships/slideLayout" Target="../slideLayouts/slideLayout54.xml"/><Relationship Id="rId36" Type="http://schemas.openxmlformats.org/officeDocument/2006/relationships/slideLayout" Target="../slideLayouts/slideLayout62.xml"/><Relationship Id="rId49" Type="http://schemas.openxmlformats.org/officeDocument/2006/relationships/slideLayout" Target="../slideLayouts/slideLayout75.xml"/><Relationship Id="rId57" Type="http://schemas.openxmlformats.org/officeDocument/2006/relationships/slideLayout" Target="../slideLayouts/slideLayout83.xml"/><Relationship Id="rId10" Type="http://schemas.openxmlformats.org/officeDocument/2006/relationships/slideLayout" Target="../slideLayouts/slideLayout36.xml"/><Relationship Id="rId31" Type="http://schemas.openxmlformats.org/officeDocument/2006/relationships/slideLayout" Target="../slideLayouts/slideLayout57.xml"/><Relationship Id="rId44" Type="http://schemas.openxmlformats.org/officeDocument/2006/relationships/slideLayout" Target="../slideLayouts/slideLayout70.xml"/><Relationship Id="rId52" Type="http://schemas.openxmlformats.org/officeDocument/2006/relationships/slideLayout" Target="../slideLayouts/slideLayout7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558086"/>
            <a:ext cx="11357864" cy="43332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b="1" i="0">
                <a:latin typeface="Graphik Semibold" panose="020B0503030202060203" pitchFamily="34" charset="77"/>
              </a:rPr>
              <a:t>Place headline here in </a:t>
            </a:r>
            <a:r>
              <a:rPr lang="en-US" b="1" i="0" err="1">
                <a:latin typeface="Graphik Semibold" panose="020B0503030202060203" pitchFamily="34" charset="77"/>
              </a:rPr>
              <a:t>Graphik</a:t>
            </a:r>
            <a:r>
              <a:rPr lang="en-US" b="1" i="0">
                <a:latin typeface="Graphik Semibold" panose="020B0503030202060203" pitchFamily="34" charset="77"/>
              </a:rPr>
              <a:t> Semibold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461" y="1371602"/>
            <a:ext cx="11357864" cy="476686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(copy)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7"/>
            <a:r>
              <a:rPr lang="en-US"/>
              <a:t>EIGHT LEVEL (DESCRIPTOR)</a:t>
            </a:r>
          </a:p>
          <a:p>
            <a:pPr lvl="8"/>
            <a:r>
              <a:rPr lang="en-US"/>
              <a:t>Ninth level (footer)</a:t>
            </a:r>
          </a:p>
        </p:txBody>
      </p:sp>
    </p:spTree>
    <p:extLst>
      <p:ext uri="{BB962C8B-B14F-4D97-AF65-F5344CB8AC3E}">
        <p14:creationId xmlns:p14="http://schemas.microsoft.com/office/powerpoint/2010/main" val="3154538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73" r:id="rId9"/>
  </p:sldLayoutIdLst>
  <p:hf sldNum="0" hdr="0" ftr="0" dt="0"/>
  <p:txStyles>
    <p:titleStyle>
      <a:lvl1pPr algn="l" defTabSz="731500" rtl="0" eaLnBrk="1" latinLnBrk="0" hangingPunct="1">
        <a:lnSpc>
          <a:spcPct val="80000"/>
        </a:lnSpc>
        <a:spcBef>
          <a:spcPct val="0"/>
        </a:spcBef>
        <a:buNone/>
        <a:defRPr sz="3520" b="0" i="0" kern="1200">
          <a:solidFill>
            <a:schemeClr val="tx1"/>
          </a:solidFill>
          <a:latin typeface="Graphik Semibold" panose="020B0503030202060203" pitchFamily="34" charset="77"/>
          <a:ea typeface="+mj-ea"/>
          <a:cs typeface="+mj-cs"/>
        </a:defRPr>
      </a:lvl1pPr>
    </p:titleStyle>
    <p:bodyStyle>
      <a:lvl1pPr marL="0" indent="0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Font typeface="Arial" panose="020B0604020202020204" pitchFamily="34" charset="0"/>
        <a:buNone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82874" indent="-182874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ClrTx/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365752" indent="-182874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Font typeface="System Font"/>
        <a:buChar char="–"/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548626" indent="-182874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Font typeface="Arial" panose="020B0604020202020204" pitchFamily="34" charset="0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4pPr>
      <a:lvl5pPr marL="731500" indent="-182874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Font typeface="System Font"/>
        <a:buChar char="–"/>
        <a:defRPr sz="1280" kern="1200">
          <a:solidFill>
            <a:schemeClr val="tx1"/>
          </a:solidFill>
          <a:latin typeface="+mn-lt"/>
          <a:ea typeface="+mn-ea"/>
          <a:cs typeface="+mn-cs"/>
        </a:defRPr>
      </a:lvl5pPr>
      <a:lvl6pPr marL="8891" indent="0" algn="l" defTabSz="182874" rtl="0" eaLnBrk="1" latinLnBrk="0" hangingPunct="1">
        <a:lnSpc>
          <a:spcPct val="90000"/>
        </a:lnSpc>
        <a:spcBef>
          <a:spcPts val="0"/>
        </a:spcBef>
        <a:spcAft>
          <a:spcPts val="960"/>
        </a:spcAft>
        <a:buFont typeface="Graphik" panose="020B0503030202060203" pitchFamily="34" charset="0"/>
        <a:buNone/>
        <a:tabLst/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182874" rtl="0" eaLnBrk="1" latinLnBrk="0" hangingPunct="1">
        <a:lnSpc>
          <a:spcPct val="90000"/>
        </a:lnSpc>
        <a:spcBef>
          <a:spcPts val="0"/>
        </a:spcBef>
        <a:spcAft>
          <a:spcPts val="960"/>
        </a:spcAft>
        <a:buFont typeface="Arial" panose="020B0604020202020204" pitchFamily="34" charset="0"/>
        <a:buNone/>
        <a:defRPr sz="128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182874" rtl="0" eaLnBrk="1" latinLnBrk="0" hangingPunct="1">
        <a:lnSpc>
          <a:spcPct val="90000"/>
        </a:lnSpc>
        <a:spcBef>
          <a:spcPts val="0"/>
        </a:spcBef>
        <a:spcAft>
          <a:spcPts val="960"/>
        </a:spcAft>
        <a:buFont typeface="Arial" panose="020B0604020202020204" pitchFamily="34" charset="0"/>
        <a:buNone/>
        <a:defRPr sz="88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182874" rtl="0" eaLnBrk="1" latinLnBrk="0" hangingPunct="1">
        <a:lnSpc>
          <a:spcPct val="90000"/>
        </a:lnSpc>
        <a:spcBef>
          <a:spcPts val="0"/>
        </a:spcBef>
        <a:spcAft>
          <a:spcPts val="960"/>
        </a:spcAft>
        <a:buFont typeface="Arial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1pPr>
      <a:lvl2pPr marL="365752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731500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4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46299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182874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194498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56024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292599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91">
          <p15:clr>
            <a:srgbClr val="5ACBF0"/>
          </p15:clr>
        </p15:guide>
        <p15:guide id="8" pos="435">
          <p15:clr>
            <a:srgbClr val="9FCC3B"/>
          </p15:clr>
        </p15:guide>
        <p15:guide id="9" pos="916">
          <p15:clr>
            <a:srgbClr val="C35EA4"/>
          </p15:clr>
        </p15:guide>
        <p15:guide id="10" pos="9392">
          <p15:clr>
            <a:srgbClr val="5ACBF0"/>
          </p15:clr>
        </p15:guide>
        <p15:guide id="11" pos="207">
          <p15:clr>
            <a:srgbClr val="5ACBF0"/>
          </p15:clr>
        </p15:guide>
        <p15:guide id="12" orient="horz" pos="4832">
          <p15:clr>
            <a:srgbClr val="5ACBF0"/>
          </p15:clr>
        </p15:guide>
        <p15:guide id="13" pos="9164">
          <p15:clr>
            <a:srgbClr val="9FCC3B"/>
          </p15:clr>
        </p15:guide>
        <p15:guide id="14" orient="horz" pos="401">
          <p15:clr>
            <a:srgbClr val="9FCC3B"/>
          </p15:clr>
        </p15:guide>
        <p15:guide id="15" orient="horz" pos="4622">
          <p15:clr>
            <a:srgbClr val="9FCC3B"/>
          </p15:clr>
        </p15:guide>
        <p15:guide id="16" orient="horz" pos="983">
          <p15:clr>
            <a:srgbClr val="A4A3A4"/>
          </p15:clr>
        </p15:guide>
        <p15:guide id="17" orient="horz" pos="4490">
          <p15:clr>
            <a:srgbClr val="A4A3A4"/>
          </p15:clr>
        </p15:guide>
        <p15:guide id="18" pos="8654">
          <p15:clr>
            <a:srgbClr val="C35EA4"/>
          </p15:clr>
        </p15:guide>
        <p15:guide id="19" orient="horz" pos="1351">
          <p15:clr>
            <a:srgbClr val="FDE53C"/>
          </p15:clr>
        </p15:guide>
        <p15:guide id="20" pos="8768">
          <p15:clr>
            <a:srgbClr val="F26B43"/>
          </p15:clr>
        </p15:guide>
        <p15:guide id="21" pos="83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kumimoji="0" lang="en-GB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Insert main title at 36pt, min 30pt</a:t>
            </a:r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34CD17C-3ACE-4AE0-A6C5-F90D44EA72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943099"/>
            <a:ext cx="11430000" cy="42338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898D3F2-5EC6-4985-85B5-4178882BCB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/>
              <a:t>Copyright © 2020 Accenture. All rights reserved.</a:t>
            </a:r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50E54BBC-E15F-4274-9991-03B6F5BA42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474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</p:sldLayoutIdLst>
  <p:hf hdr="0" dt="0"/>
  <p:txStyles>
    <p:titleStyle>
      <a:lvl1pPr marL="0" indent="0" algn="l" defTabSz="914377" rtl="0" eaLnBrk="1" latinLnBrk="0" hangingPunct="1">
        <a:lnSpc>
          <a:spcPct val="80000"/>
        </a:lnSpc>
        <a:spcBef>
          <a:spcPct val="0"/>
        </a:spcBef>
        <a:buNone/>
        <a:defRPr sz="36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9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None/>
        <a:defRPr sz="2800" b="1" kern="1200" cap="none" baseline="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377" rtl="0" eaLnBrk="1" latinLnBrk="0" hangingPunct="1">
        <a:lnSpc>
          <a:spcPct val="9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None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80975" indent="-180975" algn="l" defTabSz="914377" rtl="0" eaLnBrk="1" latinLnBrk="0" hangingPunct="1">
        <a:lnSpc>
          <a:spcPct val="9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73034" indent="-169858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346066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24">
          <p15:clr>
            <a:srgbClr val="F26B43"/>
          </p15:clr>
        </p15:guide>
        <p15:guide id="2" pos="5640">
          <p15:clr>
            <a:srgbClr val="F26B43"/>
          </p15:clr>
        </p15:guide>
        <p15:guide id="4">
          <p15:clr>
            <a:srgbClr val="F26B43"/>
          </p15:clr>
        </p15:guide>
        <p15:guide id="5" orient="horz" pos="240">
          <p15:clr>
            <a:srgbClr val="F26B43"/>
          </p15:clr>
        </p15:guide>
        <p15:guide id="6" orient="horz">
          <p15:clr>
            <a:srgbClr val="F26B43"/>
          </p15:clr>
        </p15:guide>
        <p15:guide id="7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5" orient="horz" pos="2232">
          <p15:clr>
            <a:srgbClr val="F26B43"/>
          </p15:clr>
        </p15:guide>
        <p15:guide id="16" orient="horz" pos="32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6692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opyright">
            <a:extLst>
              <a:ext uri="{FF2B5EF4-FFF2-40B4-BE49-F238E27FC236}">
                <a16:creationId xmlns:a16="http://schemas.microsoft.com/office/drawing/2014/main" id="{8DEAF7F0-ADBE-DA4B-80DE-727BD0E615AA}"/>
              </a:ext>
            </a:extLst>
          </p:cNvPr>
          <p:cNvSpPr txBox="1"/>
          <p:nvPr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lumMod val="50000"/>
                    <a:lumOff val="50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tx1">
                  <a:lumMod val="50000"/>
                  <a:lumOff val="50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26" name="slide number automatic">
            <a:extLst>
              <a:ext uri="{FF2B5EF4-FFF2-40B4-BE49-F238E27FC236}">
                <a16:creationId xmlns:a16="http://schemas.microsoft.com/office/drawing/2014/main" id="{A54DE5B9-F305-CC4E-9A6A-0DC78956D275}"/>
              </a:ext>
            </a:extLst>
          </p:cNvPr>
          <p:cNvSpPr txBox="1"/>
          <p:nvPr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50000"/>
                    <a:lumOff val="50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tx1">
                  <a:lumMod val="50000"/>
                  <a:lumOff val="50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0" y="558086"/>
            <a:ext cx="11357865" cy="39395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b="1" i="0">
                <a:latin typeface="Graphik Semibold" panose="020B0503030202060203" pitchFamily="34" charset="77"/>
              </a:rPr>
              <a:t>Place headline here in </a:t>
            </a:r>
            <a:r>
              <a:rPr lang="en-US" b="1" i="0" err="1">
                <a:latin typeface="Graphik Semibold" panose="020B0503030202060203" pitchFamily="34" charset="77"/>
              </a:rPr>
              <a:t>Graphik</a:t>
            </a:r>
            <a:r>
              <a:rPr lang="en-US" b="1" i="0">
                <a:latin typeface="Graphik Semibold" panose="020B0503030202060203" pitchFamily="34" charset="77"/>
              </a:rPr>
              <a:t> Semibold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460" y="1371601"/>
            <a:ext cx="11357865" cy="476686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(copy)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7"/>
            <a:r>
              <a:rPr lang="en-US"/>
              <a:t>EIGHT LEVEL (DESCRIPTOR)</a:t>
            </a:r>
          </a:p>
          <a:p>
            <a:pPr lvl="8"/>
            <a:r>
              <a:rPr lang="en-US"/>
              <a:t>Ninth level (footer)</a:t>
            </a:r>
          </a:p>
        </p:txBody>
      </p:sp>
      <p:sp>
        <p:nvSpPr>
          <p:cNvPr id="4" name="GTS_Purple">
            <a:extLst>
              <a:ext uri="{FF2B5EF4-FFF2-40B4-BE49-F238E27FC236}">
                <a16:creationId xmlns:a16="http://schemas.microsoft.com/office/drawing/2014/main" id="{43975608-6DA8-9707-7CBD-C871ED474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553175" y="6390824"/>
            <a:ext cx="183203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462129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  <p:sldLayoutId id="2147483730" r:id="rId17"/>
    <p:sldLayoutId id="2147483731" r:id="rId18"/>
    <p:sldLayoutId id="2147483732" r:id="rId19"/>
    <p:sldLayoutId id="2147483733" r:id="rId20"/>
    <p:sldLayoutId id="2147483734" r:id="rId21"/>
    <p:sldLayoutId id="2147483735" r:id="rId22"/>
    <p:sldLayoutId id="2147483736" r:id="rId23"/>
    <p:sldLayoutId id="2147483737" r:id="rId24"/>
    <p:sldLayoutId id="2147483738" r:id="rId25"/>
    <p:sldLayoutId id="2147483739" r:id="rId26"/>
    <p:sldLayoutId id="2147483740" r:id="rId27"/>
    <p:sldLayoutId id="2147483741" r:id="rId28"/>
    <p:sldLayoutId id="2147483742" r:id="rId29"/>
    <p:sldLayoutId id="2147483743" r:id="rId30"/>
    <p:sldLayoutId id="2147483744" r:id="rId31"/>
    <p:sldLayoutId id="2147483745" r:id="rId32"/>
    <p:sldLayoutId id="2147483746" r:id="rId33"/>
    <p:sldLayoutId id="2147483747" r:id="rId34"/>
    <p:sldLayoutId id="2147483748" r:id="rId35"/>
    <p:sldLayoutId id="2147483749" r:id="rId36"/>
    <p:sldLayoutId id="2147483750" r:id="rId37"/>
    <p:sldLayoutId id="2147483751" r:id="rId38"/>
    <p:sldLayoutId id="2147483752" r:id="rId39"/>
    <p:sldLayoutId id="2147483753" r:id="rId40"/>
    <p:sldLayoutId id="2147483754" r:id="rId41"/>
    <p:sldLayoutId id="2147483755" r:id="rId42"/>
    <p:sldLayoutId id="2147483756" r:id="rId43"/>
    <p:sldLayoutId id="2147483757" r:id="rId44"/>
    <p:sldLayoutId id="2147483758" r:id="rId45"/>
    <p:sldLayoutId id="2147483759" r:id="rId46"/>
    <p:sldLayoutId id="2147483760" r:id="rId47"/>
    <p:sldLayoutId id="2147483761" r:id="rId48"/>
    <p:sldLayoutId id="2147483762" r:id="rId49"/>
    <p:sldLayoutId id="2147483763" r:id="rId50"/>
    <p:sldLayoutId id="2147483764" r:id="rId51"/>
    <p:sldLayoutId id="2147483765" r:id="rId52"/>
    <p:sldLayoutId id="2147483766" r:id="rId53"/>
    <p:sldLayoutId id="2147483767" r:id="rId54"/>
    <p:sldLayoutId id="2147483768" r:id="rId55"/>
    <p:sldLayoutId id="2147483769" r:id="rId56"/>
    <p:sldLayoutId id="2147483770" r:id="rId57"/>
  </p:sldLayoutIdLst>
  <p:hf sldNum="0" hdr="0" ftr="0" dt="0"/>
  <p:txStyles>
    <p:titleStyle>
      <a:lvl1pPr algn="l" defTabSz="914377" rtl="0" eaLnBrk="1" latinLnBrk="0" hangingPunct="1">
        <a:lnSpc>
          <a:spcPct val="8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Graphik Semibold" panose="020B0503030202060203" pitchFamily="34" charset="77"/>
          <a:ea typeface="+mj-ea"/>
          <a:cs typeface="+mj-cs"/>
        </a:defRPr>
      </a:lvl1pPr>
    </p:titleStyle>
    <p:bodyStyle>
      <a:lvl1pPr marL="0" indent="0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28594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Tx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457189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685783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914377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Graphik" panose="020B0503030202060203" pitchFamily="34" charset="0"/>
        <a:buNone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9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7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4">
          <p15:clr>
            <a:srgbClr val="5ACBF0"/>
          </p15:clr>
        </p15:guide>
        <p15:guide id="8" pos="347">
          <p15:clr>
            <a:srgbClr val="9FCC3B"/>
          </p15:clr>
        </p15:guide>
        <p15:guide id="9" pos="733">
          <p15:clr>
            <a:srgbClr val="C35EA4"/>
          </p15:clr>
        </p15:guide>
        <p15:guide id="10" pos="7514">
          <p15:clr>
            <a:srgbClr val="5ACBF0"/>
          </p15:clr>
        </p15:guide>
        <p15:guide id="11" pos="166">
          <p15:clr>
            <a:srgbClr val="5ACBF0"/>
          </p15:clr>
        </p15:guide>
        <p15:guide id="12" orient="horz" pos="4156">
          <p15:clr>
            <a:srgbClr val="5ACBF0"/>
          </p15:clr>
        </p15:guide>
        <p15:guide id="13" pos="7333">
          <p15:clr>
            <a:srgbClr val="9FCC3B"/>
          </p15:clr>
        </p15:guide>
        <p15:guide id="14" orient="horz" pos="346">
          <p15:clr>
            <a:srgbClr val="9FCC3B"/>
          </p15:clr>
        </p15:guide>
        <p15:guide id="15" orient="horz" pos="3974">
          <p15:clr>
            <a:srgbClr val="9FCC3B"/>
          </p15:clr>
        </p15:guide>
        <p15:guide id="16" orient="horz" pos="845">
          <p15:clr>
            <a:srgbClr val="A4A3A4"/>
          </p15:clr>
        </p15:guide>
        <p15:guide id="17" orient="horz" pos="3861">
          <p15:clr>
            <a:srgbClr val="A4A3A4"/>
          </p15:clr>
        </p15:guide>
        <p15:guide id="18" pos="6924">
          <p15:clr>
            <a:srgbClr val="C35EA4"/>
          </p15:clr>
        </p15:guide>
        <p15:guide id="19" orient="horz" pos="1162">
          <p15:clr>
            <a:srgbClr val="FDE53C"/>
          </p15:clr>
        </p15:guide>
        <p15:guide id="20" pos="7015">
          <p15:clr>
            <a:srgbClr val="F26B43"/>
          </p15:clr>
        </p15:guide>
        <p15:guide id="21" pos="66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1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pBKczcF-1rRw_4_4XIc4UsizbFWMxX_t/view?usp=sharing" TargetMode="Externa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4F81C1D7-25E7-2AEA-5B9C-B4934B416F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03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935BF95-9260-FF3E-8BA1-F61D8AD0F5C6}"/>
              </a:ext>
            </a:extLst>
          </p:cNvPr>
          <p:cNvSpPr txBox="1"/>
          <p:nvPr/>
        </p:nvSpPr>
        <p:spPr>
          <a:xfrm>
            <a:off x="2989992" y="5411118"/>
            <a:ext cx="6212017" cy="5668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ts val="37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-15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 Semibold" panose="020B0503030202060203" pitchFamily="34" charset="77"/>
                <a:ea typeface="+mn-ea"/>
                <a:cs typeface="+mn-cs"/>
              </a:rPr>
              <a:t>AI reinvention made real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ED2B6F5-4632-A6A7-D235-C4D1E256BD27}"/>
              </a:ext>
            </a:extLst>
          </p:cNvPr>
          <p:cNvSpPr/>
          <p:nvPr/>
        </p:nvSpPr>
        <p:spPr>
          <a:xfrm>
            <a:off x="3858744" y="5990476"/>
            <a:ext cx="4474512" cy="352647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 Regular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48F6C9-FCFE-86D4-8670-F533A4CE4650}"/>
              </a:ext>
            </a:extLst>
          </p:cNvPr>
          <p:cNvSpPr txBox="1"/>
          <p:nvPr/>
        </p:nvSpPr>
        <p:spPr>
          <a:xfrm>
            <a:off x="3858744" y="5972549"/>
            <a:ext cx="4474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+mn-cs"/>
              </a:rPr>
              <a:t>Accenture Innovation Challenge 2026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0F1EFF8-B673-136C-4910-73D1BC9075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893" y="667062"/>
            <a:ext cx="1251231" cy="33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161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73E37827-E5D7-46FD-9143-ABFBF88A628E}"/>
              </a:ext>
            </a:extLst>
          </p:cNvPr>
          <p:cNvSpPr/>
          <p:nvPr/>
        </p:nvSpPr>
        <p:spPr>
          <a:xfrm>
            <a:off x="7385349" y="2505161"/>
            <a:ext cx="1443661" cy="1471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71E876B-A706-450C-8C34-951E6FA6C00F}"/>
              </a:ext>
            </a:extLst>
          </p:cNvPr>
          <p:cNvSpPr/>
          <p:nvPr/>
        </p:nvSpPr>
        <p:spPr>
          <a:xfrm>
            <a:off x="852718" y="2506579"/>
            <a:ext cx="1443661" cy="1471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00A31654-439B-4571-B7B1-2E29E58E7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913" y="525056"/>
            <a:ext cx="11430000" cy="726439"/>
          </a:xfrm>
        </p:spPr>
        <p:txBody>
          <a:bodyPr/>
          <a:lstStyle/>
          <a:p>
            <a:r>
              <a:rPr lang="en-US"/>
              <a:t>Team details</a:t>
            </a:r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258B87F-AD17-4B30-9FAA-C5C07FCFFE8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06202" y="6519009"/>
            <a:ext cx="385711" cy="20637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9AC08D-23A9-440E-BCB9-AA1E9877CC38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40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40000"/>
                </a:srgbClr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13373B-BBFC-437A-A7F1-E5017F23DD33}"/>
              </a:ext>
            </a:extLst>
          </p:cNvPr>
          <p:cNvSpPr/>
          <p:nvPr/>
        </p:nvSpPr>
        <p:spPr>
          <a:xfrm>
            <a:off x="255634" y="6368280"/>
            <a:ext cx="6709565" cy="25391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5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Graphik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66E72D5-38A8-4FA5-9EBD-60021A357B2A}"/>
              </a:ext>
            </a:extLst>
          </p:cNvPr>
          <p:cNvSpPr/>
          <p:nvPr/>
        </p:nvSpPr>
        <p:spPr>
          <a:xfrm>
            <a:off x="852718" y="4463806"/>
            <a:ext cx="1481237" cy="1471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Photo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03A2336-9DAB-4FE3-86E5-A5694B473965}"/>
              </a:ext>
            </a:extLst>
          </p:cNvPr>
          <p:cNvCxnSpPr>
            <a:cxnSpLocks/>
          </p:cNvCxnSpPr>
          <p:nvPr/>
        </p:nvCxnSpPr>
        <p:spPr>
          <a:xfrm>
            <a:off x="6096000" y="1521230"/>
            <a:ext cx="0" cy="4523725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D2BAEA9-C010-474F-8C80-BD3D504C25C1}"/>
              </a:ext>
            </a:extLst>
          </p:cNvPr>
          <p:cNvCxnSpPr/>
          <p:nvPr/>
        </p:nvCxnSpPr>
        <p:spPr>
          <a:xfrm>
            <a:off x="2726205" y="3247136"/>
            <a:ext cx="1718008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 Placeholder 27">
            <a:extLst>
              <a:ext uri="{FF2B5EF4-FFF2-40B4-BE49-F238E27FC236}">
                <a16:creationId xmlns:a16="http://schemas.microsoft.com/office/drawing/2014/main" id="{83134DD2-B1F2-44EA-BCAB-CB7F6D0B5057}"/>
              </a:ext>
            </a:extLst>
          </p:cNvPr>
          <p:cNvSpPr txBox="1">
            <a:spLocks/>
          </p:cNvSpPr>
          <p:nvPr/>
        </p:nvSpPr>
        <p:spPr>
          <a:xfrm>
            <a:off x="2751413" y="4440186"/>
            <a:ext cx="2658895" cy="646404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3600" b="1" kern="1200" cap="none" baseline="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975" indent="-180975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3034" indent="-169858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6066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sz="2500">
                <a:latin typeface="Arial"/>
                <a:cs typeface="Arial"/>
              </a:rPr>
              <a:t>Aditya Deshmukh</a:t>
            </a:r>
            <a:endParaRPr lang="en-GB" sz="2500" b="1" i="0" u="none" strike="noStrike" kern="1200" cap="none" spc="0" normalizeH="0" baseline="0" noProof="0">
              <a:ln>
                <a:noFill/>
              </a:ln>
              <a:solidFill>
                <a:srgbClr val="A100FF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857CC230-E21C-4184-9D11-81950CC08A89}"/>
              </a:ext>
            </a:extLst>
          </p:cNvPr>
          <p:cNvCxnSpPr/>
          <p:nvPr/>
        </p:nvCxnSpPr>
        <p:spPr>
          <a:xfrm>
            <a:off x="2751413" y="5101825"/>
            <a:ext cx="1718008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 Placeholder 27">
            <a:extLst>
              <a:ext uri="{FF2B5EF4-FFF2-40B4-BE49-F238E27FC236}">
                <a16:creationId xmlns:a16="http://schemas.microsoft.com/office/drawing/2014/main" id="{AB89B70E-DDF2-41D3-9411-6AA78204B1DA}"/>
              </a:ext>
            </a:extLst>
          </p:cNvPr>
          <p:cNvSpPr txBox="1">
            <a:spLocks/>
          </p:cNvSpPr>
          <p:nvPr/>
        </p:nvSpPr>
        <p:spPr>
          <a:xfrm>
            <a:off x="9155346" y="2098914"/>
            <a:ext cx="2322864" cy="852349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3600" b="1" kern="1200" cap="none" baseline="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975" indent="-180975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3034" indent="-169858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6066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sz="2800">
                <a:latin typeface="Arial"/>
                <a:cs typeface="Arial"/>
              </a:rPr>
              <a:t>Ankit Kumar</a:t>
            </a:r>
            <a:endParaRPr lang="en-GB" sz="2800" b="1" i="0" u="none" strike="noStrike" kern="1200" cap="none" spc="0" normalizeH="0" baseline="0" noProof="0">
              <a:ln>
                <a:noFill/>
              </a:ln>
              <a:solidFill>
                <a:srgbClr val="A100FF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388F804-0525-4F8E-A5CE-A9E521C1E260}"/>
              </a:ext>
            </a:extLst>
          </p:cNvPr>
          <p:cNvCxnSpPr/>
          <p:nvPr/>
        </p:nvCxnSpPr>
        <p:spPr>
          <a:xfrm>
            <a:off x="9151259" y="3010298"/>
            <a:ext cx="1718008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Table 2">
            <a:extLst>
              <a:ext uri="{FF2B5EF4-FFF2-40B4-BE49-F238E27FC236}">
                <a16:creationId xmlns:a16="http://schemas.microsoft.com/office/drawing/2014/main" id="{A29DB088-2EF4-4C53-A6E2-75C9C7F34C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0610557"/>
              </p:ext>
            </p:extLst>
          </p:nvPr>
        </p:nvGraphicFramePr>
        <p:xfrm>
          <a:off x="463378" y="1101810"/>
          <a:ext cx="11617737" cy="4572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382355">
                  <a:extLst>
                    <a:ext uri="{9D8B030D-6E8A-4147-A177-3AD203B41FA5}">
                      <a16:colId xmlns:a16="http://schemas.microsoft.com/office/drawing/2014/main" val="129918070"/>
                    </a:ext>
                  </a:extLst>
                </a:gridCol>
                <a:gridCol w="7235382">
                  <a:extLst>
                    <a:ext uri="{9D8B030D-6E8A-4147-A177-3AD203B41FA5}">
                      <a16:colId xmlns:a16="http://schemas.microsoft.com/office/drawing/2014/main" val="1188269312"/>
                    </a:ext>
                  </a:extLst>
                </a:gridCol>
              </a:tblGrid>
              <a:tr h="445762">
                <a:tc>
                  <a:txBody>
                    <a:bodyPr/>
                    <a:lstStyle/>
                    <a:p>
                      <a:r>
                        <a:rPr lang="en-US" sz="240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</a:rPr>
                        <a:t>TEAM NAME</a:t>
                      </a:r>
                      <a:r>
                        <a:rPr lang="en-US" sz="2400">
                          <a:solidFill>
                            <a:srgbClr val="A100FF"/>
                          </a:solidFill>
                        </a:rPr>
                        <a:t>:  </a:t>
                      </a:r>
                      <a:r>
                        <a:rPr lang="en-US" sz="240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</a:rPr>
                        <a:t>Team D Top</a:t>
                      </a:r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>
                        <a:solidFill>
                          <a:srgbClr val="A100FF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512452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F2218D32-4F17-4A5E-9BE4-29837BF54E70}"/>
              </a:ext>
            </a:extLst>
          </p:cNvPr>
          <p:cNvSpPr txBox="1"/>
          <p:nvPr/>
        </p:nvSpPr>
        <p:spPr>
          <a:xfrm>
            <a:off x="2643827" y="3326784"/>
            <a:ext cx="2762684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College:</a:t>
            </a:r>
            <a:r>
              <a:rPr lang="en-US" sz="1200">
                <a:solidFill>
                  <a:srgbClr val="000000"/>
                </a:solidFill>
                <a:latin typeface="Arial"/>
                <a:cs typeface="Arial"/>
              </a:rPr>
              <a:t> IIT Kanpur</a:t>
            </a:r>
            <a:endParaRPr lang="en-US" sz="120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Stream:</a:t>
            </a:r>
            <a:r>
              <a:rPr lang="en-US" sz="1200">
                <a:solidFill>
                  <a:srgbClr val="000000"/>
                </a:solidFill>
                <a:latin typeface="Arial"/>
                <a:cs typeface="Arial"/>
              </a:rPr>
              <a:t> Double major ECO</a:t>
            </a:r>
            <a:endParaRPr lang="en-US" sz="120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Year of graduation:</a:t>
            </a:r>
            <a:r>
              <a:rPr lang="en-US" sz="1200" b="1">
                <a:solidFill>
                  <a:srgbClr val="000000"/>
                </a:solidFill>
                <a:latin typeface="Arial"/>
                <a:cs typeface="Arial"/>
              </a:rPr>
              <a:t> </a:t>
            </a:r>
            <a:r>
              <a:rPr lang="en-US" sz="1200">
                <a:solidFill>
                  <a:srgbClr val="000000"/>
                </a:solidFill>
                <a:latin typeface="Arial"/>
                <a:cs typeface="Arial"/>
              </a:rPr>
              <a:t>2028</a:t>
            </a:r>
            <a:endParaRPr lang="en-US" sz="120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9131AF-0078-459E-83A3-73A8BC9A11B8}"/>
              </a:ext>
            </a:extLst>
          </p:cNvPr>
          <p:cNvSpPr txBox="1"/>
          <p:nvPr/>
        </p:nvSpPr>
        <p:spPr>
          <a:xfrm>
            <a:off x="2637616" y="5236045"/>
            <a:ext cx="2762684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College:</a:t>
            </a:r>
            <a:r>
              <a:rPr lang="en-US" sz="1200">
                <a:solidFill>
                  <a:srgbClr val="000000"/>
                </a:solidFill>
                <a:latin typeface="Arial"/>
                <a:cs typeface="Arial"/>
              </a:rPr>
              <a:t> IIT Kanpur</a:t>
            </a:r>
            <a:endParaRPr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Stream:</a:t>
            </a:r>
            <a:r>
              <a:rPr lang="en-US" sz="1200">
                <a:solidFill>
                  <a:srgbClr val="000000"/>
                </a:solidFill>
                <a:latin typeface="Arial"/>
                <a:cs typeface="Arial"/>
              </a:rPr>
              <a:t> BTech MSE</a:t>
            </a:r>
            <a:endParaRPr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Year of graduation:</a:t>
            </a:r>
            <a:r>
              <a:rPr lang="en-US" sz="1200">
                <a:solidFill>
                  <a:srgbClr val="000000"/>
                </a:solidFill>
                <a:latin typeface="Arial"/>
                <a:cs typeface="Arial"/>
              </a:rPr>
              <a:t> 2027</a:t>
            </a:r>
            <a:endParaRPr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AF310E-EC91-4906-9FCC-95C833C3D011}"/>
              </a:ext>
            </a:extLst>
          </p:cNvPr>
          <p:cNvSpPr txBox="1"/>
          <p:nvPr/>
        </p:nvSpPr>
        <p:spPr>
          <a:xfrm>
            <a:off x="9122721" y="3141433"/>
            <a:ext cx="2762684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lang="en-US" sz="1200" b="1">
                <a:solidFill>
                  <a:srgbClr val="000000"/>
                </a:solidFill>
                <a:latin typeface="Arial"/>
                <a:cs typeface="Arial"/>
              </a:rPr>
              <a:t>College: </a:t>
            </a:r>
            <a:r>
              <a:rPr lang="en-US" sz="1200">
                <a:solidFill>
                  <a:srgbClr val="000000"/>
                </a:solidFill>
                <a:latin typeface="Arial"/>
                <a:cs typeface="Arial"/>
              </a:rPr>
              <a:t>IIT Kanpur</a:t>
            </a:r>
          </a:p>
          <a:p>
            <a:pPr>
              <a:defRPr/>
            </a:pPr>
            <a:r>
              <a:rPr lang="en-US" sz="1200" b="1">
                <a:solidFill>
                  <a:srgbClr val="000000"/>
                </a:solidFill>
                <a:latin typeface="Arial"/>
                <a:cs typeface="Arial"/>
              </a:rPr>
              <a:t>Stream: </a:t>
            </a:r>
            <a:r>
              <a:rPr lang="en-US" sz="1200">
                <a:solidFill>
                  <a:srgbClr val="000000"/>
                </a:solidFill>
                <a:latin typeface="Arial"/>
                <a:cs typeface="Arial"/>
              </a:rPr>
              <a:t>BTech ME</a:t>
            </a:r>
            <a:endParaRPr lang="en-US"/>
          </a:p>
          <a:p>
            <a:pPr>
              <a:defRPr/>
            </a:pPr>
            <a:r>
              <a:rPr lang="en-US" sz="1200" b="1">
                <a:solidFill>
                  <a:srgbClr val="000000"/>
                </a:solidFill>
                <a:latin typeface="Arial"/>
                <a:cs typeface="Arial"/>
              </a:rPr>
              <a:t>Year of graduation: </a:t>
            </a:r>
            <a:r>
              <a:rPr lang="en-US" sz="1200">
                <a:solidFill>
                  <a:srgbClr val="000000"/>
                </a:solidFill>
                <a:latin typeface="Arial"/>
                <a:cs typeface="Arial"/>
              </a:rPr>
              <a:t>2027</a:t>
            </a:r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3D8FF9-4271-194B-3A1C-D8569590D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9595" y="2409563"/>
            <a:ext cx="1462218" cy="14725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3540FD7-2700-5AD4-AB72-C0CFAF7770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55" r="1939" b="23334"/>
          <a:stretch>
            <a:fillRect/>
          </a:stretch>
        </p:blipFill>
        <p:spPr>
          <a:xfrm>
            <a:off x="706558" y="4345460"/>
            <a:ext cx="1521077" cy="150951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1F07454-F748-4745-AF0E-0438B90C162E}"/>
              </a:ext>
            </a:extLst>
          </p:cNvPr>
          <p:cNvSpPr txBox="1"/>
          <p:nvPr/>
        </p:nvSpPr>
        <p:spPr>
          <a:xfrm>
            <a:off x="2728784" y="2450757"/>
            <a:ext cx="2998376" cy="10310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b="1">
                <a:solidFill>
                  <a:srgbClr val="A100FF"/>
                </a:solidFill>
                <a:latin typeface="Arial"/>
                <a:ea typeface="Arial"/>
                <a:cs typeface="Segoe UI"/>
              </a:rPr>
              <a:t>Hemesh Saini </a:t>
            </a:r>
            <a:endParaRPr lang="en-US" sz="2400" b="1">
              <a:solidFill>
                <a:srgbClr val="000000"/>
              </a:solidFill>
              <a:latin typeface="Graphik"/>
              <a:ea typeface="Arial"/>
              <a:cs typeface="Arial"/>
            </a:endParaRPr>
          </a:p>
          <a:p>
            <a:r>
              <a:rPr lang="en-US" sz="2400" b="1">
                <a:solidFill>
                  <a:srgbClr val="A100FF"/>
                </a:solidFill>
                <a:latin typeface="Arial"/>
                <a:ea typeface="Arial"/>
                <a:cs typeface="Arial"/>
              </a:rPr>
              <a:t>(Team Leader)</a:t>
            </a:r>
            <a:r>
              <a:rPr sz="24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 sz="2400" b="1"/>
          </a:p>
          <a:p>
            <a:pPr algn="ctr"/>
            <a:endParaRPr lang="en-US" sz="1600" err="1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BE485B3-7EDE-F6E6-8A38-A6BCBFFB5B8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330" t="7661" r="14093" b="31294"/>
          <a:stretch>
            <a:fillRect/>
          </a:stretch>
        </p:blipFill>
        <p:spPr>
          <a:xfrm>
            <a:off x="706656" y="2384904"/>
            <a:ext cx="1520449" cy="1522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471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361458" y="386331"/>
            <a:ext cx="11282796" cy="470919"/>
          </a:xfrm>
          <a:solidFill>
            <a:srgbClr val="A100FF"/>
          </a:solidFill>
        </p:spPr>
        <p:txBody>
          <a:bodyPr>
            <a:normAutofit/>
          </a:bodyPr>
          <a:lstStyle/>
          <a:p>
            <a:r>
              <a:rPr lang="en-IN" sz="2000" b="1">
                <a:solidFill>
                  <a:schemeClr val="bg1"/>
                </a:solidFill>
                <a:latin typeface="Graphik"/>
                <a:cs typeface="Arial"/>
              </a:rPr>
              <a:t>Problem statement - ControlPlane.ai: AI failures are found out, not caught first</a:t>
            </a:r>
            <a:endParaRPr lang="en-IN" sz="2000">
              <a:solidFill>
                <a:schemeClr val="bg1"/>
              </a:solidFill>
              <a:latin typeface="Graphik"/>
              <a:cs typeface="Arial"/>
            </a:endParaRPr>
          </a:p>
        </p:txBody>
      </p:sp>
      <p:sp>
        <p:nvSpPr>
          <p:cNvPr id="201" name="tb201"/>
          <p:cNvSpPr>
            <a:spLocks noGrp="1"/>
          </p:cNvSpPr>
          <p:nvPr/>
        </p:nvSpPr>
        <p:spPr>
          <a:xfrm>
            <a:off x="361458" y="940000"/>
            <a:ext cx="11282796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12000"/>
              </a:lnSpc>
            </a:pPr>
            <a:r>
              <a:rPr lang="en-IN" sz="1150">
                <a:latin typeface="Arial"/>
                <a:cs typeface="Arial"/>
              </a:rPr>
              <a:t>Enterprise AI now writes answers customers act on, code that ships, and decisions that move money - with </a:t>
            </a:r>
            <a:r>
              <a:rPr lang="en-IN" sz="1150" b="1">
                <a:solidFill>
                  <a:srgbClr val="A100FF"/>
                </a:solidFill>
                <a:latin typeface="Arial"/>
                <a:cs typeface="Arial"/>
              </a:rPr>
              <a:t>three silent risks</a:t>
            </a:r>
            <a:r>
              <a:rPr lang="en-IN" sz="1150">
                <a:latin typeface="Arial"/>
                <a:cs typeface="Arial"/>
              </a:rPr>
              <a:t> that surface only after someone has acted on the response.</a:t>
            </a:r>
          </a:p>
        </p:txBody>
      </p:sp>
      <p:sp>
        <p:nvSpPr>
          <p:cNvPr id="202" name="card202"/>
          <p:cNvSpPr/>
          <p:nvPr/>
        </p:nvSpPr>
        <p:spPr>
          <a:xfrm>
            <a:off x="361458" y="1600000"/>
            <a:ext cx="3594265" cy="1050000"/>
          </a:xfrm>
          <a:prstGeom prst="roundRect">
            <a:avLst>
              <a:gd name="adj" fmla="val 6000"/>
            </a:avLst>
          </a:prstGeom>
          <a:solidFill>
            <a:srgbClr val="F5EBFF"/>
          </a:solidFill>
          <a:ln>
            <a:noFill/>
          </a:ln>
        </p:spPr>
        <p:txBody>
          <a:bodyPr wrap="square" lIns="150000" tIns="110000" rIns="150000" bIns="90000" anchor="ctr">
            <a:normAutofit/>
          </a:bodyPr>
          <a:lstStyle/>
          <a:p>
            <a:pPr>
              <a:spcAft>
                <a:spcPts val="500"/>
              </a:spcAft>
            </a:pPr>
            <a:r>
              <a:rPr lang="en-IN" sz="1100" b="1">
                <a:solidFill>
                  <a:srgbClr val="A1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PERFORMANCE</a:t>
            </a:r>
          </a:p>
          <a:p>
            <a:pPr>
              <a:lnSpc>
                <a:spcPct val="113000"/>
              </a:lnSpc>
            </a:pPr>
            <a:r>
              <a:rPr lang="en-IN" sz="1000">
                <a:solidFill>
                  <a:srgbClr val="2B2B2B"/>
                </a:solidFill>
                <a:latin typeface="Arial"/>
                <a:cs typeface="Arial"/>
              </a:rPr>
              <a:t>Models are confidently wrong - discovered when a customer complaints or an auditor asks, never at response time.</a:t>
            </a:r>
          </a:p>
        </p:txBody>
      </p:sp>
      <p:sp>
        <p:nvSpPr>
          <p:cNvPr id="203" name="card203"/>
          <p:cNvSpPr/>
          <p:nvPr/>
        </p:nvSpPr>
        <p:spPr>
          <a:xfrm>
            <a:off x="4205723" y="1600000"/>
            <a:ext cx="3594265" cy="1050000"/>
          </a:xfrm>
          <a:prstGeom prst="roundRect">
            <a:avLst>
              <a:gd name="adj" fmla="val 6000"/>
            </a:avLst>
          </a:prstGeom>
          <a:solidFill>
            <a:srgbClr val="F5EBFF"/>
          </a:solidFill>
          <a:ln>
            <a:noFill/>
          </a:ln>
        </p:spPr>
        <p:txBody>
          <a:bodyPr wrap="square" lIns="150000" tIns="110000" rIns="150000" bIns="90000" anchor="t">
            <a:normAutofit/>
          </a:bodyPr>
          <a:lstStyle/>
          <a:p>
            <a:pPr>
              <a:spcAft>
                <a:spcPts val="500"/>
              </a:spcAft>
            </a:pPr>
            <a:r>
              <a:rPr lang="en-IN" sz="1100" b="1">
                <a:solidFill>
                  <a:srgbClr val="A1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</a:t>
            </a:r>
          </a:p>
          <a:p>
            <a:pPr>
              <a:lnSpc>
                <a:spcPct val="113000"/>
              </a:lnSpc>
              <a:spcAft>
                <a:spcPts val="0"/>
              </a:spcAft>
            </a:pPr>
            <a:r>
              <a:rPr lang="en-IN" sz="1000">
                <a:solidFill>
                  <a:srgbClr val="2B2B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Retry loops, bloated prompts and silent rework burn budgets. Teams see the monthly bill, not the responses causing it.</a:t>
            </a:r>
          </a:p>
        </p:txBody>
      </p:sp>
      <p:sp>
        <p:nvSpPr>
          <p:cNvPr id="204" name="card204"/>
          <p:cNvSpPr/>
          <p:nvPr/>
        </p:nvSpPr>
        <p:spPr>
          <a:xfrm>
            <a:off x="8049988" y="1600000"/>
            <a:ext cx="3594265" cy="1050000"/>
          </a:xfrm>
          <a:prstGeom prst="roundRect">
            <a:avLst>
              <a:gd name="adj" fmla="val 6000"/>
            </a:avLst>
          </a:prstGeom>
          <a:solidFill>
            <a:srgbClr val="F5EBFF"/>
          </a:solidFill>
          <a:ln>
            <a:noFill/>
          </a:ln>
        </p:spPr>
        <p:txBody>
          <a:bodyPr wrap="square" lIns="150000" tIns="110000" rIns="150000" bIns="90000" anchor="t">
            <a:normAutofit/>
          </a:bodyPr>
          <a:lstStyle/>
          <a:p>
            <a:pPr>
              <a:spcAft>
                <a:spcPts val="500"/>
              </a:spcAft>
            </a:pPr>
            <a:r>
              <a:rPr lang="en-IN" sz="1100" b="1">
                <a:solidFill>
                  <a:srgbClr val="A1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RESPONSIBILITY</a:t>
            </a:r>
          </a:p>
          <a:p>
            <a:pPr>
              <a:lnSpc>
                <a:spcPct val="113000"/>
              </a:lnSpc>
              <a:spcAft>
                <a:spcPts val="0"/>
              </a:spcAft>
            </a:pPr>
            <a:r>
              <a:rPr lang="en-IN" sz="1000">
                <a:solidFill>
                  <a:srgbClr val="2B2B2B"/>
                </a:solidFill>
                <a:latin typeface="Arial"/>
                <a:cs typeface="Arial"/>
              </a:rPr>
              <a:t>Bias, unsafe content and data leakage slip into live outputs - regulatory, legal and reputational exposure.</a:t>
            </a:r>
          </a:p>
        </p:txBody>
      </p:sp>
      <p:sp>
        <p:nvSpPr>
          <p:cNvPr id="205" name="card205"/>
          <p:cNvSpPr/>
          <p:nvPr/>
        </p:nvSpPr>
        <p:spPr>
          <a:xfrm>
            <a:off x="361458" y="2770000"/>
            <a:ext cx="11282796" cy="11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A100FF"/>
            </a:solidFill>
          </a:ln>
        </p:spPr>
        <p:txBody>
          <a:bodyPr wrap="square" lIns="150000" tIns="110000" rIns="150000" bIns="90000" anchor="t">
            <a:normAutofit/>
          </a:bodyPr>
          <a:lstStyle/>
          <a:p>
            <a:pPr>
              <a:spcAft>
                <a:spcPts val="500"/>
              </a:spcAft>
            </a:pPr>
            <a:r>
              <a:rPr lang="en-IN" sz="1050" b="1">
                <a:solidFill>
                  <a:srgbClr val="A1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COST OF FINDING OUT LATE</a:t>
            </a:r>
          </a:p>
          <a:p>
            <a:pPr>
              <a:lnSpc>
                <a:spcPct val="113000"/>
              </a:lnSpc>
              <a:spcAft>
                <a:spcPts val="0"/>
              </a:spcAft>
            </a:pPr>
            <a:r>
              <a:rPr lang="en-IN" sz="1000">
                <a:solidFill>
                  <a:srgbClr val="2B2B2B"/>
                </a:solidFill>
                <a:latin typeface="Arial"/>
                <a:cs typeface="Arial"/>
              </a:rPr>
              <a:t>In February 2024, a Canadian tribunal held Air Canada liable for a refund policy its own chatbot invented, rejecting the claim that the bot was a separate legal entity. In McKinsey’s 2025 survey, 51% of AI-using organizations report at least one negative AI consequence - inaccuracy most common. And the EU AI Act’s Article 72 makes continuous post-market monitoring a legal obligation for high-risk systems.</a:t>
            </a:r>
          </a:p>
        </p:txBody>
      </p:sp>
      <p:sp>
        <p:nvSpPr>
          <p:cNvPr id="206" name="tb206"/>
          <p:cNvSpPr>
            <a:spLocks noGrp="1"/>
          </p:cNvSpPr>
          <p:nvPr/>
        </p:nvSpPr>
        <p:spPr>
          <a:xfrm>
            <a:off x="361458" y="4020000"/>
            <a:ext cx="11282796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lang="en-IN" sz="1100" b="1">
                <a:solidFill>
                  <a:srgbClr val="A100FF"/>
                </a:solidFill>
                <a:latin typeface="Arial"/>
                <a:cs typeface="Arial"/>
              </a:rPr>
              <a:t>Why today’s tools miss it: </a:t>
            </a:r>
            <a:r>
              <a:rPr lang="en-IN" sz="1100">
                <a:latin typeface="Arial"/>
                <a:cs typeface="Arial"/>
              </a:rPr>
              <a:t>evals run before launch; dashboards are read after incidents - nothing in the live path watches every response across all three risks.</a:t>
            </a:r>
          </a:p>
        </p:txBody>
      </p:sp>
      <p:sp>
        <p:nvSpPr>
          <p:cNvPr id="207" name="ln207"/>
          <p:cNvSpPr/>
          <p:nvPr/>
        </p:nvSpPr>
        <p:spPr>
          <a:xfrm>
            <a:off x="700000" y="5540000"/>
            <a:ext cx="10400000" cy="0"/>
          </a:xfrm>
          <a:prstGeom prst="line">
            <a:avLst/>
          </a:prstGeom>
          <a:ln w="28575" cap="flat">
            <a:solidFill>
              <a:srgbClr val="A100FF"/>
            </a:solidFill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208" name="dot208"/>
          <p:cNvSpPr/>
          <p:nvPr/>
        </p:nvSpPr>
        <p:spPr>
          <a:xfrm>
            <a:off x="1820000" y="5460000"/>
            <a:ext cx="160000" cy="1600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09" name="tb209"/>
          <p:cNvSpPr>
            <a:spLocks noGrp="1"/>
          </p:cNvSpPr>
          <p:nvPr/>
        </p:nvSpPr>
        <p:spPr>
          <a:xfrm>
            <a:off x="300000" y="4750000"/>
            <a:ext cx="3200000" cy="6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ctr">
              <a:spcAft>
                <a:spcPts val="200"/>
              </a:spcAft>
            </a:pPr>
            <a:r>
              <a:rPr lang="en-IN" sz="1000" b="1">
                <a:solidFill>
                  <a:srgbClr val="A1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DAY 0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lang="en-IN" sz="950">
                <a:solidFill>
                  <a:srgbClr val="6666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ships</a:t>
            </a:r>
          </a:p>
        </p:txBody>
      </p:sp>
      <p:sp>
        <p:nvSpPr>
          <p:cNvPr id="210" name="dot210"/>
          <p:cNvSpPr/>
          <p:nvPr/>
        </p:nvSpPr>
        <p:spPr>
          <a:xfrm>
            <a:off x="5720000" y="5460000"/>
            <a:ext cx="160000" cy="1600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11" name="tb211"/>
          <p:cNvSpPr>
            <a:spLocks noGrp="1"/>
          </p:cNvSpPr>
          <p:nvPr/>
        </p:nvSpPr>
        <p:spPr>
          <a:xfrm>
            <a:off x="4200000" y="4750000"/>
            <a:ext cx="3200000" cy="6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ctr">
              <a:spcAft>
                <a:spcPts val="200"/>
              </a:spcAft>
            </a:pPr>
            <a:r>
              <a:rPr lang="en-IN" sz="1000" b="1">
                <a:solidFill>
                  <a:srgbClr val="A1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WEEKS 1–N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lang="en-IN" sz="950">
                <a:solidFill>
                  <a:srgbClr val="6666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Thousands of responses, zero alerts</a:t>
            </a:r>
          </a:p>
        </p:txBody>
      </p:sp>
      <p:sp>
        <p:nvSpPr>
          <p:cNvPr id="212" name="dot212"/>
          <p:cNvSpPr/>
          <p:nvPr/>
        </p:nvSpPr>
        <p:spPr>
          <a:xfrm>
            <a:off x="9620000" y="5460000"/>
            <a:ext cx="160000" cy="1600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13" name="tb213"/>
          <p:cNvSpPr>
            <a:spLocks noGrp="1"/>
          </p:cNvSpPr>
          <p:nvPr/>
        </p:nvSpPr>
        <p:spPr>
          <a:xfrm>
            <a:off x="8100000" y="4750000"/>
            <a:ext cx="3200000" cy="6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ctr">
              <a:spcAft>
                <a:spcPts val="200"/>
              </a:spcAft>
            </a:pPr>
            <a:r>
              <a:rPr lang="en-IN" sz="1000" b="1">
                <a:solidFill>
                  <a:srgbClr val="A1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DAY X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lang="en-IN" sz="950">
                <a:solidFill>
                  <a:srgbClr val="6666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customer or auditor finds it first</a:t>
            </a:r>
          </a:p>
        </p:txBody>
      </p:sp>
    </p:spTree>
    <p:extLst>
      <p:ext uri="{BB962C8B-B14F-4D97-AF65-F5344CB8AC3E}">
        <p14:creationId xmlns:p14="http://schemas.microsoft.com/office/powerpoint/2010/main" val="969716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340961" y="342685"/>
            <a:ext cx="11282796" cy="423125"/>
          </a:xfrm>
          <a:solidFill>
            <a:srgbClr val="A100FF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IN" sz="2000" b="1">
                <a:solidFill>
                  <a:schemeClr val="bg1"/>
                </a:solidFill>
                <a:latin typeface="Graphik"/>
                <a:cs typeface="Arial"/>
              </a:rPr>
              <a:t>Proposed solution - AEGIS: an adaptive risk engine for every AI response</a:t>
            </a:r>
          </a:p>
        </p:txBody>
      </p:sp>
      <p:sp>
        <p:nvSpPr>
          <p:cNvPr id="214" name="tb214"/>
          <p:cNvSpPr>
            <a:spLocks noGrp="1"/>
          </p:cNvSpPr>
          <p:nvPr/>
        </p:nvSpPr>
        <p:spPr>
          <a:xfrm>
            <a:off x="361458" y="930000"/>
            <a:ext cx="11282796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lang="en-IN" sz="115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IN" sz="1150" b="1">
                <a:solidFill>
                  <a:srgbClr val="A1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model-agnostic gateway</a:t>
            </a:r>
            <a:r>
              <a:rPr lang="en-IN" sz="1150">
                <a:latin typeface="Arial" panose="020B0604020202020204" pitchFamily="34" charset="0"/>
                <a:cs typeface="Arial" panose="020B0604020202020204" pitchFamily="34" charset="0"/>
              </a:rPr>
              <a:t> that decides, per response, how much scrutiny it deserves and what happens next — not uniform checks, not uniform sampling.</a:t>
            </a:r>
          </a:p>
        </p:txBody>
      </p:sp>
      <p:sp>
        <p:nvSpPr>
          <p:cNvPr id="215" name="card215"/>
          <p:cNvSpPr/>
          <p:nvPr/>
        </p:nvSpPr>
        <p:spPr>
          <a:xfrm>
            <a:off x="361458" y="1510000"/>
            <a:ext cx="3594265" cy="1400000"/>
          </a:xfrm>
          <a:prstGeom prst="roundRect">
            <a:avLst>
              <a:gd name="adj" fmla="val 6000"/>
            </a:avLst>
          </a:prstGeom>
          <a:solidFill>
            <a:srgbClr val="F5EBFF"/>
          </a:solidFill>
          <a:ln>
            <a:noFill/>
          </a:ln>
        </p:spPr>
        <p:txBody>
          <a:bodyPr wrap="square" lIns="150000" tIns="110000" rIns="150000" bIns="90000" anchor="t">
            <a:normAutofit/>
          </a:bodyPr>
          <a:lstStyle/>
          <a:p>
            <a:pPr>
              <a:spcAft>
                <a:spcPts val="500"/>
              </a:spcAft>
            </a:pPr>
            <a:r>
              <a:rPr lang="en-IN" sz="1100" b="1">
                <a:solidFill>
                  <a:srgbClr val="A1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· RISK PRIOR · BEFORE GENERATION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lang="en-IN" sz="1050">
                <a:solidFill>
                  <a:srgbClr val="2B2B2B"/>
                </a:solidFill>
                <a:latin typeface="Arial"/>
                <a:cs typeface="Arial"/>
              </a:rPr>
              <a:t>Request-time signals - endpoint, transaction value, user tier, data sensitivity - set stakes before a token is generated. High-stakes flows hold-and-release within a ~300ms latency budget; the rest stream, audited async with one-click retraction.</a:t>
            </a:r>
          </a:p>
        </p:txBody>
      </p:sp>
      <p:sp>
        <p:nvSpPr>
          <p:cNvPr id="216" name="card216"/>
          <p:cNvSpPr/>
          <p:nvPr/>
        </p:nvSpPr>
        <p:spPr>
          <a:xfrm>
            <a:off x="4205723" y="1510000"/>
            <a:ext cx="3594265" cy="1400000"/>
          </a:xfrm>
          <a:prstGeom prst="roundRect">
            <a:avLst>
              <a:gd name="adj" fmla="val 6000"/>
            </a:avLst>
          </a:prstGeom>
          <a:solidFill>
            <a:srgbClr val="F5EBFF"/>
          </a:solidFill>
          <a:ln>
            <a:noFill/>
          </a:ln>
        </p:spPr>
        <p:txBody>
          <a:bodyPr wrap="square" lIns="150000" tIns="110000" rIns="150000" bIns="90000" anchor="t">
            <a:normAutofit/>
          </a:bodyPr>
          <a:lstStyle/>
          <a:p>
            <a:pPr>
              <a:spcAft>
                <a:spcPts val="500"/>
              </a:spcAft>
            </a:pPr>
            <a:r>
              <a:rPr lang="en-IN" sz="1100" b="1">
                <a:solidFill>
                  <a:srgbClr val="A1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· EVIDENCE · AFTER GENERATION</a:t>
            </a:r>
          </a:p>
          <a:p>
            <a:pPr>
              <a:lnSpc>
                <a:spcPct val="112000"/>
              </a:lnSpc>
            </a:pPr>
            <a:r>
              <a:rPr lang="en-IN" sz="1050" b="1">
                <a:solidFill>
                  <a:srgbClr val="2B2B2B"/>
                </a:solidFill>
                <a:latin typeface="Arial"/>
                <a:cs typeface="Arial"/>
              </a:rPr>
              <a:t>Performance - </a:t>
            </a:r>
            <a:r>
              <a:rPr lang="en-IN" sz="1050">
                <a:solidFill>
                  <a:srgbClr val="2B2B2B"/>
                </a:solidFill>
                <a:latin typeface="Arial"/>
                <a:cs typeface="Arial"/>
              </a:rPr>
              <a:t>a small verifier re-answers from the same context; disagreement flags. </a:t>
            </a:r>
            <a:r>
              <a:rPr lang="en-IN" sz="1050" b="1">
                <a:solidFill>
                  <a:srgbClr val="2B2B2B"/>
                </a:solidFill>
                <a:latin typeface="Arial"/>
                <a:cs typeface="Arial"/>
              </a:rPr>
              <a:t>Cost - </a:t>
            </a:r>
            <a:r>
              <a:rPr lang="en-IN" sz="1050">
                <a:solidFill>
                  <a:srgbClr val="2B2B2B"/>
                </a:solidFill>
                <a:latin typeface="Arial"/>
                <a:cs typeface="Arial"/>
              </a:rPr>
              <a:t>token, retry and latency telemetry. </a:t>
            </a:r>
            <a:r>
              <a:rPr lang="en-IN" sz="1050" b="1">
                <a:solidFill>
                  <a:srgbClr val="2B2B2B"/>
                </a:solidFill>
                <a:latin typeface="Arial"/>
                <a:cs typeface="Arial"/>
              </a:rPr>
              <a:t>Responsibility - </a:t>
            </a:r>
            <a:r>
              <a:rPr lang="en-IN" sz="1050">
                <a:solidFill>
                  <a:srgbClr val="2B2B2B"/>
                </a:solidFill>
                <a:latin typeface="Arial"/>
                <a:cs typeface="Arial"/>
              </a:rPr>
              <a:t>PII and policy inline; deeper bias async.</a:t>
            </a:r>
          </a:p>
        </p:txBody>
      </p:sp>
      <p:sp>
        <p:nvSpPr>
          <p:cNvPr id="217" name="card217"/>
          <p:cNvSpPr/>
          <p:nvPr/>
        </p:nvSpPr>
        <p:spPr>
          <a:xfrm>
            <a:off x="8049988" y="1510000"/>
            <a:ext cx="3594265" cy="1400000"/>
          </a:xfrm>
          <a:prstGeom prst="roundRect">
            <a:avLst>
              <a:gd name="adj" fmla="val 6000"/>
            </a:avLst>
          </a:prstGeom>
          <a:solidFill>
            <a:srgbClr val="F5EBFF"/>
          </a:solidFill>
          <a:ln>
            <a:noFill/>
          </a:ln>
        </p:spPr>
        <p:txBody>
          <a:bodyPr wrap="square" lIns="150000" tIns="110000" rIns="150000" bIns="90000" anchor="t">
            <a:normAutofit/>
          </a:bodyPr>
          <a:lstStyle/>
          <a:p>
            <a:pPr>
              <a:spcAft>
                <a:spcPts val="500"/>
              </a:spcAft>
            </a:pPr>
            <a:r>
              <a:rPr lang="en-IN" sz="1100" b="1">
                <a:solidFill>
                  <a:srgbClr val="A1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· ADAPTIVE SCRUTINY · THE EDGE</a:t>
            </a:r>
          </a:p>
          <a:p>
            <a:pPr>
              <a:lnSpc>
                <a:spcPct val="112000"/>
              </a:lnSpc>
            </a:pPr>
            <a:r>
              <a:rPr lang="en-IN" sz="1050">
                <a:solidFill>
                  <a:srgbClr val="2B2B2B"/>
                </a:solidFill>
                <a:latin typeface="Arial"/>
                <a:cs typeface="Arial"/>
              </a:rPr>
              <a:t>Cheap telemetry anomalies - retry storms, token spikes - are leading indicators of quality failure, so the expensive verifier fires where free signals say risk is rising. Single-lane tools can’t - they don’t see the other lanes. Every flag retrains the checker on your traffic.</a:t>
            </a:r>
          </a:p>
        </p:txBody>
      </p:sp>
      <p:sp>
        <p:nvSpPr>
          <p:cNvPr id="218" name="cb218"/>
          <p:cNvSpPr/>
          <p:nvPr/>
        </p:nvSpPr>
        <p:spPr>
          <a:xfrm>
            <a:off x="1320000" y="3270000"/>
            <a:ext cx="850000" cy="52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A100FF"/>
            </a:solidFill>
          </a:ln>
        </p:spPr>
        <p:txBody>
          <a:bodyPr wrap="square" lIns="30000" tIns="20000" rIns="30000" bIns="2000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IN" sz="1000" b="1">
                <a:solidFill>
                  <a:srgbClr val="2B2B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</a:t>
            </a:r>
          </a:p>
        </p:txBody>
      </p:sp>
      <p:sp>
        <p:nvSpPr>
          <p:cNvPr id="219" name="ln219"/>
          <p:cNvSpPr/>
          <p:nvPr/>
        </p:nvSpPr>
        <p:spPr>
          <a:xfrm>
            <a:off x="2170000" y="3530000"/>
            <a:ext cx="280000" cy="0"/>
          </a:xfrm>
          <a:prstGeom prst="line">
            <a:avLst/>
          </a:prstGeom>
          <a:ln w="25400" cap="flat">
            <a:solidFill>
              <a:srgbClr val="A100FF"/>
            </a:solidFill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220" name="cb220"/>
          <p:cNvSpPr/>
          <p:nvPr/>
        </p:nvSpPr>
        <p:spPr>
          <a:xfrm>
            <a:off x="2450000" y="3270000"/>
            <a:ext cx="1450000" cy="52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A100FF"/>
            </a:solidFill>
          </a:ln>
        </p:spPr>
        <p:txBody>
          <a:bodyPr wrap="square" lIns="30000" tIns="20000" rIns="30000" bIns="20000" anchor="ctr">
            <a:normAutofit/>
          </a:bodyPr>
          <a:lstStyle/>
          <a:p>
            <a:pPr algn="ctr">
              <a:spcAft>
                <a:spcPts val="150"/>
              </a:spcAft>
            </a:pPr>
            <a:r>
              <a:rPr lang="en-IN" sz="900" b="1">
                <a:solidFill>
                  <a:srgbClr val="A1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RISK PRIOR</a:t>
            </a:r>
          </a:p>
          <a:p>
            <a:pPr algn="ctr">
              <a:spcAft>
                <a:spcPts val="0"/>
              </a:spcAft>
            </a:pPr>
            <a:r>
              <a:rPr lang="en-IN" sz="750">
                <a:solidFill>
                  <a:srgbClr val="6666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request-time signals</a:t>
            </a:r>
          </a:p>
        </p:txBody>
      </p:sp>
      <p:sp>
        <p:nvSpPr>
          <p:cNvPr id="221" name="ln221"/>
          <p:cNvSpPr/>
          <p:nvPr/>
        </p:nvSpPr>
        <p:spPr>
          <a:xfrm>
            <a:off x="3900000" y="3530000"/>
            <a:ext cx="280000" cy="0"/>
          </a:xfrm>
          <a:prstGeom prst="line">
            <a:avLst/>
          </a:prstGeom>
          <a:ln w="25400" cap="flat">
            <a:solidFill>
              <a:srgbClr val="A100FF"/>
            </a:solidFill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222" name="card222"/>
          <p:cNvSpPr/>
          <p:nvPr/>
        </p:nvSpPr>
        <p:spPr>
          <a:xfrm>
            <a:off x="4180000" y="2990000"/>
            <a:ext cx="3300000" cy="1080000"/>
          </a:xfrm>
          <a:prstGeom prst="roundRect">
            <a:avLst>
              <a:gd name="adj" fmla="val 6000"/>
            </a:avLst>
          </a:prstGeom>
          <a:solidFill>
            <a:srgbClr val="F5EBFF"/>
          </a:solidFill>
          <a:ln w="15875">
            <a:solidFill>
              <a:srgbClr val="A100FF"/>
            </a:solidFill>
          </a:ln>
        </p:spPr>
        <p:txBody>
          <a:bodyPr wrap="square" lIns="60000" tIns="110000" rIns="60000" bIns="90000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IN" sz="950" b="1">
                <a:solidFill>
                  <a:srgbClr val="A1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AEGIS GATEWAY</a:t>
            </a:r>
          </a:p>
          <a:p>
            <a:pPr algn="ctr"/>
            <a:endParaRPr lang="en-IN" sz="950" b="1">
              <a:solidFill>
                <a:srgbClr val="A1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3" name="cb223"/>
          <p:cNvSpPr/>
          <p:nvPr/>
        </p:nvSpPr>
        <p:spPr>
          <a:xfrm>
            <a:off x="4330000" y="3268809"/>
            <a:ext cx="3000000" cy="225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A100FF"/>
            </a:solidFill>
          </a:ln>
        </p:spPr>
        <p:txBody>
          <a:bodyPr wrap="square" lIns="30000" tIns="20000" rIns="30000" bIns="2000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IN" sz="850" b="1">
                <a:solidFill>
                  <a:srgbClr val="A1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PERFORMANCE</a:t>
            </a:r>
          </a:p>
        </p:txBody>
      </p:sp>
      <p:sp>
        <p:nvSpPr>
          <p:cNvPr id="224" name="cb224"/>
          <p:cNvSpPr/>
          <p:nvPr/>
        </p:nvSpPr>
        <p:spPr>
          <a:xfrm>
            <a:off x="4330000" y="3515000"/>
            <a:ext cx="3000000" cy="225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A100FF"/>
            </a:solidFill>
          </a:ln>
        </p:spPr>
        <p:txBody>
          <a:bodyPr wrap="square" lIns="30000" tIns="20000" rIns="30000" bIns="2000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IN" sz="900" b="1">
                <a:solidFill>
                  <a:srgbClr val="A100FF"/>
                </a:solidFill>
                <a:latin typeface="Arial"/>
                <a:cs typeface="Arial"/>
              </a:rPr>
              <a:t>COST</a:t>
            </a:r>
          </a:p>
        </p:txBody>
      </p:sp>
      <p:sp>
        <p:nvSpPr>
          <p:cNvPr id="225" name="cb225"/>
          <p:cNvSpPr/>
          <p:nvPr/>
        </p:nvSpPr>
        <p:spPr>
          <a:xfrm>
            <a:off x="4330000" y="3761191"/>
            <a:ext cx="3000000" cy="225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A100FF"/>
            </a:solidFill>
          </a:ln>
        </p:spPr>
        <p:txBody>
          <a:bodyPr wrap="square" lIns="30000" tIns="20000" rIns="30000" bIns="2000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IN" sz="900" b="1">
                <a:solidFill>
                  <a:srgbClr val="A100FF"/>
                </a:solidFill>
                <a:latin typeface="Arial"/>
                <a:cs typeface="Arial"/>
              </a:rPr>
              <a:t>RESPONSIBILITY</a:t>
            </a:r>
          </a:p>
        </p:txBody>
      </p:sp>
      <p:sp>
        <p:nvSpPr>
          <p:cNvPr id="226" name="ln226"/>
          <p:cNvSpPr/>
          <p:nvPr/>
        </p:nvSpPr>
        <p:spPr>
          <a:xfrm>
            <a:off x="7480000" y="3530000"/>
            <a:ext cx="280000" cy="0"/>
          </a:xfrm>
          <a:prstGeom prst="line">
            <a:avLst/>
          </a:prstGeom>
          <a:ln w="25400" cap="flat">
            <a:solidFill>
              <a:srgbClr val="A100FF"/>
            </a:solidFill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227" name="cb227"/>
          <p:cNvSpPr/>
          <p:nvPr/>
        </p:nvSpPr>
        <p:spPr>
          <a:xfrm>
            <a:off x="7760000" y="3060000"/>
            <a:ext cx="1700000" cy="28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E9E4A"/>
            </a:solidFill>
          </a:ln>
        </p:spPr>
        <p:txBody>
          <a:bodyPr wrap="square" lIns="30000" tIns="20000" rIns="30000" bIns="2000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IN" sz="850" b="1">
                <a:solidFill>
                  <a:srgbClr val="1E9E4A"/>
                </a:solidFill>
                <a:latin typeface="Arial"/>
                <a:cs typeface="Arial"/>
              </a:rPr>
              <a:t>GREEN - deliver</a:t>
            </a:r>
          </a:p>
        </p:txBody>
      </p:sp>
      <p:sp>
        <p:nvSpPr>
          <p:cNvPr id="228" name="cb228"/>
          <p:cNvSpPr/>
          <p:nvPr/>
        </p:nvSpPr>
        <p:spPr>
          <a:xfrm>
            <a:off x="7760000" y="3390000"/>
            <a:ext cx="1700000" cy="28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69500"/>
            </a:solidFill>
          </a:ln>
        </p:spPr>
        <p:txBody>
          <a:bodyPr wrap="square" lIns="30000" tIns="20000" rIns="30000" bIns="2000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IN" sz="850" b="1">
                <a:solidFill>
                  <a:srgbClr val="D69500"/>
                </a:solidFill>
                <a:latin typeface="Arial"/>
                <a:cs typeface="Arial"/>
              </a:rPr>
              <a:t>YELLOW - auto-edit</a:t>
            </a:r>
          </a:p>
        </p:txBody>
      </p:sp>
      <p:sp>
        <p:nvSpPr>
          <p:cNvPr id="229" name="cb229"/>
          <p:cNvSpPr/>
          <p:nvPr/>
        </p:nvSpPr>
        <p:spPr>
          <a:xfrm>
            <a:off x="7760000" y="3720000"/>
            <a:ext cx="1700000" cy="28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0342C"/>
            </a:solidFill>
          </a:ln>
        </p:spPr>
        <p:txBody>
          <a:bodyPr wrap="square" lIns="30000" tIns="20000" rIns="30000" bIns="2000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IN" sz="850" b="1">
                <a:solidFill>
                  <a:srgbClr val="D0342C"/>
                </a:solidFill>
                <a:latin typeface="Arial"/>
                <a:cs typeface="Arial"/>
              </a:rPr>
              <a:t>RED - hold / escalate</a:t>
            </a:r>
          </a:p>
        </p:txBody>
      </p:sp>
      <p:sp>
        <p:nvSpPr>
          <p:cNvPr id="230" name="ln230"/>
          <p:cNvSpPr/>
          <p:nvPr/>
        </p:nvSpPr>
        <p:spPr>
          <a:xfrm>
            <a:off x="9460000" y="3530000"/>
            <a:ext cx="280000" cy="0"/>
          </a:xfrm>
          <a:prstGeom prst="line">
            <a:avLst/>
          </a:prstGeom>
          <a:ln w="25400" cap="flat">
            <a:solidFill>
              <a:srgbClr val="A100FF"/>
            </a:solidFill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231" name="cb231"/>
          <p:cNvSpPr/>
          <p:nvPr/>
        </p:nvSpPr>
        <p:spPr>
          <a:xfrm>
            <a:off x="9740000" y="3270000"/>
            <a:ext cx="950000" cy="52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A100FF"/>
            </a:solidFill>
          </a:ln>
        </p:spPr>
        <p:txBody>
          <a:bodyPr wrap="square" lIns="30000" tIns="20000" rIns="30000" bIns="2000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IN" sz="1000" b="1">
                <a:solidFill>
                  <a:srgbClr val="2B2B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</a:t>
            </a:r>
          </a:p>
        </p:txBody>
      </p:sp>
      <p:sp>
        <p:nvSpPr>
          <p:cNvPr id="232" name="ln232"/>
          <p:cNvSpPr/>
          <p:nvPr/>
        </p:nvSpPr>
        <p:spPr>
          <a:xfrm>
            <a:off x="10215000" y="3790000"/>
            <a:ext cx="0" cy="470000"/>
          </a:xfrm>
          <a:prstGeom prst="line">
            <a:avLst/>
          </a:prstGeom>
          <a:ln w="19050" cap="flat">
            <a:solidFill>
              <a:srgbClr val="666666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33" name="ln233"/>
          <p:cNvSpPr/>
          <p:nvPr/>
        </p:nvSpPr>
        <p:spPr>
          <a:xfrm>
            <a:off x="5830000" y="4260000"/>
            <a:ext cx="4385000" cy="0"/>
          </a:xfrm>
          <a:prstGeom prst="line">
            <a:avLst/>
          </a:prstGeom>
          <a:ln w="19050" cap="flat">
            <a:solidFill>
              <a:srgbClr val="666666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34" name="ln234"/>
          <p:cNvSpPr/>
          <p:nvPr/>
        </p:nvSpPr>
        <p:spPr>
          <a:xfrm flipV="1">
            <a:off x="5830000" y="4070000"/>
            <a:ext cx="0" cy="190000"/>
          </a:xfrm>
          <a:prstGeom prst="line">
            <a:avLst/>
          </a:prstGeom>
          <a:ln w="19050" cap="flat">
            <a:solidFill>
              <a:srgbClr val="666666"/>
            </a:solidFill>
            <a:prstDash val="dash"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235" name="cb235"/>
          <p:cNvSpPr/>
          <p:nvPr/>
        </p:nvSpPr>
        <p:spPr>
          <a:xfrm>
            <a:off x="6500000" y="4110000"/>
            <a:ext cx="2400000" cy="300000"/>
          </a:xfrm>
          <a:prstGeom prst="roundRect">
            <a:avLst>
              <a:gd name="adj" fmla="val 12000"/>
            </a:avLst>
          </a:prstGeom>
          <a:solidFill>
            <a:srgbClr val="F5EBFF"/>
          </a:solidFill>
          <a:ln w="9525">
            <a:solidFill>
              <a:srgbClr val="A100FF"/>
            </a:solidFill>
          </a:ln>
        </p:spPr>
        <p:txBody>
          <a:bodyPr wrap="square" lIns="30000" tIns="20000" rIns="30000" bIns="2000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IN" sz="800" b="1">
                <a:solidFill>
                  <a:srgbClr val="A1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FLAGS → CHECKER TRAINING DATA</a:t>
            </a:r>
          </a:p>
        </p:txBody>
      </p:sp>
      <p:sp>
        <p:nvSpPr>
          <p:cNvPr id="236" name="cb236"/>
          <p:cNvSpPr/>
          <p:nvPr/>
        </p:nvSpPr>
        <p:spPr>
          <a:xfrm>
            <a:off x="9100000" y="4175000"/>
            <a:ext cx="1000000" cy="17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">
            <a:solidFill>
              <a:srgbClr val="FFFFFF"/>
            </a:solidFill>
          </a:ln>
        </p:spPr>
        <p:txBody>
          <a:bodyPr wrap="square" lIns="30000" tIns="20000" rIns="30000" bIns="2000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IN" sz="750" i="1">
                <a:solidFill>
                  <a:srgbClr val="6666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async audit</a:t>
            </a:r>
          </a:p>
        </p:txBody>
      </p:sp>
      <p:sp>
        <p:nvSpPr>
          <p:cNvPr id="237" name="card237"/>
          <p:cNvSpPr/>
          <p:nvPr/>
        </p:nvSpPr>
        <p:spPr>
          <a:xfrm>
            <a:off x="361458" y="4560000"/>
            <a:ext cx="6300000" cy="12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A100FF"/>
            </a:solidFill>
          </a:ln>
        </p:spPr>
        <p:txBody>
          <a:bodyPr wrap="square" lIns="150000" tIns="110000" rIns="150000" bIns="90000" anchor="t">
            <a:normAutofit/>
          </a:bodyPr>
          <a:lstStyle/>
          <a:p>
            <a:pPr>
              <a:spcAft>
                <a:spcPts val="500"/>
              </a:spcAft>
            </a:pPr>
            <a:r>
              <a:rPr lang="en-IN" sz="1100" b="1">
                <a:solidFill>
                  <a:srgbClr val="A1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VS. TODAY’S TOOLS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lang="en-IN" sz="1050">
                <a:solidFill>
                  <a:srgbClr val="2B2B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 frameworks (promptfoo, DeepEval) test before launch; runtime guardrails (Guardrails AI, NeMo Guardrails) run the same static checks on every request; observability platforms (Langfuse, Arize) see everything — after delivery. None decides scrutiny per response, in the path.</a:t>
            </a:r>
          </a:p>
        </p:txBody>
      </p:sp>
      <p:sp>
        <p:nvSpPr>
          <p:cNvPr id="238" name="card238"/>
          <p:cNvSpPr/>
          <p:nvPr/>
        </p:nvSpPr>
        <p:spPr>
          <a:xfrm>
            <a:off x="6911458" y="4560000"/>
            <a:ext cx="4732796" cy="12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A100FF"/>
            </a:solidFill>
          </a:ln>
        </p:spPr>
        <p:txBody>
          <a:bodyPr wrap="square" lIns="150000" tIns="110000" rIns="150000" bIns="90000" anchor="t">
            <a:normAutofit lnSpcReduction="10000"/>
          </a:bodyPr>
          <a:lstStyle/>
          <a:p>
            <a:pPr>
              <a:spcAft>
                <a:spcPts val="400"/>
              </a:spcAft>
            </a:pPr>
            <a:r>
              <a:rPr lang="en-IN" sz="1100" b="1">
                <a:solidFill>
                  <a:srgbClr val="A1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DEPLOYMENT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lang="en-IN" sz="1050">
                <a:solidFill>
                  <a:srgbClr val="2B2B2B"/>
                </a:solidFill>
                <a:latin typeface="Arial"/>
                <a:cs typeface="Arial"/>
              </a:rPr>
              <a:t>A reverse proxy in front of existing LLM traffic - one base-URL change, no retraining; owned by the AI-platform team.</a:t>
            </a:r>
          </a:p>
          <a:p>
            <a:pPr>
              <a:spcAft>
                <a:spcPts val="400"/>
              </a:spcAft>
            </a:pPr>
            <a:r>
              <a:rPr lang="en-IN" sz="1100" b="1">
                <a:solidFill>
                  <a:srgbClr val="A1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SEE IT RUN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lang="en-IN" sz="1050">
                <a:solidFill>
                  <a:srgbClr val="2B2B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video shows a seeded failure flagged, held and rerouted live.</a:t>
            </a:r>
          </a:p>
        </p:txBody>
      </p:sp>
    </p:spTree>
    <p:extLst>
      <p:ext uri="{BB962C8B-B14F-4D97-AF65-F5344CB8AC3E}">
        <p14:creationId xmlns:p14="http://schemas.microsoft.com/office/powerpoint/2010/main" val="2205980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300020" y="296965"/>
            <a:ext cx="11591959" cy="480276"/>
          </a:xfrm>
          <a:solidFill>
            <a:srgbClr val="A100FF"/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000" b="1">
                <a:solidFill>
                  <a:schemeClr val="bg1"/>
                </a:solidFill>
                <a:latin typeface="Graphik" panose="020B0503030202060203" pitchFamily="34" charset="0"/>
                <a:cs typeface="Arial" panose="020B0604020202020204" pitchFamily="34" charset="0"/>
              </a:rPr>
              <a:t>Video</a:t>
            </a:r>
            <a:endParaRPr lang="en-IN" sz="2000" b="1">
              <a:solidFill>
                <a:schemeClr val="bg1"/>
              </a:solidFill>
              <a:latin typeface="Graphik" panose="020B0503030202060203" pitchFamily="34" charset="0"/>
              <a:cs typeface="Arial" panose="020B0604020202020204" pitchFamily="34" charset="0"/>
            </a:endParaRPr>
          </a:p>
        </p:txBody>
      </p:sp>
      <p:sp>
        <p:nvSpPr>
          <p:cNvPr id="239" name="cb239"/>
          <p:cNvSpPr/>
          <p:nvPr/>
        </p:nvSpPr>
        <p:spPr>
          <a:xfrm>
            <a:off x="2800000" y="2500000"/>
            <a:ext cx="6592000" cy="7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A100FF"/>
            </a:solidFill>
          </a:ln>
        </p:spPr>
        <p:txBody>
          <a:bodyPr wrap="square" lIns="30000" tIns="20000" rIns="30000" bIns="20000" anchor="ctr">
            <a:normAutofit/>
          </a:bodyPr>
          <a:lstStyle/>
          <a:p>
            <a:pPr algn="ctr"/>
            <a:r>
              <a:rPr lang="en-IN" sz="2400">
                <a:solidFill>
                  <a:srgbClr val="A100FF"/>
                </a:solidFill>
                <a:ea typeface="+mn-lt"/>
                <a:cs typeface="+mn-lt"/>
                <a:hlinkClick r:id="rId2"/>
              </a:rPr>
              <a:t>Watch the AEGIS demo (2–3 min)</a:t>
            </a:r>
            <a:endParaRPr lang="en-IN" sz="2400">
              <a:solidFill>
                <a:srgbClr val="A100FF"/>
              </a:solidFill>
              <a:ea typeface="+mn-lt"/>
              <a:cs typeface="+mn-lt"/>
            </a:endParaRPr>
          </a:p>
        </p:txBody>
      </p:sp>
      <p:sp>
        <p:nvSpPr>
          <p:cNvPr id="240" name="tb240"/>
          <p:cNvSpPr>
            <a:spLocks noGrp="1"/>
          </p:cNvSpPr>
          <p:nvPr/>
        </p:nvSpPr>
        <p:spPr>
          <a:xfrm>
            <a:off x="361458" y="3450000"/>
            <a:ext cx="11282796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IN" sz="1150" b="1">
                <a:solidFill>
                  <a:srgbClr val="2B2B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it shows: </a:t>
            </a:r>
            <a:r>
              <a:rPr lang="en-IN" sz="1150">
                <a:solidFill>
                  <a:srgbClr val="2B2B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working AEGIS dashboard scoring a live RED response and rerouting it in real time.</a:t>
            </a:r>
          </a:p>
        </p:txBody>
      </p:sp>
    </p:spTree>
    <p:extLst>
      <p:ext uri="{BB962C8B-B14F-4D97-AF65-F5344CB8AC3E}">
        <p14:creationId xmlns:p14="http://schemas.microsoft.com/office/powerpoint/2010/main" val="3845603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86DCA-E252-45B6-8790-F0CA74EA4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348" y="3429000"/>
            <a:ext cx="5190523" cy="984885"/>
          </a:xfrm>
        </p:spPr>
        <p:txBody>
          <a:bodyPr/>
          <a:lstStyle/>
          <a:p>
            <a:r>
              <a:rPr lang="en-US">
                <a:latin typeface="+mj-lt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583931614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ure 2025">
  <a:themeElements>
    <a:clrScheme name="Custom 20">
      <a:dk1>
        <a:srgbClr val="000000"/>
      </a:dk1>
      <a:lt1>
        <a:srgbClr val="FFFFFF"/>
      </a:lt1>
      <a:dk2>
        <a:srgbClr val="450073"/>
      </a:dk2>
      <a:lt2>
        <a:srgbClr val="A000FF"/>
      </a:lt2>
      <a:accent1>
        <a:srgbClr val="7400C0"/>
      </a:accent1>
      <a:accent2>
        <a:srgbClr val="C1A3FF"/>
      </a:accent2>
      <a:accent3>
        <a:srgbClr val="E6DCFF"/>
      </a:accent3>
      <a:accent4>
        <a:srgbClr val="FF50A0"/>
      </a:accent4>
      <a:accent5>
        <a:srgbClr val="224BFF"/>
      </a:accent5>
      <a:accent6>
        <a:srgbClr val="05F2DB"/>
      </a:accent6>
      <a:hlink>
        <a:srgbClr val="A000FF"/>
      </a:hlink>
      <a:folHlink>
        <a:srgbClr val="7400C0"/>
      </a:folHlink>
    </a:clrScheme>
    <a:fontScheme name="GraphikReg-GraphikSemiB">
      <a:majorFont>
        <a:latin typeface="Graphik-Semibold"/>
        <a:ea typeface=""/>
        <a:cs typeface=""/>
      </a:majorFont>
      <a:minorFont>
        <a:latin typeface="Graphik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FY25-Branding-Guidelines_PPT-Graphik_v19_AccessibilityFixes.pptx" id="{6C590743-EE6F-704D-9B30-76795EFC297C}" vid="{E566E052-0B33-5E4D-99EA-EFC16BC751F1}"/>
    </a:ext>
  </a:extLst>
</a:theme>
</file>

<file path=ppt/theme/theme2.xml><?xml version="1.0" encoding="utf-8"?>
<a:theme xmlns:a="http://schemas.openxmlformats.org/drawingml/2006/main" name="Titles">
  <a:themeElements>
    <a:clrScheme name="Acc Core">
      <a:dk1>
        <a:srgbClr val="000000"/>
      </a:dk1>
      <a:lt1>
        <a:srgbClr val="FFFFFF"/>
      </a:lt1>
      <a:dk2>
        <a:srgbClr val="BDBDBD"/>
      </a:dk2>
      <a:lt2>
        <a:srgbClr val="969696"/>
      </a:lt2>
      <a:accent1>
        <a:srgbClr val="A100FF"/>
      </a:accent1>
      <a:accent2>
        <a:srgbClr val="7500C0"/>
      </a:accent2>
      <a:accent3>
        <a:srgbClr val="460073"/>
      </a:accent3>
      <a:accent4>
        <a:srgbClr val="00BAFF"/>
      </a:accent4>
      <a:accent5>
        <a:srgbClr val="008EFF"/>
      </a:accent5>
      <a:accent6>
        <a:srgbClr val="004DFF"/>
      </a:accent6>
      <a:hlink>
        <a:srgbClr val="7500C0"/>
      </a:hlink>
      <a:folHlink>
        <a:srgbClr val="460073"/>
      </a:folHlink>
    </a:clrScheme>
    <a:fontScheme name="Accenture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4572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0" id="{C00EB2C1-B526-F548-AF64-FD10065D7E5F}" vid="{C7D4C087-F6B1-4649-903F-3FEF709D25B8}"/>
    </a:ext>
  </a:extLst>
</a:theme>
</file>

<file path=ppt/theme/theme3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4.xml><?xml version="1.0" encoding="utf-8"?>
<a:theme xmlns:a="http://schemas.openxmlformats.org/drawingml/2006/main" name="1_Accenture 2025">
  <a:themeElements>
    <a:clrScheme name="Accenture">
      <a:dk1>
        <a:srgbClr val="000000"/>
      </a:dk1>
      <a:lt1>
        <a:srgbClr val="FFFFFF"/>
      </a:lt1>
      <a:dk2>
        <a:srgbClr val="A100FF"/>
      </a:dk2>
      <a:lt2>
        <a:srgbClr val="460073"/>
      </a:lt2>
      <a:accent1>
        <a:srgbClr val="7500C0"/>
      </a:accent1>
      <a:accent2>
        <a:srgbClr val="C2A3FF"/>
      </a:accent2>
      <a:accent3>
        <a:srgbClr val="E6DCFF"/>
      </a:accent3>
      <a:accent4>
        <a:srgbClr val="FF50A0"/>
      </a:accent4>
      <a:accent5>
        <a:srgbClr val="224BFF"/>
      </a:accent5>
      <a:accent6>
        <a:srgbClr val="05F2DB"/>
      </a:accent6>
      <a:hlink>
        <a:srgbClr val="A100FF"/>
      </a:hlink>
      <a:folHlink>
        <a:srgbClr val="7500C0"/>
      </a:folHlink>
    </a:clrScheme>
    <a:fontScheme name="GraphikReg-GraphikSemiB">
      <a:majorFont>
        <a:latin typeface="Graphik-Semibold"/>
        <a:ea typeface=""/>
        <a:cs typeface=""/>
      </a:majorFont>
      <a:minorFont>
        <a:latin typeface="Graphik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FY25-Branding-Guidelines_Graphik_v22_Accessibility" id="{B24F0E14-DE31-5248-A702-F861AB2F5F31}" vid="{E2D4869B-0EAF-0144-9FC0-81C17233BA3E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6</Slides>
  <Notes>1</Notes>
  <HiddenSlides>0</HiddenSlide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Accenture 2025</vt:lpstr>
      <vt:lpstr>Titles</vt:lpstr>
      <vt:lpstr>1_Office Theme</vt:lpstr>
      <vt:lpstr>1_Accenture 2025</vt:lpstr>
      <vt:lpstr>PowerPoint Presentation</vt:lpstr>
      <vt:lpstr>Team details</vt:lpstr>
      <vt:lpstr>Problem statement - ControlPlane.ai: AI failures are found out, not caught first</vt:lpstr>
      <vt:lpstr>Proposed solution - AEGIS: an adaptive risk engine for every AI response</vt:lpstr>
      <vt:lpstr>Video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Tolentino, Ma. Antonette</dc:creator>
  <cp:revision>4</cp:revision>
  <dcterms:created xsi:type="dcterms:W3CDTF">2026-07-24T04:09:52Z</dcterms:created>
  <dcterms:modified xsi:type="dcterms:W3CDTF">2026-08-16T13:46:42Z</dcterms:modified>
</cp:coreProperties>
</file>